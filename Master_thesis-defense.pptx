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  <p:sldMasterId id="2147483673" r:id="rId3"/>
    <p:sldMasterId id="2147483709" r:id="rId4"/>
  </p:sldMasterIdLst>
  <p:notesMasterIdLst>
    <p:notesMasterId r:id="rId57"/>
  </p:notesMasterIdLst>
  <p:sldIdLst>
    <p:sldId id="310" r:id="rId5"/>
    <p:sldId id="297" r:id="rId6"/>
    <p:sldId id="299" r:id="rId7"/>
    <p:sldId id="308" r:id="rId8"/>
    <p:sldId id="312" r:id="rId9"/>
    <p:sldId id="306" r:id="rId10"/>
    <p:sldId id="309" r:id="rId11"/>
    <p:sldId id="331" r:id="rId12"/>
    <p:sldId id="313" r:id="rId13"/>
    <p:sldId id="332" r:id="rId14"/>
    <p:sldId id="300" r:id="rId15"/>
    <p:sldId id="335" r:id="rId16"/>
    <p:sldId id="322" r:id="rId17"/>
    <p:sldId id="337" r:id="rId18"/>
    <p:sldId id="317" r:id="rId19"/>
    <p:sldId id="339" r:id="rId20"/>
    <p:sldId id="321" r:id="rId21"/>
    <p:sldId id="318" r:id="rId22"/>
    <p:sldId id="320" r:id="rId23"/>
    <p:sldId id="319" r:id="rId24"/>
    <p:sldId id="282" r:id="rId25"/>
    <p:sldId id="340" r:id="rId26"/>
    <p:sldId id="324" r:id="rId27"/>
    <p:sldId id="263" r:id="rId28"/>
    <p:sldId id="264" r:id="rId29"/>
    <p:sldId id="265" r:id="rId30"/>
    <p:sldId id="326" r:id="rId31"/>
    <p:sldId id="270" r:id="rId32"/>
    <p:sldId id="348" r:id="rId33"/>
    <p:sldId id="269" r:id="rId34"/>
    <p:sldId id="327" r:id="rId35"/>
    <p:sldId id="346" r:id="rId36"/>
    <p:sldId id="267" r:id="rId37"/>
    <p:sldId id="274" r:id="rId38"/>
    <p:sldId id="287" r:id="rId39"/>
    <p:sldId id="284" r:id="rId40"/>
    <p:sldId id="289" r:id="rId41"/>
    <p:sldId id="342" r:id="rId42"/>
    <p:sldId id="328" r:id="rId43"/>
    <p:sldId id="347" r:id="rId44"/>
    <p:sldId id="292" r:id="rId45"/>
    <p:sldId id="343" r:id="rId46"/>
    <p:sldId id="329" r:id="rId47"/>
    <p:sldId id="344" r:id="rId48"/>
    <p:sldId id="345" r:id="rId49"/>
    <p:sldId id="304" r:id="rId50"/>
    <p:sldId id="330" r:id="rId51"/>
    <p:sldId id="302" r:id="rId52"/>
    <p:sldId id="349" r:id="rId53"/>
    <p:sldId id="273" r:id="rId54"/>
    <p:sldId id="351" r:id="rId55"/>
    <p:sldId id="268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F68B"/>
    <a:srgbClr val="CBFECB"/>
    <a:srgbClr val="FF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87119" autoAdjust="0"/>
  </p:normalViewPr>
  <p:slideViewPr>
    <p:cSldViewPr snapToGrid="0">
      <p:cViewPr varScale="1">
        <p:scale>
          <a:sx n="81" d="100"/>
          <a:sy n="81" d="100"/>
        </p:scale>
        <p:origin x="115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Kande" userId="7649d0e3-63cc-40f6-bad1-46fd6efa90af" providerId="ADAL" clId="{FC53BD6A-157D-4D26-975A-EFAD831AFB57}"/>
    <pc:docChg chg="undo redo custSel addSld delSld modSld sldOrd modMainMaster">
      <pc:chgData name="Vivek Kande" userId="7649d0e3-63cc-40f6-bad1-46fd6efa90af" providerId="ADAL" clId="{FC53BD6A-157D-4D26-975A-EFAD831AFB57}" dt="2026-10-17T13:26:31.824" v="24799" actId="20577"/>
      <pc:docMkLst>
        <pc:docMk/>
      </pc:docMkLst>
      <pc:sldChg chg="add del setBg">
        <pc:chgData name="Vivek Kande" userId="7649d0e3-63cc-40f6-bad1-46fd6efa90af" providerId="ADAL" clId="{FC53BD6A-157D-4D26-975A-EFAD831AFB57}" dt="2026-10-17T13:24:53.196" v="24766" actId="47"/>
        <pc:sldMkLst>
          <pc:docMk/>
          <pc:sldMk cId="3803497658" sldId="262"/>
        </pc:sldMkLst>
      </pc:sldChg>
      <pc:sldChg chg="addSp modSp mod modNotesTx">
        <pc:chgData name="Vivek Kande" userId="7649d0e3-63cc-40f6-bad1-46fd6efa90af" providerId="ADAL" clId="{FC53BD6A-157D-4D26-975A-EFAD831AFB57}" dt="2026-09-30T00:06:18.360" v="21899" actId="20577"/>
        <pc:sldMkLst>
          <pc:docMk/>
          <pc:sldMk cId="945828586" sldId="263"/>
        </pc:sldMkLst>
        <pc:spChg chg="mod">
          <ac:chgData name="Vivek Kande" userId="7649d0e3-63cc-40f6-bad1-46fd6efa90af" providerId="ADAL" clId="{FC53BD6A-157D-4D26-975A-EFAD831AFB57}" dt="2026-09-28T07:42:28.545" v="8114" actId="1076"/>
          <ac:spMkLst>
            <pc:docMk/>
            <pc:sldMk cId="945828586" sldId="263"/>
            <ac:spMk id="2" creationId="{B045FBBE-AEC6-844E-C266-9D9AFCF294F5}"/>
          </ac:spMkLst>
        </pc:spChg>
        <pc:spChg chg="mod">
          <ac:chgData name="Vivek Kande" userId="7649d0e3-63cc-40f6-bad1-46fd6efa90af" providerId="ADAL" clId="{FC53BD6A-157D-4D26-975A-EFAD831AFB57}" dt="2026-09-28T07:39:19.821" v="8099" actId="2711"/>
          <ac:spMkLst>
            <pc:docMk/>
            <pc:sldMk cId="945828586" sldId="263"/>
            <ac:spMk id="3" creationId="{35CE9BFB-5E10-F3E0-710D-E87CF81548D3}"/>
          </ac:spMkLst>
        </pc:spChg>
        <pc:spChg chg="add mod">
          <ac:chgData name="Vivek Kande" userId="7649d0e3-63cc-40f6-bad1-46fd6efa90af" providerId="ADAL" clId="{FC53BD6A-157D-4D26-975A-EFAD831AFB57}" dt="2026-09-28T07:59:11.077" v="8280" actId="1076"/>
          <ac:spMkLst>
            <pc:docMk/>
            <pc:sldMk cId="945828586" sldId="263"/>
            <ac:spMk id="6" creationId="{CD3C5C88-3351-6E9A-4EE7-9D474A8AB14B}"/>
          </ac:spMkLst>
        </pc:spChg>
      </pc:sldChg>
      <pc:sldChg chg="addSp delSp modSp mod modAnim modNotesTx">
        <pc:chgData name="Vivek Kande" userId="7649d0e3-63cc-40f6-bad1-46fd6efa90af" providerId="ADAL" clId="{FC53BD6A-157D-4D26-975A-EFAD831AFB57}" dt="2026-09-30T00:08:31.040" v="21960" actId="20577"/>
        <pc:sldMkLst>
          <pc:docMk/>
          <pc:sldMk cId="360854309" sldId="264"/>
        </pc:sldMkLst>
        <pc:spChg chg="mod">
          <ac:chgData name="Vivek Kande" userId="7649d0e3-63cc-40f6-bad1-46fd6efa90af" providerId="ADAL" clId="{FC53BD6A-157D-4D26-975A-EFAD831AFB57}" dt="2026-09-28T07:44:10.468" v="8116" actId="14100"/>
          <ac:spMkLst>
            <pc:docMk/>
            <pc:sldMk cId="360854309" sldId="264"/>
            <ac:spMk id="3" creationId="{00956A6D-8F1F-8538-7880-BAA7028E9958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9" creationId="{C3273075-6746-1162-DB5A-D2A5D18CD036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11" creationId="{B00DB7FC-2578-1230-291E-C46985034582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13" creationId="{E6F844F7-5000-5EDF-2928-27A92FF60E89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15" creationId="{C7E182BD-B4E9-2265-E465-53A0F039BAED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18" creationId="{8AFED3F4-45B3-6A2E-9553-6A035D884722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20" creationId="{58ACE8C2-6561-01EF-2525-31D5915C5963}"/>
          </ac:spMkLst>
        </pc:spChg>
        <pc:spChg chg="add mod">
          <ac:chgData name="Vivek Kande" userId="7649d0e3-63cc-40f6-bad1-46fd6efa90af" providerId="ADAL" clId="{FC53BD6A-157D-4D26-975A-EFAD831AFB57}" dt="2026-09-29T07:36:04.250" v="15061" actId="1076"/>
          <ac:spMkLst>
            <pc:docMk/>
            <pc:sldMk cId="360854309" sldId="264"/>
            <ac:spMk id="22" creationId="{452DA4F5-5F19-2BD6-1AD0-198D6335BFF0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24" creationId="{406FFA28-26F7-BD7C-DD5B-FE4284309A6C}"/>
          </ac:spMkLst>
        </pc:spChg>
        <pc:spChg chg="mod topLvl">
          <ac:chgData name="Vivek Kande" userId="7649d0e3-63cc-40f6-bad1-46fd6efa90af" providerId="ADAL" clId="{FC53BD6A-157D-4D26-975A-EFAD831AFB57}" dt="2026-09-28T07:52:47.892" v="8195" actId="164"/>
          <ac:spMkLst>
            <pc:docMk/>
            <pc:sldMk cId="360854309" sldId="264"/>
            <ac:spMk id="26" creationId="{90307C34-E003-384A-3C6F-F5A65C9B7E2C}"/>
          </ac:spMkLst>
        </pc:spChg>
        <pc:spChg chg="mod">
          <ac:chgData name="Vivek Kande" userId="7649d0e3-63cc-40f6-bad1-46fd6efa90af" providerId="ADAL" clId="{FC53BD6A-157D-4D26-975A-EFAD831AFB57}" dt="2026-09-29T07:40:10.991" v="15236"/>
          <ac:spMkLst>
            <pc:docMk/>
            <pc:sldMk cId="360854309" sldId="264"/>
            <ac:spMk id="35" creationId="{E5101E2C-0417-2803-6413-FA3E4CE527BC}"/>
          </ac:spMkLst>
        </pc:spChg>
        <pc:spChg chg="mod">
          <ac:chgData name="Vivek Kande" userId="7649d0e3-63cc-40f6-bad1-46fd6efa90af" providerId="ADAL" clId="{FC53BD6A-157D-4D26-975A-EFAD831AFB57}" dt="2026-09-29T07:40:10.991" v="15236"/>
          <ac:spMkLst>
            <pc:docMk/>
            <pc:sldMk cId="360854309" sldId="264"/>
            <ac:spMk id="36" creationId="{01E31E31-3A62-83DA-FA70-04040799BD0B}"/>
          </ac:spMkLst>
        </pc:spChg>
        <pc:spChg chg="add mod">
          <ac:chgData name="Vivek Kande" userId="7649d0e3-63cc-40f6-bad1-46fd6efa90af" providerId="ADAL" clId="{FC53BD6A-157D-4D26-975A-EFAD831AFB57}" dt="2026-09-28T07:56:30.831" v="8260" actId="164"/>
          <ac:spMkLst>
            <pc:docMk/>
            <pc:sldMk cId="360854309" sldId="264"/>
            <ac:spMk id="46" creationId="{5D65A847-8145-9BA4-C1B7-481BF00C2D9C}"/>
          </ac:spMkLst>
        </pc:spChg>
        <pc:spChg chg="add mod">
          <ac:chgData name="Vivek Kande" userId="7649d0e3-63cc-40f6-bad1-46fd6efa90af" providerId="ADAL" clId="{FC53BD6A-157D-4D26-975A-EFAD831AFB57}" dt="2026-09-28T07:59:16.763" v="8282"/>
          <ac:spMkLst>
            <pc:docMk/>
            <pc:sldMk cId="360854309" sldId="264"/>
            <ac:spMk id="49" creationId="{2F18FFD3-1F37-FCEA-7544-5773439A1EDB}"/>
          </ac:spMkLst>
        </pc:spChg>
        <pc:grpChg chg="add mod">
          <ac:chgData name="Vivek Kande" userId="7649d0e3-63cc-40f6-bad1-46fd6efa90af" providerId="ADAL" clId="{FC53BD6A-157D-4D26-975A-EFAD831AFB57}" dt="2026-09-29T07:40:13.533" v="15237" actId="1076"/>
          <ac:grpSpMkLst>
            <pc:docMk/>
            <pc:sldMk cId="360854309" sldId="264"/>
            <ac:grpSpMk id="27" creationId="{DC14C15C-25B4-B9BB-6664-C12DB9C699C0}"/>
          </ac:grpSpMkLst>
        </pc:grpChg>
        <pc:grpChg chg="add mod">
          <ac:chgData name="Vivek Kande" userId="7649d0e3-63cc-40f6-bad1-46fd6efa90af" providerId="ADAL" clId="{FC53BD6A-157D-4D26-975A-EFAD831AFB57}" dt="2026-09-28T07:52:47.892" v="8195" actId="164"/>
          <ac:grpSpMkLst>
            <pc:docMk/>
            <pc:sldMk cId="360854309" sldId="264"/>
            <ac:grpSpMk id="45" creationId="{D0D295E3-F4AD-21F5-23D2-EC964067DE22}"/>
          </ac:grpSpMkLst>
        </pc:grpChg>
        <pc:grpChg chg="add mod">
          <ac:chgData name="Vivek Kande" userId="7649d0e3-63cc-40f6-bad1-46fd6efa90af" providerId="ADAL" clId="{FC53BD6A-157D-4D26-975A-EFAD831AFB57}" dt="2026-09-29T07:35:02.716" v="15015" actId="14100"/>
          <ac:grpSpMkLst>
            <pc:docMk/>
            <pc:sldMk cId="360854309" sldId="264"/>
            <ac:grpSpMk id="47" creationId="{8936A469-B9F5-4422-B1B7-054B134D76AC}"/>
          </ac:grpSpMkLst>
        </pc:grpChg>
        <pc:picChg chg="add mod">
          <ac:chgData name="Vivek Kande" userId="7649d0e3-63cc-40f6-bad1-46fd6efa90af" providerId="ADAL" clId="{FC53BD6A-157D-4D26-975A-EFAD831AFB57}" dt="2026-09-28T07:56:30.831" v="8260" actId="164"/>
          <ac:picMkLst>
            <pc:docMk/>
            <pc:sldMk cId="360854309" sldId="264"/>
            <ac:picMk id="4" creationId="{D423B499-C5F4-69BA-F207-28FCA79D0955}"/>
          </ac:picMkLst>
        </pc:picChg>
        <pc:picChg chg="mod topLvl">
          <ac:chgData name="Vivek Kande" userId="7649d0e3-63cc-40f6-bad1-46fd6efa90af" providerId="ADAL" clId="{FC53BD6A-157D-4D26-975A-EFAD831AFB57}" dt="2026-09-28T07:52:47.892" v="8195" actId="164"/>
          <ac:picMkLst>
            <pc:docMk/>
            <pc:sldMk cId="360854309" sldId="264"/>
            <ac:picMk id="6" creationId="{8C208E48-8E23-0AA5-97BC-513970936848}"/>
          </ac:picMkLst>
        </pc:picChg>
        <pc:cxnChg chg="add">
          <ac:chgData name="Vivek Kande" userId="7649d0e3-63cc-40f6-bad1-46fd6efa90af" providerId="ADAL" clId="{FC53BD6A-157D-4D26-975A-EFAD831AFB57}" dt="2026-09-29T07:35:11.013" v="15016" actId="11529"/>
          <ac:cxnSpMkLst>
            <pc:docMk/>
            <pc:sldMk cId="360854309" sldId="264"/>
            <ac:cxnSpMk id="21" creationId="{AF82ADDD-9D99-DCB4-10EF-4EE31DDE559C}"/>
          </ac:cxnSpMkLst>
        </pc:cxnChg>
        <pc:cxnChg chg="mod">
          <ac:chgData name="Vivek Kande" userId="7649d0e3-63cc-40f6-bad1-46fd6efa90af" providerId="ADAL" clId="{FC53BD6A-157D-4D26-975A-EFAD831AFB57}" dt="2026-09-29T07:40:10.991" v="15236"/>
          <ac:cxnSpMkLst>
            <pc:docMk/>
            <pc:sldMk cId="360854309" sldId="264"/>
            <ac:cxnSpMk id="32" creationId="{114B0D45-6BDE-E2C0-A352-1CE1B51A6AB3}"/>
          </ac:cxnSpMkLst>
        </pc:cxnChg>
        <pc:cxnChg chg="mod">
          <ac:chgData name="Vivek Kande" userId="7649d0e3-63cc-40f6-bad1-46fd6efa90af" providerId="ADAL" clId="{FC53BD6A-157D-4D26-975A-EFAD831AFB57}" dt="2026-09-29T07:40:10.991" v="15236"/>
          <ac:cxnSpMkLst>
            <pc:docMk/>
            <pc:sldMk cId="360854309" sldId="264"/>
            <ac:cxnSpMk id="33" creationId="{3F6F2DB2-1C9F-6066-3850-650F352198F6}"/>
          </ac:cxnSpMkLst>
        </pc:cxnChg>
      </pc:sldChg>
      <pc:sldChg chg="addSp delSp modSp mod modAnim modNotesTx">
        <pc:chgData name="Vivek Kande" userId="7649d0e3-63cc-40f6-bad1-46fd6efa90af" providerId="ADAL" clId="{FC53BD6A-157D-4D26-975A-EFAD831AFB57}" dt="2026-09-30T01:20:34.141" v="24187" actId="1076"/>
        <pc:sldMkLst>
          <pc:docMk/>
          <pc:sldMk cId="1215908037" sldId="265"/>
        </pc:sldMkLst>
        <pc:spChg chg="mod">
          <ac:chgData name="Vivek Kande" userId="7649d0e3-63cc-40f6-bad1-46fd6efa90af" providerId="ADAL" clId="{FC53BD6A-157D-4D26-975A-EFAD831AFB57}" dt="2026-09-28T07:49:02.591" v="8172" actId="108"/>
          <ac:spMkLst>
            <pc:docMk/>
            <pc:sldMk cId="1215908037" sldId="265"/>
            <ac:spMk id="3" creationId="{829BAF85-E4E6-9B92-2DA5-047D02BA8416}"/>
          </ac:spMkLst>
        </pc:spChg>
        <pc:spChg chg="mod">
          <ac:chgData name="Vivek Kande" userId="7649d0e3-63cc-40f6-bad1-46fd6efa90af" providerId="ADAL" clId="{FC53BD6A-157D-4D26-975A-EFAD831AFB57}" dt="2026-09-29T07:38:58.452" v="15233"/>
          <ac:spMkLst>
            <pc:docMk/>
            <pc:sldMk cId="1215908037" sldId="265"/>
            <ac:spMk id="9" creationId="{49F14755-4429-333C-1F40-03D61999D84A}"/>
          </ac:spMkLst>
        </pc:spChg>
        <pc:spChg chg="add mod">
          <ac:chgData name="Vivek Kande" userId="7649d0e3-63cc-40f6-bad1-46fd6efa90af" providerId="ADAL" clId="{FC53BD6A-157D-4D26-975A-EFAD831AFB57}" dt="2026-09-28T07:59:22.114" v="8284"/>
          <ac:spMkLst>
            <pc:docMk/>
            <pc:sldMk cId="1215908037" sldId="265"/>
            <ac:spMk id="11" creationId="{A69898FF-B087-B1F6-D5E1-AB1F229796B0}"/>
          </ac:spMkLst>
        </pc:spChg>
        <pc:spChg chg="mod">
          <ac:chgData name="Vivek Kande" userId="7649d0e3-63cc-40f6-bad1-46fd6efa90af" providerId="ADAL" clId="{FC53BD6A-157D-4D26-975A-EFAD831AFB57}" dt="2026-09-29T07:38:58.452" v="15233"/>
          <ac:spMkLst>
            <pc:docMk/>
            <pc:sldMk cId="1215908037" sldId="265"/>
            <ac:spMk id="14" creationId="{EC1039F7-246C-47D8-B4A9-407748624885}"/>
          </ac:spMkLst>
        </pc:spChg>
        <pc:spChg chg="mod">
          <ac:chgData name="Vivek Kande" userId="7649d0e3-63cc-40f6-bad1-46fd6efa90af" providerId="ADAL" clId="{FC53BD6A-157D-4D26-975A-EFAD831AFB57}" dt="2026-09-29T07:40:21.664" v="15240"/>
          <ac:spMkLst>
            <pc:docMk/>
            <pc:sldMk cId="1215908037" sldId="265"/>
            <ac:spMk id="23" creationId="{7FAB8378-1245-D360-A0FE-9F36C079020D}"/>
          </ac:spMkLst>
        </pc:spChg>
        <pc:spChg chg="mod">
          <ac:chgData name="Vivek Kande" userId="7649d0e3-63cc-40f6-bad1-46fd6efa90af" providerId="ADAL" clId="{FC53BD6A-157D-4D26-975A-EFAD831AFB57}" dt="2026-09-29T07:40:21.664" v="15240"/>
          <ac:spMkLst>
            <pc:docMk/>
            <pc:sldMk cId="1215908037" sldId="265"/>
            <ac:spMk id="24" creationId="{58354AFA-BEC3-872E-3C94-B2F09DF73A83}"/>
          </ac:spMkLst>
        </pc:spChg>
        <pc:spChg chg="add mod">
          <ac:chgData name="Vivek Kande" userId="7649d0e3-63cc-40f6-bad1-46fd6efa90af" providerId="ADAL" clId="{FC53BD6A-157D-4D26-975A-EFAD831AFB57}" dt="2026-09-30T01:20:13.568" v="24185"/>
          <ac:spMkLst>
            <pc:docMk/>
            <pc:sldMk cId="1215908037" sldId="265"/>
            <ac:spMk id="25" creationId="{A17AB053-C5EE-7530-CE17-53AD63EB2FFC}"/>
          </ac:spMkLst>
        </pc:spChg>
        <pc:spChg chg="add mod">
          <ac:chgData name="Vivek Kande" userId="7649d0e3-63cc-40f6-bad1-46fd6efa90af" providerId="ADAL" clId="{FC53BD6A-157D-4D26-975A-EFAD831AFB57}" dt="2026-09-30T01:20:13.568" v="24185"/>
          <ac:spMkLst>
            <pc:docMk/>
            <pc:sldMk cId="1215908037" sldId="265"/>
            <ac:spMk id="26" creationId="{966A2651-6D93-1758-41D4-94CC8C14D8F4}"/>
          </ac:spMkLst>
        </pc:spChg>
        <pc:spChg chg="add mod">
          <ac:chgData name="Vivek Kande" userId="7649d0e3-63cc-40f6-bad1-46fd6efa90af" providerId="ADAL" clId="{FC53BD6A-157D-4D26-975A-EFAD831AFB57}" dt="2026-09-30T01:20:34.141" v="24187" actId="1076"/>
          <ac:spMkLst>
            <pc:docMk/>
            <pc:sldMk cId="1215908037" sldId="265"/>
            <ac:spMk id="27" creationId="{508FC7D9-119F-AB23-23B0-532F359AC01C}"/>
          </ac:spMkLst>
        </pc:spChg>
        <pc:grpChg chg="add mod">
          <ac:chgData name="Vivek Kande" userId="7649d0e3-63cc-40f6-bad1-46fd6efa90af" providerId="ADAL" clId="{FC53BD6A-157D-4D26-975A-EFAD831AFB57}" dt="2026-09-29T07:38:58.452" v="15233"/>
          <ac:grpSpMkLst>
            <pc:docMk/>
            <pc:sldMk cId="1215908037" sldId="265"/>
            <ac:grpSpMk id="2" creationId="{88497486-83D1-31C2-48ED-5D7578D70B15}"/>
          </ac:grpSpMkLst>
        </pc:grpChg>
        <pc:grpChg chg="mod">
          <ac:chgData name="Vivek Kande" userId="7649d0e3-63cc-40f6-bad1-46fd6efa90af" providerId="ADAL" clId="{FC53BD6A-157D-4D26-975A-EFAD831AFB57}" dt="2026-09-29T07:38:58.452" v="15233"/>
          <ac:grpSpMkLst>
            <pc:docMk/>
            <pc:sldMk cId="1215908037" sldId="265"/>
            <ac:grpSpMk id="6" creationId="{8F5227AE-E342-82F3-EF22-D32CB5A4A03F}"/>
          </ac:grpSpMkLst>
        </pc:grpChg>
        <pc:grpChg chg="add mod">
          <ac:chgData name="Vivek Kande" userId="7649d0e3-63cc-40f6-bad1-46fd6efa90af" providerId="ADAL" clId="{FC53BD6A-157D-4D26-975A-EFAD831AFB57}" dt="2026-09-29T07:40:25.117" v="15241" actId="1076"/>
          <ac:grpSpMkLst>
            <pc:docMk/>
            <pc:sldMk cId="1215908037" sldId="265"/>
            <ac:grpSpMk id="20" creationId="{49B247AF-EE75-EA40-F75D-F4BA7C2B02B5}"/>
          </ac:grpSpMkLst>
        </pc:grpChg>
        <pc:picChg chg="mod topLvl">
          <ac:chgData name="Vivek Kande" userId="7649d0e3-63cc-40f6-bad1-46fd6efa90af" providerId="ADAL" clId="{FC53BD6A-157D-4D26-975A-EFAD831AFB57}" dt="2026-09-28T07:51:48.364" v="8189" actId="14100"/>
          <ac:picMkLst>
            <pc:docMk/>
            <pc:sldMk cId="1215908037" sldId="265"/>
            <ac:picMk id="4" creationId="{D08FC71C-D7A3-2A8C-7EB2-348CA34FD598}"/>
          </ac:picMkLst>
        </pc:picChg>
        <pc:picChg chg="add mod">
          <ac:chgData name="Vivek Kande" userId="7649d0e3-63cc-40f6-bad1-46fd6efa90af" providerId="ADAL" clId="{FC53BD6A-157D-4D26-975A-EFAD831AFB57}" dt="2026-09-28T07:51:15.115" v="8182" actId="1076"/>
          <ac:picMkLst>
            <pc:docMk/>
            <pc:sldMk cId="1215908037" sldId="265"/>
            <ac:picMk id="5" creationId="{099B6858-4FA4-7197-A6BD-E41406F6F7C3}"/>
          </ac:picMkLst>
        </pc:picChg>
        <pc:picChg chg="mod">
          <ac:chgData name="Vivek Kande" userId="7649d0e3-63cc-40f6-bad1-46fd6efa90af" providerId="ADAL" clId="{FC53BD6A-157D-4D26-975A-EFAD831AFB57}" dt="2026-09-29T07:38:58.452" v="15233"/>
          <ac:picMkLst>
            <pc:docMk/>
            <pc:sldMk cId="1215908037" sldId="265"/>
            <ac:picMk id="7" creationId="{0F64A3C5-04F8-55D3-6AFC-7D7775500B09}"/>
          </ac:picMkLst>
        </pc:picChg>
        <pc:picChg chg="add mod">
          <ac:chgData name="Vivek Kande" userId="7649d0e3-63cc-40f6-bad1-46fd6efa90af" providerId="ADAL" clId="{FC53BD6A-157D-4D26-975A-EFAD831AFB57}" dt="2026-09-28T07:51:54.022" v="8191" actId="1076"/>
          <ac:picMkLst>
            <pc:docMk/>
            <pc:sldMk cId="1215908037" sldId="265"/>
            <ac:picMk id="8" creationId="{36FD38F9-CB05-3BF3-2C0E-51CE1956517E}"/>
          </ac:picMkLst>
        </pc:picChg>
        <pc:picChg chg="mod">
          <ac:chgData name="Vivek Kande" userId="7649d0e3-63cc-40f6-bad1-46fd6efa90af" providerId="ADAL" clId="{FC53BD6A-157D-4D26-975A-EFAD831AFB57}" dt="2026-09-29T07:38:58.452" v="15233"/>
          <ac:picMkLst>
            <pc:docMk/>
            <pc:sldMk cId="1215908037" sldId="265"/>
            <ac:picMk id="10" creationId="{FD495FDC-2A0A-EE63-812A-A7B6B6CBDDC1}"/>
          </ac:picMkLst>
        </pc:picChg>
        <pc:cxnChg chg="mod">
          <ac:chgData name="Vivek Kande" userId="7649d0e3-63cc-40f6-bad1-46fd6efa90af" providerId="ADAL" clId="{FC53BD6A-157D-4D26-975A-EFAD831AFB57}" dt="2026-09-29T07:40:21.664" v="15240"/>
          <ac:cxnSpMkLst>
            <pc:docMk/>
            <pc:sldMk cId="1215908037" sldId="265"/>
            <ac:cxnSpMk id="21" creationId="{C4E2997B-F033-1F9E-432B-A930186A0BB1}"/>
          </ac:cxnSpMkLst>
        </pc:cxnChg>
        <pc:cxnChg chg="mod">
          <ac:chgData name="Vivek Kande" userId="7649d0e3-63cc-40f6-bad1-46fd6efa90af" providerId="ADAL" clId="{FC53BD6A-157D-4D26-975A-EFAD831AFB57}" dt="2026-09-29T07:40:21.664" v="15240"/>
          <ac:cxnSpMkLst>
            <pc:docMk/>
            <pc:sldMk cId="1215908037" sldId="265"/>
            <ac:cxnSpMk id="22" creationId="{A0C2FAA0-4577-BC3B-7553-682264282364}"/>
          </ac:cxnSpMkLst>
        </pc:cxnChg>
      </pc:sldChg>
      <pc:sldChg chg="del ord">
        <pc:chgData name="Vivek Kande" userId="7649d0e3-63cc-40f6-bad1-46fd6efa90af" providerId="ADAL" clId="{FC53BD6A-157D-4D26-975A-EFAD831AFB57}" dt="2026-10-17T13:25:44.481" v="24777" actId="47"/>
        <pc:sldMkLst>
          <pc:docMk/>
          <pc:sldMk cId="1819959387" sldId="266"/>
        </pc:sldMkLst>
      </pc:sldChg>
      <pc:sldChg chg="addSp delSp modSp mod ord modAnim modNotesTx">
        <pc:chgData name="Vivek Kande" userId="7649d0e3-63cc-40f6-bad1-46fd6efa90af" providerId="ADAL" clId="{FC53BD6A-157D-4D26-975A-EFAD831AFB57}" dt="2026-09-30T00:36:07.424" v="23349"/>
        <pc:sldMkLst>
          <pc:docMk/>
          <pc:sldMk cId="2774280433" sldId="267"/>
        </pc:sldMkLst>
        <pc:spChg chg="add mod">
          <ac:chgData name="Vivek Kande" userId="7649d0e3-63cc-40f6-bad1-46fd6efa90af" providerId="ADAL" clId="{FC53BD6A-157D-4D26-975A-EFAD831AFB57}" dt="2026-09-29T08:12:03.524" v="15397" actId="207"/>
          <ac:spMkLst>
            <pc:docMk/>
            <pc:sldMk cId="2774280433" sldId="267"/>
            <ac:spMk id="2" creationId="{302DBF96-D90D-9444-3976-DF2EBB587D6E}"/>
          </ac:spMkLst>
        </pc:spChg>
        <pc:spChg chg="mod">
          <ac:chgData name="Vivek Kande" userId="7649d0e3-63cc-40f6-bad1-46fd6efa90af" providerId="ADAL" clId="{FC53BD6A-157D-4D26-975A-EFAD831AFB57}" dt="2026-09-28T08:10:48.068" v="8438" actId="14100"/>
          <ac:spMkLst>
            <pc:docMk/>
            <pc:sldMk cId="2774280433" sldId="267"/>
            <ac:spMk id="6" creationId="{F6CC064B-A86C-8036-7B18-C323B81FC705}"/>
          </ac:spMkLst>
        </pc:spChg>
        <pc:spChg chg="add mod">
          <ac:chgData name="Vivek Kande" userId="7649d0e3-63cc-40f6-bad1-46fd6efa90af" providerId="ADAL" clId="{FC53BD6A-157D-4D26-975A-EFAD831AFB57}" dt="2026-09-29T08:13:19.971" v="15422" actId="1076"/>
          <ac:spMkLst>
            <pc:docMk/>
            <pc:sldMk cId="2774280433" sldId="267"/>
            <ac:spMk id="9" creationId="{FF6A8A26-D23D-52BE-A104-AAD56B55A63F}"/>
          </ac:spMkLst>
        </pc:spChg>
        <pc:spChg chg="add mod">
          <ac:chgData name="Vivek Kande" userId="7649d0e3-63cc-40f6-bad1-46fd6efa90af" providerId="ADAL" clId="{FC53BD6A-157D-4D26-975A-EFAD831AFB57}" dt="2026-09-29T08:17:01.691" v="15506" actId="1076"/>
          <ac:spMkLst>
            <pc:docMk/>
            <pc:sldMk cId="2774280433" sldId="267"/>
            <ac:spMk id="12" creationId="{DDCCBFBF-85AC-0063-3B8A-88F9ED52A7B7}"/>
          </ac:spMkLst>
        </pc:spChg>
        <pc:spChg chg="add mod">
          <ac:chgData name="Vivek Kande" userId="7649d0e3-63cc-40f6-bad1-46fd6efa90af" providerId="ADAL" clId="{FC53BD6A-157D-4D26-975A-EFAD831AFB57}" dt="2026-09-29T08:17:59.533" v="15592" actId="14100"/>
          <ac:spMkLst>
            <pc:docMk/>
            <pc:sldMk cId="2774280433" sldId="267"/>
            <ac:spMk id="16" creationId="{B7468AAC-0B73-FC91-2371-2716EB531752}"/>
          </ac:spMkLst>
        </pc:spChg>
        <pc:grpChg chg="mod">
          <ac:chgData name="Vivek Kande" userId="7649d0e3-63cc-40f6-bad1-46fd6efa90af" providerId="ADAL" clId="{FC53BD6A-157D-4D26-975A-EFAD831AFB57}" dt="2026-09-29T09:26:53.564" v="17810" actId="1076"/>
          <ac:grpSpMkLst>
            <pc:docMk/>
            <pc:sldMk cId="2774280433" sldId="267"/>
            <ac:grpSpMk id="34" creationId="{7A1C8658-9169-FF59-8E4C-98879548B738}"/>
          </ac:grpSpMkLst>
        </pc:grpChg>
        <pc:cxnChg chg="add mod">
          <ac:chgData name="Vivek Kande" userId="7649d0e3-63cc-40f6-bad1-46fd6efa90af" providerId="ADAL" clId="{FC53BD6A-157D-4D26-975A-EFAD831AFB57}" dt="2026-09-29T08:12:11.700" v="15399" actId="208"/>
          <ac:cxnSpMkLst>
            <pc:docMk/>
            <pc:sldMk cId="2774280433" sldId="267"/>
            <ac:cxnSpMk id="4" creationId="{16E46C37-D5A9-957B-1A89-2B84F6423BFC}"/>
          </ac:cxnSpMkLst>
        </pc:cxnChg>
        <pc:cxnChg chg="mod">
          <ac:chgData name="Vivek Kande" userId="7649d0e3-63cc-40f6-bad1-46fd6efa90af" providerId="ADAL" clId="{FC53BD6A-157D-4D26-975A-EFAD831AFB57}" dt="2026-09-29T09:26:53.564" v="17810" actId="1076"/>
          <ac:cxnSpMkLst>
            <pc:docMk/>
            <pc:sldMk cId="2774280433" sldId="267"/>
            <ac:cxnSpMk id="37" creationId="{01B6EB93-E479-6E58-3E73-707664F56245}"/>
          </ac:cxnSpMkLst>
        </pc:cxnChg>
      </pc:sldChg>
      <pc:sldChg chg="add mod modShow">
        <pc:chgData name="Vivek Kande" userId="7649d0e3-63cc-40f6-bad1-46fd6efa90af" providerId="ADAL" clId="{FC53BD6A-157D-4D26-975A-EFAD831AFB57}" dt="2026-10-17T13:24:33.210" v="24765" actId="729"/>
        <pc:sldMkLst>
          <pc:docMk/>
          <pc:sldMk cId="2946659040" sldId="268"/>
        </pc:sldMkLst>
      </pc:sldChg>
      <pc:sldChg chg="addSp delSp modSp mod ord modAnim modNotesTx">
        <pc:chgData name="Vivek Kande" userId="7649d0e3-63cc-40f6-bad1-46fd6efa90af" providerId="ADAL" clId="{FC53BD6A-157D-4D26-975A-EFAD831AFB57}" dt="2026-10-17T13:24:11.422" v="24761" actId="313"/>
        <pc:sldMkLst>
          <pc:docMk/>
          <pc:sldMk cId="2092746672" sldId="269"/>
        </pc:sldMkLst>
        <pc:spChg chg="mod">
          <ac:chgData name="Vivek Kande" userId="7649d0e3-63cc-40f6-bad1-46fd6efa90af" providerId="ADAL" clId="{FC53BD6A-157D-4D26-975A-EFAD831AFB57}" dt="2026-09-28T08:26:44.095" v="8730" actId="2711"/>
          <ac:spMkLst>
            <pc:docMk/>
            <pc:sldMk cId="2092746672" sldId="269"/>
            <ac:spMk id="2" creationId="{05217C53-7C21-9C9A-64F6-280D9A338FA7}"/>
          </ac:spMkLst>
        </pc:spChg>
        <pc:spChg chg="mod">
          <ac:chgData name="Vivek Kande" userId="7649d0e3-63cc-40f6-bad1-46fd6efa90af" providerId="ADAL" clId="{FC53BD6A-157D-4D26-975A-EFAD831AFB57}" dt="2026-09-29T07:50:23.574" v="15357" actId="164"/>
          <ac:spMkLst>
            <pc:docMk/>
            <pc:sldMk cId="2092746672" sldId="269"/>
            <ac:spMk id="3" creationId="{D57C3D83-722A-BE69-518D-D2F33AA42451}"/>
          </ac:spMkLst>
        </pc:spChg>
        <pc:spChg chg="mod">
          <ac:chgData name="Vivek Kande" userId="7649d0e3-63cc-40f6-bad1-46fd6efa90af" providerId="ADAL" clId="{FC53BD6A-157D-4D26-975A-EFAD831AFB57}" dt="2026-09-29T07:46:18.854" v="15307"/>
          <ac:spMkLst>
            <pc:docMk/>
            <pc:sldMk cId="2092746672" sldId="269"/>
            <ac:spMk id="5" creationId="{603D36E7-F760-2C28-D3F8-A95851DFF6EB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2092746672" sldId="269"/>
            <ac:spMk id="6" creationId="{B4F3ECF6-67D8-6422-AEB7-D2CD7260B171}"/>
          </ac:spMkLst>
        </pc:spChg>
        <pc:spChg chg="mod">
          <ac:chgData name="Vivek Kande" userId="7649d0e3-63cc-40f6-bad1-46fd6efa90af" providerId="ADAL" clId="{FC53BD6A-157D-4D26-975A-EFAD831AFB57}" dt="2026-09-29T07:50:23.574" v="15357" actId="164"/>
          <ac:spMkLst>
            <pc:docMk/>
            <pc:sldMk cId="2092746672" sldId="269"/>
            <ac:spMk id="10" creationId="{78C426AD-4FE3-D535-AF18-93C21F57B39A}"/>
          </ac:spMkLst>
        </pc:spChg>
        <pc:spChg chg="mod">
          <ac:chgData name="Vivek Kande" userId="7649d0e3-63cc-40f6-bad1-46fd6efa90af" providerId="ADAL" clId="{FC53BD6A-157D-4D26-975A-EFAD831AFB57}" dt="2026-09-29T07:50:23.574" v="15357" actId="164"/>
          <ac:spMkLst>
            <pc:docMk/>
            <pc:sldMk cId="2092746672" sldId="269"/>
            <ac:spMk id="11" creationId="{5B0F30BD-3C6E-099F-10A2-FAE010546EA7}"/>
          </ac:spMkLst>
        </pc:spChg>
        <pc:spChg chg="mod">
          <ac:chgData name="Vivek Kande" userId="7649d0e3-63cc-40f6-bad1-46fd6efa90af" providerId="ADAL" clId="{FC53BD6A-157D-4D26-975A-EFAD831AFB57}" dt="2026-09-29T07:46:18.854" v="15307"/>
          <ac:spMkLst>
            <pc:docMk/>
            <pc:sldMk cId="2092746672" sldId="269"/>
            <ac:spMk id="12" creationId="{7A8B6406-9729-8780-932F-06834A270E16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2092746672" sldId="269"/>
            <ac:spMk id="13" creationId="{F91957F1-17AA-6AFA-F4E3-5E1A737D5CA5}"/>
          </ac:spMkLst>
        </pc:spChg>
        <pc:spChg chg="add mod">
          <ac:chgData name="Vivek Kande" userId="7649d0e3-63cc-40f6-bad1-46fd6efa90af" providerId="ADAL" clId="{FC53BD6A-157D-4D26-975A-EFAD831AFB57}" dt="2026-09-29T07:50:23.574" v="15357" actId="164"/>
          <ac:spMkLst>
            <pc:docMk/>
            <pc:sldMk cId="2092746672" sldId="269"/>
            <ac:spMk id="14" creationId="{F6A86694-8737-7D5C-B2A0-54A475FD4701}"/>
          </ac:spMkLst>
        </pc:spChg>
        <pc:spChg chg="mod">
          <ac:chgData name="Vivek Kande" userId="7649d0e3-63cc-40f6-bad1-46fd6efa90af" providerId="ADAL" clId="{FC53BD6A-157D-4D26-975A-EFAD831AFB57}" dt="2026-09-29T07:46:18.854" v="15307"/>
          <ac:spMkLst>
            <pc:docMk/>
            <pc:sldMk cId="2092746672" sldId="269"/>
            <ac:spMk id="16" creationId="{C3E97ECE-D31B-CFC6-8B94-79ADF847485F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2092746672" sldId="269"/>
            <ac:spMk id="17" creationId="{BC061A31-36D1-0AFD-A688-DEBB9FDF60EF}"/>
          </ac:spMkLst>
        </pc:spChg>
        <pc:spChg chg="add mod">
          <ac:chgData name="Vivek Kande" userId="7649d0e3-63cc-40f6-bad1-46fd6efa90af" providerId="ADAL" clId="{FC53BD6A-157D-4D26-975A-EFAD831AFB57}" dt="2026-09-29T07:50:23.574" v="15357" actId="164"/>
          <ac:spMkLst>
            <pc:docMk/>
            <pc:sldMk cId="2092746672" sldId="269"/>
            <ac:spMk id="21" creationId="{44E00A5F-FA98-C455-297B-CB870FA52AF9}"/>
          </ac:spMkLst>
        </pc:spChg>
        <pc:spChg chg="mod">
          <ac:chgData name="Vivek Kande" userId="7649d0e3-63cc-40f6-bad1-46fd6efa90af" providerId="ADAL" clId="{FC53BD6A-157D-4D26-975A-EFAD831AFB57}" dt="2026-09-29T07:49:09.683" v="15356" actId="207"/>
          <ac:spMkLst>
            <pc:docMk/>
            <pc:sldMk cId="2092746672" sldId="269"/>
            <ac:spMk id="23" creationId="{7A12B42D-72C9-47CF-20AA-3247B221C684}"/>
          </ac:spMkLst>
        </pc:spChg>
        <pc:spChg chg="mod">
          <ac:chgData name="Vivek Kande" userId="7649d0e3-63cc-40f6-bad1-46fd6efa90af" providerId="ADAL" clId="{FC53BD6A-157D-4D26-975A-EFAD831AFB57}" dt="2026-09-30T00:21:27.068" v="22992" actId="13926"/>
          <ac:spMkLst>
            <pc:docMk/>
            <pc:sldMk cId="2092746672" sldId="269"/>
            <ac:spMk id="24" creationId="{55C0DE2E-03BE-8853-E331-3A3114B02924}"/>
          </ac:spMkLst>
        </pc:spChg>
        <pc:spChg chg="add mod">
          <ac:chgData name="Vivek Kande" userId="7649d0e3-63cc-40f6-bad1-46fd6efa90af" providerId="ADAL" clId="{FC53BD6A-157D-4D26-975A-EFAD831AFB57}" dt="2026-09-29T09:49:56.787" v="18034"/>
          <ac:spMkLst>
            <pc:docMk/>
            <pc:sldMk cId="2092746672" sldId="269"/>
            <ac:spMk id="27" creationId="{44830097-B8A5-EE0A-5953-26712AE396BB}"/>
          </ac:spMkLst>
        </pc:spChg>
        <pc:grpChg chg="add mod">
          <ac:chgData name="Vivek Kande" userId="7649d0e3-63cc-40f6-bad1-46fd6efa90af" providerId="ADAL" clId="{FC53BD6A-157D-4D26-975A-EFAD831AFB57}" dt="2026-09-30T00:21:31.462" v="22995" actId="1035"/>
          <ac:grpSpMkLst>
            <pc:docMk/>
            <pc:sldMk cId="2092746672" sldId="269"/>
            <ac:grpSpMk id="4" creationId="{15899223-5FB4-DEFB-7F69-91B22C147EBF}"/>
          </ac:grpSpMkLst>
        </pc:grpChg>
        <pc:grpChg chg="add mod">
          <ac:chgData name="Vivek Kande" userId="7649d0e3-63cc-40f6-bad1-46fd6efa90af" providerId="ADAL" clId="{FC53BD6A-157D-4D26-975A-EFAD831AFB57}" dt="2026-09-29T07:48:02.147" v="15349" actId="14100"/>
          <ac:grpSpMkLst>
            <pc:docMk/>
            <pc:sldMk cId="2092746672" sldId="269"/>
            <ac:grpSpMk id="7" creationId="{4BC51442-C8FE-8F35-0CD7-E9FFF22576BB}"/>
          </ac:grpSpMkLst>
        </pc:grpChg>
        <pc:grpChg chg="add mod">
          <ac:chgData name="Vivek Kande" userId="7649d0e3-63cc-40f6-bad1-46fd6efa90af" providerId="ADAL" clId="{FC53BD6A-157D-4D26-975A-EFAD831AFB57}" dt="2026-09-29T07:48:09.618" v="15351" actId="1076"/>
          <ac:grpSpMkLst>
            <pc:docMk/>
            <pc:sldMk cId="2092746672" sldId="269"/>
            <ac:grpSpMk id="15" creationId="{9367219F-60B7-9950-2F84-4054C3864B9F}"/>
          </ac:grpSpMkLst>
        </pc:grpChg>
        <pc:grpChg chg="add mod">
          <ac:chgData name="Vivek Kande" userId="7649d0e3-63cc-40f6-bad1-46fd6efa90af" providerId="ADAL" clId="{FC53BD6A-157D-4D26-975A-EFAD831AFB57}" dt="2026-09-29T07:48:50.174" v="15355" actId="1076"/>
          <ac:grpSpMkLst>
            <pc:docMk/>
            <pc:sldMk cId="2092746672" sldId="269"/>
            <ac:grpSpMk id="22" creationId="{2E9DFF55-D215-8E33-3608-6450DDE40DB8}"/>
          </ac:grpSpMkLst>
        </pc:grpChg>
        <pc:grpChg chg="add mod">
          <ac:chgData name="Vivek Kande" userId="7649d0e3-63cc-40f6-bad1-46fd6efa90af" providerId="ADAL" clId="{FC53BD6A-157D-4D26-975A-EFAD831AFB57}" dt="2026-09-29T07:50:23.574" v="15357" actId="164"/>
          <ac:grpSpMkLst>
            <pc:docMk/>
            <pc:sldMk cId="2092746672" sldId="269"/>
            <ac:grpSpMk id="25" creationId="{781012E4-466C-9D7D-81E7-5680A2D5F140}"/>
          </ac:grpSpMkLst>
        </pc:grpChg>
        <pc:picChg chg="mod">
          <ac:chgData name="Vivek Kande" userId="7649d0e3-63cc-40f6-bad1-46fd6efa90af" providerId="ADAL" clId="{FC53BD6A-157D-4D26-975A-EFAD831AFB57}" dt="2026-09-29T07:50:23.574" v="15357" actId="164"/>
          <ac:picMkLst>
            <pc:docMk/>
            <pc:sldMk cId="2092746672" sldId="269"/>
            <ac:picMk id="8" creationId="{1805D274-1E64-3911-8ED6-00CC28A3CA58}"/>
          </ac:picMkLst>
        </pc:picChg>
        <pc:picChg chg="mod">
          <ac:chgData name="Vivek Kande" userId="7649d0e3-63cc-40f6-bad1-46fd6efa90af" providerId="ADAL" clId="{FC53BD6A-157D-4D26-975A-EFAD831AFB57}" dt="2026-09-29T07:50:23.574" v="15357" actId="164"/>
          <ac:picMkLst>
            <pc:docMk/>
            <pc:sldMk cId="2092746672" sldId="269"/>
            <ac:picMk id="9" creationId="{5B72E836-C900-54D5-3547-999B5342789E}"/>
          </ac:picMkLst>
        </pc:picChg>
        <pc:cxnChg chg="add mod">
          <ac:chgData name="Vivek Kande" userId="7649d0e3-63cc-40f6-bad1-46fd6efa90af" providerId="ADAL" clId="{FC53BD6A-157D-4D26-975A-EFAD831AFB57}" dt="2026-09-29T07:50:23.574" v="15357" actId="164"/>
          <ac:cxnSpMkLst>
            <pc:docMk/>
            <pc:sldMk cId="2092746672" sldId="269"/>
            <ac:cxnSpMk id="20" creationId="{F0ADC9B6-2FD9-C607-DDA1-E410857BCC4F}"/>
          </ac:cxnSpMkLst>
        </pc:cxnChg>
      </pc:sldChg>
      <pc:sldChg chg="addSp delSp modSp mod modAnim modNotesTx">
        <pc:chgData name="Vivek Kande" userId="7649d0e3-63cc-40f6-bad1-46fd6efa90af" providerId="ADAL" clId="{FC53BD6A-157D-4D26-975A-EFAD831AFB57}" dt="2026-09-30T00:15:04.612" v="22527" actId="20577"/>
        <pc:sldMkLst>
          <pc:docMk/>
          <pc:sldMk cId="3985019758" sldId="270"/>
        </pc:sldMkLst>
        <pc:spChg chg="mod">
          <ac:chgData name="Vivek Kande" userId="7649d0e3-63cc-40f6-bad1-46fd6efa90af" providerId="ADAL" clId="{FC53BD6A-157D-4D26-975A-EFAD831AFB57}" dt="2026-09-28T08:05:31.927" v="8352" actId="1076"/>
          <ac:spMkLst>
            <pc:docMk/>
            <pc:sldMk cId="3985019758" sldId="270"/>
            <ac:spMk id="2" creationId="{0EBC2792-7FE8-00A4-3C1A-3A9A8E956BBC}"/>
          </ac:spMkLst>
        </pc:spChg>
        <pc:spChg chg="mod">
          <ac:chgData name="Vivek Kande" userId="7649d0e3-63cc-40f6-bad1-46fd6efa90af" providerId="ADAL" clId="{FC53BD6A-157D-4D26-975A-EFAD831AFB57}" dt="2026-09-28T08:06:36.411" v="8371" actId="20577"/>
          <ac:spMkLst>
            <pc:docMk/>
            <pc:sldMk cId="3985019758" sldId="270"/>
            <ac:spMk id="3" creationId="{BEB6755C-6CDD-1768-26FA-DA676BF55F02}"/>
          </ac:spMkLst>
        </pc:spChg>
        <pc:spChg chg="mod">
          <ac:chgData name="Vivek Kande" userId="7649d0e3-63cc-40f6-bad1-46fd6efa90af" providerId="ADAL" clId="{FC53BD6A-157D-4D26-975A-EFAD831AFB57}" dt="2026-09-29T07:40:30.442" v="15242"/>
          <ac:spMkLst>
            <pc:docMk/>
            <pc:sldMk cId="3985019758" sldId="270"/>
            <ac:spMk id="7" creationId="{CAA45115-D022-27CF-BB9A-18E933C2FFEC}"/>
          </ac:spMkLst>
        </pc:spChg>
        <pc:spChg chg="mod">
          <ac:chgData name="Vivek Kande" userId="7649d0e3-63cc-40f6-bad1-46fd6efa90af" providerId="ADAL" clId="{FC53BD6A-157D-4D26-975A-EFAD831AFB57}" dt="2026-09-29T07:40:30.442" v="15242"/>
          <ac:spMkLst>
            <pc:docMk/>
            <pc:sldMk cId="3985019758" sldId="270"/>
            <ac:spMk id="8" creationId="{F345CA71-4174-41EC-3401-CEB6878DC62E}"/>
          </ac:spMkLst>
        </pc:spChg>
        <pc:spChg chg="add mod">
          <ac:chgData name="Vivek Kande" userId="7649d0e3-63cc-40f6-bad1-46fd6efa90af" providerId="ADAL" clId="{FC53BD6A-157D-4D26-975A-EFAD831AFB57}" dt="2026-09-30T00:11:39.939" v="22069" actId="1076"/>
          <ac:spMkLst>
            <pc:docMk/>
            <pc:sldMk cId="3985019758" sldId="270"/>
            <ac:spMk id="9" creationId="{DFDCE4E1-03FB-412C-6B7B-4C73D1C30ED1}"/>
          </ac:spMkLst>
        </pc:spChg>
        <pc:spChg chg="add mod">
          <ac:chgData name="Vivek Kande" userId="7649d0e3-63cc-40f6-bad1-46fd6efa90af" providerId="ADAL" clId="{FC53BD6A-157D-4D26-975A-EFAD831AFB57}" dt="2026-09-30T00:11:45.301" v="22073" actId="1076"/>
          <ac:spMkLst>
            <pc:docMk/>
            <pc:sldMk cId="3985019758" sldId="270"/>
            <ac:spMk id="11" creationId="{08F6CE62-498A-630E-55B8-D6FCFA22E46A}"/>
          </ac:spMkLst>
        </pc:spChg>
        <pc:spChg chg="add mod">
          <ac:chgData name="Vivek Kande" userId="7649d0e3-63cc-40f6-bad1-46fd6efa90af" providerId="ADAL" clId="{FC53BD6A-157D-4D26-975A-EFAD831AFB57}" dt="2026-09-30T00:11:43.660" v="22072" actId="1076"/>
          <ac:spMkLst>
            <pc:docMk/>
            <pc:sldMk cId="3985019758" sldId="270"/>
            <ac:spMk id="12" creationId="{16937023-9027-53D5-8A9C-3418037FDC0A}"/>
          </ac:spMkLst>
        </pc:spChg>
        <pc:spChg chg="add mod">
          <ac:chgData name="Vivek Kande" userId="7649d0e3-63cc-40f6-bad1-46fd6efa90af" providerId="ADAL" clId="{FC53BD6A-157D-4D26-975A-EFAD831AFB57}" dt="2026-09-28T07:55:09.346" v="8236" actId="20577"/>
          <ac:spMkLst>
            <pc:docMk/>
            <pc:sldMk cId="3985019758" sldId="270"/>
            <ac:spMk id="64" creationId="{65ADC48C-A2D1-657C-A733-C0DD5BC20CAA}"/>
          </ac:spMkLst>
        </pc:spChg>
        <pc:spChg chg="add mod">
          <ac:chgData name="Vivek Kande" userId="7649d0e3-63cc-40f6-bad1-46fd6efa90af" providerId="ADAL" clId="{FC53BD6A-157D-4D26-975A-EFAD831AFB57}" dt="2026-09-28T07:55:13.232" v="8238" actId="20577"/>
          <ac:spMkLst>
            <pc:docMk/>
            <pc:sldMk cId="3985019758" sldId="270"/>
            <ac:spMk id="65" creationId="{E834FF60-C675-6ACF-3006-F17FB91D500D}"/>
          </ac:spMkLst>
        </pc:spChg>
        <pc:spChg chg="add mod">
          <ac:chgData name="Vivek Kande" userId="7649d0e3-63cc-40f6-bad1-46fd6efa90af" providerId="ADAL" clId="{FC53BD6A-157D-4D26-975A-EFAD831AFB57}" dt="2026-09-28T07:55:33.472" v="8243" actId="1076"/>
          <ac:spMkLst>
            <pc:docMk/>
            <pc:sldMk cId="3985019758" sldId="270"/>
            <ac:spMk id="66" creationId="{448245DE-799C-25E2-E7DC-00CA6887CBEF}"/>
          </ac:spMkLst>
        </pc:spChg>
        <pc:spChg chg="add mod">
          <ac:chgData name="Vivek Kande" userId="7649d0e3-63cc-40f6-bad1-46fd6efa90af" providerId="ADAL" clId="{FC53BD6A-157D-4D26-975A-EFAD831AFB57}" dt="2026-09-28T07:55:27.722" v="8242" actId="20577"/>
          <ac:spMkLst>
            <pc:docMk/>
            <pc:sldMk cId="3985019758" sldId="270"/>
            <ac:spMk id="67" creationId="{CA46B32F-FBD2-5E50-1C48-4595FCECD773}"/>
          </ac:spMkLst>
        </pc:spChg>
        <pc:spChg chg="add">
          <ac:chgData name="Vivek Kande" userId="7649d0e3-63cc-40f6-bad1-46fd6efa90af" providerId="ADAL" clId="{FC53BD6A-157D-4D26-975A-EFAD831AFB57}" dt="2026-09-28T08:02:58.161" v="8322" actId="22"/>
          <ac:spMkLst>
            <pc:docMk/>
            <pc:sldMk cId="3985019758" sldId="270"/>
            <ac:spMk id="69" creationId="{576BB9FF-A5E5-34D4-FD56-0FEBD73E84F1}"/>
          </ac:spMkLst>
        </pc:spChg>
        <pc:spChg chg="mod topLvl">
          <ac:chgData name="Vivek Kande" userId="7649d0e3-63cc-40f6-bad1-46fd6efa90af" providerId="ADAL" clId="{FC53BD6A-157D-4D26-975A-EFAD831AFB57}" dt="2026-09-28T08:05:24.494" v="8351" actId="1036"/>
          <ac:spMkLst>
            <pc:docMk/>
            <pc:sldMk cId="3985019758" sldId="270"/>
            <ac:spMk id="77" creationId="{82319B22-A473-6EAF-A920-ECB0870FED28}"/>
          </ac:spMkLst>
        </pc:spChg>
        <pc:spChg chg="mod topLvl">
          <ac:chgData name="Vivek Kande" userId="7649d0e3-63cc-40f6-bad1-46fd6efa90af" providerId="ADAL" clId="{FC53BD6A-157D-4D26-975A-EFAD831AFB57}" dt="2026-09-28T08:05:24.494" v="8351" actId="1036"/>
          <ac:spMkLst>
            <pc:docMk/>
            <pc:sldMk cId="3985019758" sldId="270"/>
            <ac:spMk id="78" creationId="{4EBDC09C-E811-C63B-66FB-DCE3678F417D}"/>
          </ac:spMkLst>
        </pc:spChg>
        <pc:spChg chg="mod topLvl">
          <ac:chgData name="Vivek Kande" userId="7649d0e3-63cc-40f6-bad1-46fd6efa90af" providerId="ADAL" clId="{FC53BD6A-157D-4D26-975A-EFAD831AFB57}" dt="2026-09-28T08:05:24.494" v="8351" actId="1036"/>
          <ac:spMkLst>
            <pc:docMk/>
            <pc:sldMk cId="3985019758" sldId="270"/>
            <ac:spMk id="79" creationId="{FF1EA1F0-0A6E-8654-47B5-A045B0E0E0E0}"/>
          </ac:spMkLst>
        </pc:spChg>
        <pc:grpChg chg="add mod">
          <ac:chgData name="Vivek Kande" userId="7649d0e3-63cc-40f6-bad1-46fd6efa90af" providerId="ADAL" clId="{FC53BD6A-157D-4D26-975A-EFAD831AFB57}" dt="2026-09-29T07:40:33.230" v="15243" actId="1076"/>
          <ac:grpSpMkLst>
            <pc:docMk/>
            <pc:sldMk cId="3985019758" sldId="270"/>
            <ac:grpSpMk id="4" creationId="{11414DB1-7BF6-506B-F11C-AE571CDC0512}"/>
          </ac:grpSpMkLst>
        </pc:grpChg>
        <pc:picChg chg="add mod">
          <ac:chgData name="Vivek Kande" userId="7649d0e3-63cc-40f6-bad1-46fd6efa90af" providerId="ADAL" clId="{FC53BD6A-157D-4D26-975A-EFAD831AFB57}" dt="2026-09-28T07:53:59.449" v="8213" actId="1076"/>
          <ac:picMkLst>
            <pc:docMk/>
            <pc:sldMk cId="3985019758" sldId="270"/>
            <ac:picMk id="51" creationId="{1667FEA5-01D3-1EE2-9157-F73D33340C2C}"/>
          </ac:picMkLst>
        </pc:picChg>
        <pc:picChg chg="mod topLvl">
          <ac:chgData name="Vivek Kande" userId="7649d0e3-63cc-40f6-bad1-46fd6efa90af" providerId="ADAL" clId="{FC53BD6A-157D-4D26-975A-EFAD831AFB57}" dt="2026-09-28T08:05:18.915" v="8344" actId="165"/>
          <ac:picMkLst>
            <pc:docMk/>
            <pc:sldMk cId="3985019758" sldId="270"/>
            <ac:picMk id="71" creationId="{D05E3966-D501-EDF8-F018-1C0B2C7BDA42}"/>
          </ac:picMkLst>
        </pc:picChg>
        <pc:cxnChg chg="mod">
          <ac:chgData name="Vivek Kande" userId="7649d0e3-63cc-40f6-bad1-46fd6efa90af" providerId="ADAL" clId="{FC53BD6A-157D-4D26-975A-EFAD831AFB57}" dt="2026-09-29T07:40:30.442" v="15242"/>
          <ac:cxnSpMkLst>
            <pc:docMk/>
            <pc:sldMk cId="3985019758" sldId="270"/>
            <ac:cxnSpMk id="5" creationId="{ADE16F0F-CFC3-FC9C-B695-D30D6AEA146D}"/>
          </ac:cxnSpMkLst>
        </pc:cxnChg>
        <pc:cxnChg chg="mod">
          <ac:chgData name="Vivek Kande" userId="7649d0e3-63cc-40f6-bad1-46fd6efa90af" providerId="ADAL" clId="{FC53BD6A-157D-4D26-975A-EFAD831AFB57}" dt="2026-09-29T07:40:30.442" v="15242"/>
          <ac:cxnSpMkLst>
            <pc:docMk/>
            <pc:sldMk cId="3985019758" sldId="270"/>
            <ac:cxnSpMk id="6" creationId="{AFD6D2DC-CAB1-98D1-B67F-0B5B9D442922}"/>
          </ac:cxnSpMkLst>
        </pc:cxnChg>
        <pc:cxnChg chg="mod topLvl">
          <ac:chgData name="Vivek Kande" userId="7649d0e3-63cc-40f6-bad1-46fd6efa90af" providerId="ADAL" clId="{FC53BD6A-157D-4D26-975A-EFAD831AFB57}" dt="2026-09-28T08:05:24.494" v="8351" actId="1036"/>
          <ac:cxnSpMkLst>
            <pc:docMk/>
            <pc:sldMk cId="3985019758" sldId="270"/>
            <ac:cxnSpMk id="93" creationId="{6B4044A7-DDE9-502D-9FFD-80302FEB9834}"/>
          </ac:cxnSpMkLst>
        </pc:cxnChg>
      </pc:sldChg>
      <pc:sldChg chg="modSp add del mod">
        <pc:chgData name="Vivek Kande" userId="7649d0e3-63cc-40f6-bad1-46fd6efa90af" providerId="ADAL" clId="{FC53BD6A-157D-4D26-975A-EFAD831AFB57}" dt="2026-10-17T13:24:54.294" v="24767" actId="47"/>
        <pc:sldMkLst>
          <pc:docMk/>
          <pc:sldMk cId="1565217816" sldId="271"/>
        </pc:sldMkLst>
        <pc:picChg chg="mod">
          <ac:chgData name="Vivek Kande" userId="7649d0e3-63cc-40f6-bad1-46fd6efa90af" providerId="ADAL" clId="{FC53BD6A-157D-4D26-975A-EFAD831AFB57}" dt="2026-09-28T13:56:53.334" v="10038" actId="1076"/>
          <ac:picMkLst>
            <pc:docMk/>
            <pc:sldMk cId="1565217816" sldId="271"/>
            <ac:picMk id="17" creationId="{2FD839AE-2836-3BCC-0C79-4E62FA14DFB2}"/>
          </ac:picMkLst>
        </pc:picChg>
      </pc:sldChg>
      <pc:sldChg chg="addSp delSp modSp add del mod ord modShow modNotesTx">
        <pc:chgData name="Vivek Kande" userId="7649d0e3-63cc-40f6-bad1-46fd6efa90af" providerId="ADAL" clId="{FC53BD6A-157D-4D26-975A-EFAD831AFB57}" dt="2026-10-17T13:24:23.863" v="24763"/>
        <pc:sldMkLst>
          <pc:docMk/>
          <pc:sldMk cId="53397017" sldId="273"/>
        </pc:sldMkLst>
        <pc:spChg chg="mod">
          <ac:chgData name="Vivek Kande" userId="7649d0e3-63cc-40f6-bad1-46fd6efa90af" providerId="ADAL" clId="{FC53BD6A-157D-4D26-975A-EFAD831AFB57}" dt="2026-09-29T08:11:16.347" v="15393" actId="14100"/>
          <ac:spMkLst>
            <pc:docMk/>
            <pc:sldMk cId="53397017" sldId="273"/>
            <ac:spMk id="3" creationId="{38F5A204-04FF-575D-5C1F-C37624C5692D}"/>
          </ac:spMkLst>
        </pc:spChg>
        <pc:spChg chg="mod">
          <ac:chgData name="Vivek Kande" userId="7649d0e3-63cc-40f6-bad1-46fd6efa90af" providerId="ADAL" clId="{FC53BD6A-157D-4D26-975A-EFAD831AFB57}" dt="2026-09-29T08:20:32.995" v="15612" actId="1076"/>
          <ac:spMkLst>
            <pc:docMk/>
            <pc:sldMk cId="53397017" sldId="273"/>
            <ac:spMk id="12" creationId="{ED878444-C61E-1750-14EE-161A6FA6C31B}"/>
          </ac:spMkLst>
        </pc:spChg>
        <pc:spChg chg="mod">
          <ac:chgData name="Vivek Kande" userId="7649d0e3-63cc-40f6-bad1-46fd6efa90af" providerId="ADAL" clId="{FC53BD6A-157D-4D26-975A-EFAD831AFB57}" dt="2026-09-29T08:23:32.155" v="15620" actId="1076"/>
          <ac:spMkLst>
            <pc:docMk/>
            <pc:sldMk cId="53397017" sldId="273"/>
            <ac:spMk id="17" creationId="{10EAE500-A7A3-A8B0-FA24-0B27B7112C1E}"/>
          </ac:spMkLst>
        </pc:spChg>
        <pc:spChg chg="mod">
          <ac:chgData name="Vivek Kande" userId="7649d0e3-63cc-40f6-bad1-46fd6efa90af" providerId="ADAL" clId="{FC53BD6A-157D-4D26-975A-EFAD831AFB57}" dt="2026-09-29T08:20:32.995" v="15612" actId="1076"/>
          <ac:spMkLst>
            <pc:docMk/>
            <pc:sldMk cId="53397017" sldId="273"/>
            <ac:spMk id="21" creationId="{2CFCBA56-0855-4D3C-98FE-2D8F8C9AB822}"/>
          </ac:spMkLst>
        </pc:spChg>
        <pc:spChg chg="mod">
          <ac:chgData name="Vivek Kande" userId="7649d0e3-63cc-40f6-bad1-46fd6efa90af" providerId="ADAL" clId="{FC53BD6A-157D-4D26-975A-EFAD831AFB57}" dt="2026-09-29T08:23:41.844" v="15623" actId="1076"/>
          <ac:spMkLst>
            <pc:docMk/>
            <pc:sldMk cId="53397017" sldId="273"/>
            <ac:spMk id="22" creationId="{7BA5E6B8-9BEB-B504-36DF-B71FF0C5EB16}"/>
          </ac:spMkLst>
        </pc:spChg>
        <pc:spChg chg="mod">
          <ac:chgData name="Vivek Kande" userId="7649d0e3-63cc-40f6-bad1-46fd6efa90af" providerId="ADAL" clId="{FC53BD6A-157D-4D26-975A-EFAD831AFB57}" dt="2026-09-29T08:20:32.995" v="15612" actId="1076"/>
          <ac:spMkLst>
            <pc:docMk/>
            <pc:sldMk cId="53397017" sldId="273"/>
            <ac:spMk id="80" creationId="{7260A0F1-EEEF-40B9-1BAB-96F2BE2AB216}"/>
          </ac:spMkLst>
        </pc:spChg>
        <pc:picChg chg="mod">
          <ac:chgData name="Vivek Kande" userId="7649d0e3-63cc-40f6-bad1-46fd6efa90af" providerId="ADAL" clId="{FC53BD6A-157D-4D26-975A-EFAD831AFB57}" dt="2026-09-29T08:22:57.212" v="15617" actId="14826"/>
          <ac:picMkLst>
            <pc:docMk/>
            <pc:sldMk cId="53397017" sldId="273"/>
            <ac:picMk id="79" creationId="{BB54F825-D41A-137B-82CF-B18833DD292A}"/>
          </ac:picMkLst>
        </pc:picChg>
        <pc:picChg chg="mod">
          <ac:chgData name="Vivek Kande" userId="7649d0e3-63cc-40f6-bad1-46fd6efa90af" providerId="ADAL" clId="{FC53BD6A-157D-4D26-975A-EFAD831AFB57}" dt="2026-09-29T08:22:28.744" v="15616" actId="14826"/>
          <ac:picMkLst>
            <pc:docMk/>
            <pc:sldMk cId="53397017" sldId="273"/>
            <ac:picMk id="81" creationId="{A020D738-8E29-3704-861D-F259B8C0617A}"/>
          </ac:picMkLst>
        </pc:picChg>
        <pc:picChg chg="mod">
          <ac:chgData name="Vivek Kande" userId="7649d0e3-63cc-40f6-bad1-46fd6efa90af" providerId="ADAL" clId="{FC53BD6A-157D-4D26-975A-EFAD831AFB57}" dt="2026-09-29T08:23:26.787" v="15619" actId="1076"/>
          <ac:picMkLst>
            <pc:docMk/>
            <pc:sldMk cId="53397017" sldId="273"/>
            <ac:picMk id="82" creationId="{3501EAAB-5DBC-5F50-1D2D-18A3D14C8AA1}"/>
          </ac:picMkLst>
        </pc:picChg>
        <pc:cxnChg chg="mod">
          <ac:chgData name="Vivek Kande" userId="7649d0e3-63cc-40f6-bad1-46fd6efa90af" providerId="ADAL" clId="{FC53BD6A-157D-4D26-975A-EFAD831AFB57}" dt="2026-09-29T08:20:32.995" v="15612" actId="1076"/>
          <ac:cxnSpMkLst>
            <pc:docMk/>
            <pc:sldMk cId="53397017" sldId="273"/>
            <ac:cxnSpMk id="14" creationId="{B8526F60-17E6-E8DF-2717-296364D6CA94}"/>
          </ac:cxnSpMkLst>
        </pc:cxnChg>
        <pc:cxnChg chg="mod">
          <ac:chgData name="Vivek Kande" userId="7649d0e3-63cc-40f6-bad1-46fd6efa90af" providerId="ADAL" clId="{FC53BD6A-157D-4D26-975A-EFAD831AFB57}" dt="2026-09-29T08:23:32.155" v="15620" actId="1076"/>
          <ac:cxnSpMkLst>
            <pc:docMk/>
            <pc:sldMk cId="53397017" sldId="273"/>
            <ac:cxnSpMk id="18" creationId="{F4BB4DD9-F85F-A48C-1A11-B2DBD14A755F}"/>
          </ac:cxnSpMkLst>
        </pc:cxnChg>
      </pc:sldChg>
      <pc:sldChg chg="addSp delSp modSp mod ord modAnim">
        <pc:chgData name="Vivek Kande" userId="7649d0e3-63cc-40f6-bad1-46fd6efa90af" providerId="ADAL" clId="{FC53BD6A-157D-4D26-975A-EFAD831AFB57}" dt="2026-09-30T08:07:28.852" v="24305" actId="14100"/>
        <pc:sldMkLst>
          <pc:docMk/>
          <pc:sldMk cId="2003799021" sldId="274"/>
        </pc:sldMkLst>
        <pc:spChg chg="mod">
          <ac:chgData name="Vivek Kande" userId="7649d0e3-63cc-40f6-bad1-46fd6efa90af" providerId="ADAL" clId="{FC53BD6A-157D-4D26-975A-EFAD831AFB57}" dt="2026-09-29T07:56:12.050" v="15380" actId="1076"/>
          <ac:spMkLst>
            <pc:docMk/>
            <pc:sldMk cId="2003799021" sldId="274"/>
            <ac:spMk id="3" creationId="{6F85008E-40C3-484A-84ED-05E11E3B3868}"/>
          </ac:spMkLst>
        </pc:spChg>
        <pc:spChg chg="mod">
          <ac:chgData name="Vivek Kande" userId="7649d0e3-63cc-40f6-bad1-46fd6efa90af" providerId="ADAL" clId="{FC53BD6A-157D-4D26-975A-EFAD831AFB57}" dt="2026-09-30T00:37:13.054" v="23357" actId="20577"/>
          <ac:spMkLst>
            <pc:docMk/>
            <pc:sldMk cId="2003799021" sldId="274"/>
            <ac:spMk id="7" creationId="{435C7D17-86B9-F64D-0736-B984F8D3F4C6}"/>
          </ac:spMkLst>
        </pc:spChg>
        <pc:spChg chg="add mod">
          <ac:chgData name="Vivek Kande" userId="7649d0e3-63cc-40f6-bad1-46fd6efa90af" providerId="ADAL" clId="{FC53BD6A-157D-4D26-975A-EFAD831AFB57}" dt="2026-09-29T09:50:03.968" v="18036"/>
          <ac:spMkLst>
            <pc:docMk/>
            <pc:sldMk cId="2003799021" sldId="274"/>
            <ac:spMk id="10" creationId="{5489BB82-176A-2FB0-0409-5D341B7F3F57}"/>
          </ac:spMkLst>
        </pc:spChg>
        <pc:spChg chg="mod">
          <ac:chgData name="Vivek Kande" userId="7649d0e3-63cc-40f6-bad1-46fd6efa90af" providerId="ADAL" clId="{FC53BD6A-157D-4D26-975A-EFAD831AFB57}" dt="2026-09-30T00:34:31.444" v="23330" actId="1076"/>
          <ac:spMkLst>
            <pc:docMk/>
            <pc:sldMk cId="2003799021" sldId="274"/>
            <ac:spMk id="15" creationId="{41C5253B-9672-9B89-6952-D86867E5C017}"/>
          </ac:spMkLst>
        </pc:spChg>
        <pc:spChg chg="mod">
          <ac:chgData name="Vivek Kande" userId="7649d0e3-63cc-40f6-bad1-46fd6efa90af" providerId="ADAL" clId="{FC53BD6A-157D-4D26-975A-EFAD831AFB57}" dt="2026-09-30T00:34:37.922" v="23331"/>
          <ac:spMkLst>
            <pc:docMk/>
            <pc:sldMk cId="2003799021" sldId="274"/>
            <ac:spMk id="16" creationId="{DB5CCC14-A2F3-FAF2-F89C-90B13CF5CB8D}"/>
          </ac:spMkLst>
        </pc:spChg>
        <pc:spChg chg="add mod">
          <ac:chgData name="Vivek Kande" userId="7649d0e3-63cc-40f6-bad1-46fd6efa90af" providerId="ADAL" clId="{FC53BD6A-157D-4D26-975A-EFAD831AFB57}" dt="2026-09-30T08:07:26.613" v="24304" actId="1076"/>
          <ac:spMkLst>
            <pc:docMk/>
            <pc:sldMk cId="2003799021" sldId="274"/>
            <ac:spMk id="21" creationId="{69259F62-7DF6-F996-AF85-DF4D1BA9BC92}"/>
          </ac:spMkLst>
        </pc:spChg>
        <pc:spChg chg="add mod">
          <ac:chgData name="Vivek Kande" userId="7649d0e3-63cc-40f6-bad1-46fd6efa90af" providerId="ADAL" clId="{FC53BD6A-157D-4D26-975A-EFAD831AFB57}" dt="2026-09-30T00:35:28.405" v="23338" actId="1076"/>
          <ac:spMkLst>
            <pc:docMk/>
            <pc:sldMk cId="2003799021" sldId="274"/>
            <ac:spMk id="23" creationId="{8F2C949A-55BE-DF03-F0E9-0360CD862E49}"/>
          </ac:spMkLst>
        </pc:spChg>
        <pc:picChg chg="mod">
          <ac:chgData name="Vivek Kande" userId="7649d0e3-63cc-40f6-bad1-46fd6efa90af" providerId="ADAL" clId="{FC53BD6A-157D-4D26-975A-EFAD831AFB57}" dt="2026-09-30T08:07:02.514" v="24302" actId="14826"/>
          <ac:picMkLst>
            <pc:docMk/>
            <pc:sldMk cId="2003799021" sldId="274"/>
            <ac:picMk id="4" creationId="{343EF1B0-D5B1-6845-C8ED-12D6E042ECC5}"/>
          </ac:picMkLst>
        </pc:picChg>
        <pc:picChg chg="mod">
          <ac:chgData name="Vivek Kande" userId="7649d0e3-63cc-40f6-bad1-46fd6efa90af" providerId="ADAL" clId="{FC53BD6A-157D-4D26-975A-EFAD831AFB57}" dt="2026-09-30T08:06:47.610" v="24301" actId="14826"/>
          <ac:picMkLst>
            <pc:docMk/>
            <pc:sldMk cId="2003799021" sldId="274"/>
            <ac:picMk id="5" creationId="{4DD202FA-B551-5EA6-4E69-FA43B88EEF23}"/>
          </ac:picMkLst>
        </pc:picChg>
        <pc:picChg chg="add mod">
          <ac:chgData name="Vivek Kande" userId="7649d0e3-63cc-40f6-bad1-46fd6efa90af" providerId="ADAL" clId="{FC53BD6A-157D-4D26-975A-EFAD831AFB57}" dt="2026-09-30T08:07:15.984" v="24303" actId="14826"/>
          <ac:picMkLst>
            <pc:docMk/>
            <pc:sldMk cId="2003799021" sldId="274"/>
            <ac:picMk id="19" creationId="{253EF93C-9D9E-D25F-06E7-A5F871B0D5CA}"/>
          </ac:picMkLst>
        </pc:picChg>
        <pc:cxnChg chg="add mod">
          <ac:chgData name="Vivek Kande" userId="7649d0e3-63cc-40f6-bad1-46fd6efa90af" providerId="ADAL" clId="{FC53BD6A-157D-4D26-975A-EFAD831AFB57}" dt="2026-09-30T08:07:28.852" v="24305" actId="14100"/>
          <ac:cxnSpMkLst>
            <pc:docMk/>
            <pc:sldMk cId="2003799021" sldId="274"/>
            <ac:cxnSpMk id="24" creationId="{428EBF8A-6A9C-1A05-7F39-6E103E66B3C3}"/>
          </ac:cxnSpMkLst>
        </pc:cxnChg>
      </pc:sldChg>
      <pc:sldChg chg="add del">
        <pc:chgData name="Vivek Kande" userId="7649d0e3-63cc-40f6-bad1-46fd6efa90af" providerId="ADAL" clId="{FC53BD6A-157D-4D26-975A-EFAD831AFB57}" dt="2026-10-17T13:25:45.779" v="24778" actId="47"/>
        <pc:sldMkLst>
          <pc:docMk/>
          <pc:sldMk cId="2792679209" sldId="280"/>
        </pc:sldMkLst>
      </pc:sldChg>
      <pc:sldChg chg="modSp add del mod">
        <pc:chgData name="Vivek Kande" userId="7649d0e3-63cc-40f6-bad1-46fd6efa90af" providerId="ADAL" clId="{FC53BD6A-157D-4D26-975A-EFAD831AFB57}" dt="2026-10-17T13:24:55.103" v="24768" actId="47"/>
        <pc:sldMkLst>
          <pc:docMk/>
          <pc:sldMk cId="1550540373" sldId="281"/>
        </pc:sldMkLst>
        <pc:picChg chg="mod">
          <ac:chgData name="Vivek Kande" userId="7649d0e3-63cc-40f6-bad1-46fd6efa90af" providerId="ADAL" clId="{FC53BD6A-157D-4D26-975A-EFAD831AFB57}" dt="2026-09-28T13:57:00.617" v="10039" actId="207"/>
          <ac:picMkLst>
            <pc:docMk/>
            <pc:sldMk cId="1550540373" sldId="281"/>
            <ac:picMk id="5" creationId="{33A9BDD3-40AE-13D0-BA99-DF6FAB363ADB}"/>
          </ac:picMkLst>
        </pc:picChg>
        <pc:picChg chg="mod">
          <ac:chgData name="Vivek Kande" userId="7649d0e3-63cc-40f6-bad1-46fd6efa90af" providerId="ADAL" clId="{FC53BD6A-157D-4D26-975A-EFAD831AFB57}" dt="2026-09-28T13:56:48.526" v="10036" actId="1076"/>
          <ac:picMkLst>
            <pc:docMk/>
            <pc:sldMk cId="1550540373" sldId="281"/>
            <ac:picMk id="17" creationId="{35C227F4-956C-2BE4-7D0F-076073B2ECA3}"/>
          </ac:picMkLst>
        </pc:picChg>
      </pc:sldChg>
      <pc:sldChg chg="addSp delSp modSp add mod addAnim delAnim modAnim modNotesTx">
        <pc:chgData name="Vivek Kande" userId="7649d0e3-63cc-40f6-bad1-46fd6efa90af" providerId="ADAL" clId="{FC53BD6A-157D-4D26-975A-EFAD831AFB57}" dt="2026-09-29T23:47:05.632" v="21644" actId="20577"/>
        <pc:sldMkLst>
          <pc:docMk/>
          <pc:sldMk cId="2705478773" sldId="282"/>
        </pc:sldMkLst>
        <pc:spChg chg="mod">
          <ac:chgData name="Vivek Kande" userId="7649d0e3-63cc-40f6-bad1-46fd6efa90af" providerId="ADAL" clId="{FC53BD6A-157D-4D26-975A-EFAD831AFB57}" dt="2026-09-29T07:28:22.490" v="14998" actId="1076"/>
          <ac:spMkLst>
            <pc:docMk/>
            <pc:sldMk cId="2705478773" sldId="282"/>
            <ac:spMk id="3" creationId="{BA63DBA9-F837-1F58-0723-9012ED84BD1E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5" creationId="{51AFF0FC-2B11-1FB0-405A-CF87BD45A48F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6" creationId="{44251DE4-E75D-EDFA-084C-61AF5049C6CA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8" creationId="{825BAFBB-327C-C28D-C2A4-5DE98AE092D1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12" creationId="{8CF16456-91A7-01D0-18C8-3C39EE28EE95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18" creationId="{BBAE4F14-0E55-F1CC-6EED-A0CD9007D468}"/>
          </ac:spMkLst>
        </pc:spChg>
        <pc:spChg chg="mod">
          <ac:chgData name="Vivek Kande" userId="7649d0e3-63cc-40f6-bad1-46fd6efa90af" providerId="ADAL" clId="{FC53BD6A-157D-4D26-975A-EFAD831AFB57}" dt="2026-09-29T07:26:43.980" v="14982" actId="208"/>
          <ac:spMkLst>
            <pc:docMk/>
            <pc:sldMk cId="2705478773" sldId="282"/>
            <ac:spMk id="23" creationId="{39AADD21-751F-9CC5-B4C9-B65B5364B99E}"/>
          </ac:spMkLst>
        </pc:spChg>
        <pc:spChg chg="mod">
          <ac:chgData name="Vivek Kande" userId="7649d0e3-63cc-40f6-bad1-46fd6efa90af" providerId="ADAL" clId="{FC53BD6A-157D-4D26-975A-EFAD831AFB57}" dt="2026-09-29T07:12:51.229" v="14782" actId="20577"/>
          <ac:spMkLst>
            <pc:docMk/>
            <pc:sldMk cId="2705478773" sldId="282"/>
            <ac:spMk id="24" creationId="{C2A9B191-0D9A-B2D8-A4FB-DD01039FE305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25" creationId="{3CFCB2E7-8948-B602-3397-D01AB8AFBBFD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30" creationId="{2BB47616-F0AA-8CE1-CE3A-4DC06839C7E4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31" creationId="{42D34A69-072C-CE41-1CFC-DE869193AEFA}"/>
          </ac:spMkLst>
        </pc:spChg>
        <pc:spChg chg="mod ord">
          <ac:chgData name="Vivek Kande" userId="7649d0e3-63cc-40f6-bad1-46fd6efa90af" providerId="ADAL" clId="{FC53BD6A-157D-4D26-975A-EFAD831AFB57}" dt="2026-09-29T23:41:52.529" v="21330" actId="167"/>
          <ac:spMkLst>
            <pc:docMk/>
            <pc:sldMk cId="2705478773" sldId="282"/>
            <ac:spMk id="44" creationId="{15FE473D-A5DB-E5BF-ED28-1CB3A81FFA95}"/>
          </ac:spMkLst>
        </pc:spChg>
        <pc:spChg chg="mod">
          <ac:chgData name="Vivek Kande" userId="7649d0e3-63cc-40f6-bad1-46fd6efa90af" providerId="ADAL" clId="{FC53BD6A-157D-4D26-975A-EFAD831AFB57}" dt="2026-09-29T23:41:10.282" v="21322" actId="20577"/>
          <ac:spMkLst>
            <pc:docMk/>
            <pc:sldMk cId="2705478773" sldId="282"/>
            <ac:spMk id="45" creationId="{4B52F752-C7B8-82F8-0A7E-6DD87503651A}"/>
          </ac:spMkLst>
        </pc:spChg>
        <pc:spChg chg="add mod">
          <ac:chgData name="Vivek Kande" userId="7649d0e3-63cc-40f6-bad1-46fd6efa90af" providerId="ADAL" clId="{FC53BD6A-157D-4D26-975A-EFAD831AFB57}" dt="2026-09-29T23:39:59.499" v="21308" actId="1076"/>
          <ac:spMkLst>
            <pc:docMk/>
            <pc:sldMk cId="2705478773" sldId="282"/>
            <ac:spMk id="88" creationId="{841E42B5-C8B1-5DB8-96DA-6E6F7080F0C0}"/>
          </ac:spMkLst>
        </pc:spChg>
        <pc:spChg chg="add mod">
          <ac:chgData name="Vivek Kande" userId="7649d0e3-63cc-40f6-bad1-46fd6efa90af" providerId="ADAL" clId="{FC53BD6A-157D-4D26-975A-EFAD831AFB57}" dt="2026-09-29T23:39:59.892" v="21309" actId="1076"/>
          <ac:spMkLst>
            <pc:docMk/>
            <pc:sldMk cId="2705478773" sldId="282"/>
            <ac:spMk id="90" creationId="{8112896D-9179-F228-D287-EA09D6F63426}"/>
          </ac:spMkLst>
        </pc:spChg>
        <pc:spChg chg="add mod">
          <ac:chgData name="Vivek Kande" userId="7649d0e3-63cc-40f6-bad1-46fd6efa90af" providerId="ADAL" clId="{FC53BD6A-157D-4D26-975A-EFAD831AFB57}" dt="2026-09-29T06:09:43.218" v="14594" actId="20577"/>
          <ac:spMkLst>
            <pc:docMk/>
            <pc:sldMk cId="2705478773" sldId="282"/>
            <ac:spMk id="92" creationId="{18149E0A-9753-72E4-136A-AABC4B87456B}"/>
          </ac:spMkLst>
        </pc:spChg>
        <pc:spChg chg="mod">
          <ac:chgData name="Vivek Kande" userId="7649d0e3-63cc-40f6-bad1-46fd6efa90af" providerId="ADAL" clId="{FC53BD6A-157D-4D26-975A-EFAD831AFB57}" dt="2026-09-29T23:39:12.465" v="21304" actId="207"/>
          <ac:spMkLst>
            <pc:docMk/>
            <pc:sldMk cId="2705478773" sldId="282"/>
            <ac:spMk id="94" creationId="{8E53CE48-F770-B111-1A36-0920D17ABAC7}"/>
          </ac:spMkLst>
        </pc:spChg>
        <pc:spChg chg="mod">
          <ac:chgData name="Vivek Kande" userId="7649d0e3-63cc-40f6-bad1-46fd6efa90af" providerId="ADAL" clId="{FC53BD6A-157D-4D26-975A-EFAD831AFB57}" dt="2026-09-29T23:39:12.465" v="21304" actId="207"/>
          <ac:spMkLst>
            <pc:docMk/>
            <pc:sldMk cId="2705478773" sldId="282"/>
            <ac:spMk id="95" creationId="{DAE89252-A7DC-404E-647D-1A87EAABB642}"/>
          </ac:spMkLst>
        </pc:spChg>
        <pc:spChg chg="add mod ord">
          <ac:chgData name="Vivek Kande" userId="7649d0e3-63cc-40f6-bad1-46fd6efa90af" providerId="ADAL" clId="{FC53BD6A-157D-4D26-975A-EFAD831AFB57}" dt="2026-09-29T23:39:16.004" v="21305" actId="1076"/>
          <ac:spMkLst>
            <pc:docMk/>
            <pc:sldMk cId="2705478773" sldId="282"/>
            <ac:spMk id="97" creationId="{392B8AA6-A457-B028-050E-18BA34538408}"/>
          </ac:spMkLst>
        </pc:spChg>
        <pc:spChg chg="add mod">
          <ac:chgData name="Vivek Kande" userId="7649d0e3-63cc-40f6-bad1-46fd6efa90af" providerId="ADAL" clId="{FC53BD6A-157D-4D26-975A-EFAD831AFB57}" dt="2026-09-29T07:26:51.288" v="14983" actId="2085"/>
          <ac:spMkLst>
            <pc:docMk/>
            <pc:sldMk cId="2705478773" sldId="282"/>
            <ac:spMk id="100" creationId="{B6226F52-D411-5D51-9097-AAE60AE1D833}"/>
          </ac:spMkLst>
        </pc:spChg>
        <pc:spChg chg="add mod">
          <ac:chgData name="Vivek Kande" userId="7649d0e3-63cc-40f6-bad1-46fd6efa90af" providerId="ADAL" clId="{FC53BD6A-157D-4D26-975A-EFAD831AFB57}" dt="2026-09-29T07:12:13.073" v="14769" actId="164"/>
          <ac:spMkLst>
            <pc:docMk/>
            <pc:sldMk cId="2705478773" sldId="282"/>
            <ac:spMk id="101" creationId="{2939E8D6-5953-0CC3-2AFE-7125FD6B9F65}"/>
          </ac:spMkLst>
        </pc:spChg>
        <pc:spChg chg="add mod">
          <ac:chgData name="Vivek Kande" userId="7649d0e3-63cc-40f6-bad1-46fd6efa90af" providerId="ADAL" clId="{FC53BD6A-157D-4D26-975A-EFAD831AFB57}" dt="2026-09-29T07:12:07.449" v="14767" actId="1076"/>
          <ac:spMkLst>
            <pc:docMk/>
            <pc:sldMk cId="2705478773" sldId="282"/>
            <ac:spMk id="102" creationId="{8B0713A4-3024-7591-FE37-B0B275652F52}"/>
          </ac:spMkLst>
        </pc:spChg>
        <pc:spChg chg="add mod">
          <ac:chgData name="Vivek Kande" userId="7649d0e3-63cc-40f6-bad1-46fd6efa90af" providerId="ADAL" clId="{FC53BD6A-157D-4D26-975A-EFAD831AFB57}" dt="2026-09-29T07:26:29.012" v="14979" actId="693"/>
          <ac:spMkLst>
            <pc:docMk/>
            <pc:sldMk cId="2705478773" sldId="282"/>
            <ac:spMk id="105" creationId="{CE48038E-2504-D202-0212-81FE150871D0}"/>
          </ac:spMkLst>
        </pc:spChg>
        <pc:spChg chg="add mod">
          <ac:chgData name="Vivek Kande" userId="7649d0e3-63cc-40f6-bad1-46fd6efa90af" providerId="ADAL" clId="{FC53BD6A-157D-4D26-975A-EFAD831AFB57}" dt="2026-09-29T07:28:35.601" v="15000" actId="1076"/>
          <ac:spMkLst>
            <pc:docMk/>
            <pc:sldMk cId="2705478773" sldId="282"/>
            <ac:spMk id="112" creationId="{0A31EB77-52F4-DAA0-C3D1-BCCE04A86460}"/>
          </ac:spMkLst>
        </pc:spChg>
        <pc:spChg chg="mod">
          <ac:chgData name="Vivek Kande" userId="7649d0e3-63cc-40f6-bad1-46fd6efa90af" providerId="ADAL" clId="{FC53BD6A-157D-4D26-975A-EFAD831AFB57}" dt="2026-09-29T09:48:25.671" v="18016" actId="20577"/>
          <ac:spMkLst>
            <pc:docMk/>
            <pc:sldMk cId="2705478773" sldId="282"/>
            <ac:spMk id="114" creationId="{A7CBFE49-E1A7-CB74-A1F9-30260E8EEB76}"/>
          </ac:spMkLst>
        </pc:spChg>
        <pc:spChg chg="add mod">
          <ac:chgData name="Vivek Kande" userId="7649d0e3-63cc-40f6-bad1-46fd6efa90af" providerId="ADAL" clId="{FC53BD6A-157D-4D26-975A-EFAD831AFB57}" dt="2026-09-29T09:49:44.158" v="18032"/>
          <ac:spMkLst>
            <pc:docMk/>
            <pc:sldMk cId="2705478773" sldId="282"/>
            <ac:spMk id="115" creationId="{3CA1BE8E-5A8F-53AB-4B4B-CCB6ED33BF9F}"/>
          </ac:spMkLst>
        </pc:spChg>
        <pc:spChg chg="add mod ord">
          <ac:chgData name="Vivek Kande" userId="7649d0e3-63cc-40f6-bad1-46fd6efa90af" providerId="ADAL" clId="{FC53BD6A-157D-4D26-975A-EFAD831AFB57}" dt="2026-09-29T23:42:10.980" v="21332" actId="1076"/>
          <ac:spMkLst>
            <pc:docMk/>
            <pc:sldMk cId="2705478773" sldId="282"/>
            <ac:spMk id="117" creationId="{0DCE3822-92A8-4E3D-35D8-09C65F7001B3}"/>
          </ac:spMkLst>
        </pc:spChg>
        <pc:grpChg chg="mod ord">
          <ac:chgData name="Vivek Kande" userId="7649d0e3-63cc-40f6-bad1-46fd6efa90af" providerId="ADAL" clId="{FC53BD6A-157D-4D26-975A-EFAD831AFB57}" dt="2026-09-29T23:42:02.798" v="21331" actId="167"/>
          <ac:grpSpMkLst>
            <pc:docMk/>
            <pc:sldMk cId="2705478773" sldId="282"/>
            <ac:grpSpMk id="2" creationId="{B97AFE8B-24C2-86CF-E553-F7C0AF0BF43B}"/>
          </ac:grpSpMkLst>
        </pc:grpChg>
        <pc:grpChg chg="add mod">
          <ac:chgData name="Vivek Kande" userId="7649d0e3-63cc-40f6-bad1-46fd6efa90af" providerId="ADAL" clId="{FC53BD6A-157D-4D26-975A-EFAD831AFB57}" dt="2026-09-29T06:11:21.033" v="14598" actId="1076"/>
          <ac:grpSpMkLst>
            <pc:docMk/>
            <pc:sldMk cId="2705478773" sldId="282"/>
            <ac:grpSpMk id="93" creationId="{2094DCF5-19B2-D99A-3167-8F87291DEB2D}"/>
          </ac:grpSpMkLst>
        </pc:grpChg>
        <pc:grpChg chg="add mod">
          <ac:chgData name="Vivek Kande" userId="7649d0e3-63cc-40f6-bad1-46fd6efa90af" providerId="ADAL" clId="{FC53BD6A-157D-4D26-975A-EFAD831AFB57}" dt="2026-09-29T07:27:35.257" v="14992" actId="1076"/>
          <ac:grpSpMkLst>
            <pc:docMk/>
            <pc:sldMk cId="2705478773" sldId="282"/>
            <ac:grpSpMk id="103" creationId="{C7F15804-F261-5D66-F9BA-034A76E8354C}"/>
          </ac:grpSpMkLst>
        </pc:grpChg>
        <pc:grpChg chg="add mod">
          <ac:chgData name="Vivek Kande" userId="7649d0e3-63cc-40f6-bad1-46fd6efa90af" providerId="ADAL" clId="{FC53BD6A-157D-4D26-975A-EFAD831AFB57}" dt="2026-09-29T07:12:16.912" v="14770" actId="164"/>
          <ac:grpSpMkLst>
            <pc:docMk/>
            <pc:sldMk cId="2705478773" sldId="282"/>
            <ac:grpSpMk id="104" creationId="{2A50B97A-DE25-BFFC-EE39-453511F1D4A0}"/>
          </ac:grpSpMkLst>
        </pc:grpChg>
        <pc:picChg chg="mod">
          <ac:chgData name="Vivek Kande" userId="7649d0e3-63cc-40f6-bad1-46fd6efa90af" providerId="ADAL" clId="{FC53BD6A-157D-4D26-975A-EFAD831AFB57}" dt="2026-09-29T07:27:11.057" v="14986" actId="1582"/>
          <ac:picMkLst>
            <pc:docMk/>
            <pc:sldMk cId="2705478773" sldId="282"/>
            <ac:picMk id="7" creationId="{4E1F5F45-F575-831E-0689-52BAB985AB4C}"/>
          </ac:picMkLst>
        </pc:picChg>
        <pc:picChg chg="mod">
          <ac:chgData name="Vivek Kande" userId="7649d0e3-63cc-40f6-bad1-46fd6efa90af" providerId="ADAL" clId="{FC53BD6A-157D-4D26-975A-EFAD831AFB57}" dt="2026-09-29T07:27:30.147" v="14990" actId="1582"/>
          <ac:picMkLst>
            <pc:docMk/>
            <pc:sldMk cId="2705478773" sldId="282"/>
            <ac:picMk id="10" creationId="{FDA00274-4C6B-2646-EADE-3FAEBD964DA8}"/>
          </ac:picMkLst>
        </pc:picChg>
        <pc:cxnChg chg="add mod">
          <ac:chgData name="Vivek Kande" userId="7649d0e3-63cc-40f6-bad1-46fd6efa90af" providerId="ADAL" clId="{FC53BD6A-157D-4D26-975A-EFAD831AFB57}" dt="2026-09-29T07:06:04.058" v="14623" actId="1076"/>
          <ac:cxnSpMkLst>
            <pc:docMk/>
            <pc:sldMk cId="2705478773" sldId="282"/>
            <ac:cxnSpMk id="99" creationId="{ED32B922-1041-BBEB-CF76-2D9FD9AB56B4}"/>
          </ac:cxnSpMkLst>
        </pc:cxnChg>
        <pc:cxnChg chg="add mod">
          <ac:chgData name="Vivek Kande" userId="7649d0e3-63cc-40f6-bad1-46fd6efa90af" providerId="ADAL" clId="{FC53BD6A-157D-4D26-975A-EFAD831AFB57}" dt="2026-09-29T07:26:39.032" v="14981" actId="208"/>
          <ac:cxnSpMkLst>
            <pc:docMk/>
            <pc:sldMk cId="2705478773" sldId="282"/>
            <ac:cxnSpMk id="107" creationId="{2A4F15B0-FBC8-6623-C4DB-7A5C7D204D75}"/>
          </ac:cxnSpMkLst>
        </pc:cxnChg>
        <pc:cxnChg chg="add mod">
          <ac:chgData name="Vivek Kande" userId="7649d0e3-63cc-40f6-bad1-46fd6efa90af" providerId="ADAL" clId="{FC53BD6A-157D-4D26-975A-EFAD831AFB57}" dt="2026-09-29T07:27:43.224" v="14995" actId="14100"/>
          <ac:cxnSpMkLst>
            <pc:docMk/>
            <pc:sldMk cId="2705478773" sldId="282"/>
            <ac:cxnSpMk id="108" creationId="{B87223DE-86A3-5B51-D8FD-4AC678CC309A}"/>
          </ac:cxnSpMkLst>
        </pc:cxnChg>
      </pc:sldChg>
      <pc:sldChg chg="add del">
        <pc:chgData name="Vivek Kande" userId="7649d0e3-63cc-40f6-bad1-46fd6efa90af" providerId="ADAL" clId="{FC53BD6A-157D-4D26-975A-EFAD831AFB57}" dt="2026-10-17T13:25:15.815" v="24772" actId="47"/>
        <pc:sldMkLst>
          <pc:docMk/>
          <pc:sldMk cId="3164797058" sldId="283"/>
        </pc:sldMkLst>
      </pc:sldChg>
      <pc:sldChg chg="addSp delSp modSp mod modAnim modNotesTx">
        <pc:chgData name="Vivek Kande" userId="7649d0e3-63cc-40f6-bad1-46fd6efa90af" providerId="ADAL" clId="{FC53BD6A-157D-4D26-975A-EFAD831AFB57}" dt="2026-09-30T09:47:35.961" v="24704"/>
        <pc:sldMkLst>
          <pc:docMk/>
          <pc:sldMk cId="3589252782" sldId="284"/>
        </pc:sldMkLst>
        <pc:spChg chg="mod">
          <ac:chgData name="Vivek Kande" userId="7649d0e3-63cc-40f6-bad1-46fd6efa90af" providerId="ADAL" clId="{FC53BD6A-157D-4D26-975A-EFAD831AFB57}" dt="2026-09-29T08:24:32.171" v="15627" actId="1076"/>
          <ac:spMkLst>
            <pc:docMk/>
            <pc:sldMk cId="3589252782" sldId="284"/>
            <ac:spMk id="3" creationId="{A98994CB-B089-B021-796F-1FA88D203D2C}"/>
          </ac:spMkLst>
        </pc:spChg>
        <pc:spChg chg="mod">
          <ac:chgData name="Vivek Kande" userId="7649d0e3-63cc-40f6-bad1-46fd6efa90af" providerId="ADAL" clId="{FC53BD6A-157D-4D26-975A-EFAD831AFB57}" dt="2026-09-29T08:24:48.098" v="15629"/>
          <ac:spMkLst>
            <pc:docMk/>
            <pc:sldMk cId="3589252782" sldId="284"/>
            <ac:spMk id="4" creationId="{31A07285-690A-D8AB-4883-2B0921FE78FF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3589252782" sldId="284"/>
            <ac:spMk id="7" creationId="{F81DB92A-C4B5-1989-B1E1-49204971DF9B}"/>
          </ac:spMkLst>
        </pc:spChg>
        <pc:spChg chg="mod">
          <ac:chgData name="Vivek Kande" userId="7649d0e3-63cc-40f6-bad1-46fd6efa90af" providerId="ADAL" clId="{FC53BD6A-157D-4D26-975A-EFAD831AFB57}" dt="2026-09-29T08:24:48.098" v="15629"/>
          <ac:spMkLst>
            <pc:docMk/>
            <pc:sldMk cId="3589252782" sldId="284"/>
            <ac:spMk id="9" creationId="{0E59B601-42A3-9122-F502-2F1E5A552324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3589252782" sldId="284"/>
            <ac:spMk id="10" creationId="{6EF4A0CC-8C3F-E9B5-FFD7-D9617D00C4DB}"/>
          </ac:spMkLst>
        </pc:spChg>
        <pc:spChg chg="mod">
          <ac:chgData name="Vivek Kande" userId="7649d0e3-63cc-40f6-bad1-46fd6efa90af" providerId="ADAL" clId="{FC53BD6A-157D-4D26-975A-EFAD831AFB57}" dt="2026-09-29T08:24:48.098" v="15629"/>
          <ac:spMkLst>
            <pc:docMk/>
            <pc:sldMk cId="3589252782" sldId="284"/>
            <ac:spMk id="12" creationId="{BA5D84A6-1D36-334E-6D1E-2DC98C657C8E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3589252782" sldId="284"/>
            <ac:spMk id="13" creationId="{370F6964-2E48-7234-F2A8-67BAC0FFAFA5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16" creationId="{12E86F97-0831-7320-594A-49657353CB44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18" creationId="{9B445246-0115-E211-7243-0D5B208E4517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20" creationId="{82ADD64D-8BF0-CD4F-D1B3-B4AAE2C61C5E}"/>
          </ac:spMkLst>
        </pc:spChg>
        <pc:spChg chg="mod">
          <ac:chgData name="Vivek Kande" userId="7649d0e3-63cc-40f6-bad1-46fd6efa90af" providerId="ADAL" clId="{FC53BD6A-157D-4D26-975A-EFAD831AFB57}" dt="2026-09-30T00:48:30.343" v="23554" actId="20577"/>
          <ac:spMkLst>
            <pc:docMk/>
            <pc:sldMk cId="3589252782" sldId="284"/>
            <ac:spMk id="21" creationId="{4888DEAC-7436-5BBF-85F9-841BE3CA5774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25" creationId="{8497BA40-41A9-C16C-9660-55D31308D444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27" creationId="{FCE95A25-FE3B-1293-74F2-2A43F0017893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30" creationId="{87F7A2D8-D479-B274-C25A-7B30F63F51C6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32" creationId="{881AB829-90F5-F72E-91B6-6AF5905EC834}"/>
          </ac:spMkLst>
        </pc:spChg>
        <pc:spChg chg="mod">
          <ac:chgData name="Vivek Kande" userId="7649d0e3-63cc-40f6-bad1-46fd6efa90af" providerId="ADAL" clId="{FC53BD6A-157D-4D26-975A-EFAD831AFB57}" dt="2026-09-29T08:25:17.731" v="15634"/>
          <ac:spMkLst>
            <pc:docMk/>
            <pc:sldMk cId="3589252782" sldId="284"/>
            <ac:spMk id="34" creationId="{76696ABE-6682-5847-F31E-B99657730CB4}"/>
          </ac:spMkLst>
        </pc:spChg>
        <pc:grpChg chg="add mod">
          <ac:chgData name="Vivek Kande" userId="7649d0e3-63cc-40f6-bad1-46fd6efa90af" providerId="ADAL" clId="{FC53BD6A-157D-4D26-975A-EFAD831AFB57}" dt="2026-09-29T08:24:48.098" v="15629"/>
          <ac:grpSpMkLst>
            <pc:docMk/>
            <pc:sldMk cId="3589252782" sldId="284"/>
            <ac:grpSpMk id="2" creationId="{63C9BCB4-20B0-6DD9-C5FE-4A526A4F07AC}"/>
          </ac:grpSpMkLst>
        </pc:grpChg>
        <pc:grpChg chg="add mod">
          <ac:chgData name="Vivek Kande" userId="7649d0e3-63cc-40f6-bad1-46fd6efa90af" providerId="ADAL" clId="{FC53BD6A-157D-4D26-975A-EFAD831AFB57}" dt="2026-09-29T08:24:48.098" v="15629"/>
          <ac:grpSpMkLst>
            <pc:docMk/>
            <pc:sldMk cId="3589252782" sldId="284"/>
            <ac:grpSpMk id="8" creationId="{882D628E-5A44-4CE4-C729-7017856FED53}"/>
          </ac:grpSpMkLst>
        </pc:grpChg>
        <pc:grpChg chg="add mod">
          <ac:chgData name="Vivek Kande" userId="7649d0e3-63cc-40f6-bad1-46fd6efa90af" providerId="ADAL" clId="{FC53BD6A-157D-4D26-975A-EFAD831AFB57}" dt="2026-09-29T08:24:58.732" v="15631" actId="1076"/>
          <ac:grpSpMkLst>
            <pc:docMk/>
            <pc:sldMk cId="3589252782" sldId="284"/>
            <ac:grpSpMk id="11" creationId="{3B4FE1E4-02B4-7342-8BB4-F4B3D25CF93A}"/>
          </ac:grpSpMkLst>
        </pc:grpChg>
        <pc:grpChg chg="mod">
          <ac:chgData name="Vivek Kande" userId="7649d0e3-63cc-40f6-bad1-46fd6efa90af" providerId="ADAL" clId="{FC53BD6A-157D-4D26-975A-EFAD831AFB57}" dt="2026-09-29T08:26:24.955" v="15637" actId="1076"/>
          <ac:grpSpMkLst>
            <pc:docMk/>
            <pc:sldMk cId="3589252782" sldId="284"/>
            <ac:grpSpMk id="14" creationId="{9E1941B0-E4B0-CD66-0243-E1EB87762CAE}"/>
          </ac:grpSpMkLst>
        </pc:grpChg>
        <pc:picChg chg="mod">
          <ac:chgData name="Vivek Kande" userId="7649d0e3-63cc-40f6-bad1-46fd6efa90af" providerId="ADAL" clId="{FC53BD6A-157D-4D26-975A-EFAD831AFB57}" dt="2026-09-29T08:26:29.011" v="15638" actId="14100"/>
          <ac:picMkLst>
            <pc:docMk/>
            <pc:sldMk cId="3589252782" sldId="284"/>
            <ac:picMk id="5" creationId="{F412C777-D860-985E-189F-3528FEE05913}"/>
          </ac:picMkLst>
        </pc:picChg>
        <pc:picChg chg="mod">
          <ac:chgData name="Vivek Kande" userId="7649d0e3-63cc-40f6-bad1-46fd6efa90af" providerId="ADAL" clId="{FC53BD6A-157D-4D26-975A-EFAD831AFB57}" dt="2026-09-29T08:25:17.731" v="15634"/>
          <ac:picMkLst>
            <pc:docMk/>
            <pc:sldMk cId="3589252782" sldId="284"/>
            <ac:picMk id="19" creationId="{802BC595-A647-BBDC-57F9-E5CA11B948C0}"/>
          </ac:picMkLst>
        </pc:picChg>
        <pc:cxnChg chg="mod">
          <ac:chgData name="Vivek Kande" userId="7649d0e3-63cc-40f6-bad1-46fd6efa90af" providerId="ADAL" clId="{FC53BD6A-157D-4D26-975A-EFAD831AFB57}" dt="2026-09-30T00:48:30.343" v="23554" actId="20577"/>
          <ac:cxnSpMkLst>
            <pc:docMk/>
            <pc:sldMk cId="3589252782" sldId="284"/>
            <ac:cxnSpMk id="22" creationId="{4C1DFBEE-57D4-82A5-B1E6-43748019C752}"/>
          </ac:cxnSpMkLst>
        </pc:cxnChg>
      </pc:sldChg>
      <pc:sldChg chg="add del">
        <pc:chgData name="Vivek Kande" userId="7649d0e3-63cc-40f6-bad1-46fd6efa90af" providerId="ADAL" clId="{FC53BD6A-157D-4D26-975A-EFAD831AFB57}" dt="2026-10-17T13:25:18.732" v="24773" actId="47"/>
        <pc:sldMkLst>
          <pc:docMk/>
          <pc:sldMk cId="2837736928" sldId="285"/>
        </pc:sldMkLst>
      </pc:sldChg>
      <pc:sldChg chg="add del">
        <pc:chgData name="Vivek Kande" userId="7649d0e3-63cc-40f6-bad1-46fd6efa90af" providerId="ADAL" clId="{FC53BD6A-157D-4D26-975A-EFAD831AFB57}" dt="2026-10-17T13:25:13.720" v="24771" actId="47"/>
        <pc:sldMkLst>
          <pc:docMk/>
          <pc:sldMk cId="2793106688" sldId="286"/>
        </pc:sldMkLst>
      </pc:sldChg>
      <pc:sldChg chg="addSp delSp modSp mod ord addAnim delAnim modAnim modNotesTx">
        <pc:chgData name="Vivek Kande" userId="7649d0e3-63cc-40f6-bad1-46fd6efa90af" providerId="ADAL" clId="{FC53BD6A-157D-4D26-975A-EFAD831AFB57}" dt="2026-09-30T08:09:17.376" v="24372" actId="20577"/>
        <pc:sldMkLst>
          <pc:docMk/>
          <pc:sldMk cId="604668579" sldId="287"/>
        </pc:sldMkLst>
        <pc:spChg chg="mod">
          <ac:chgData name="Vivek Kande" userId="7649d0e3-63cc-40f6-bad1-46fd6efa90af" providerId="ADAL" clId="{FC53BD6A-157D-4D26-975A-EFAD831AFB57}" dt="2026-09-29T07:59:41.358" v="15385" actId="20577"/>
          <ac:spMkLst>
            <pc:docMk/>
            <pc:sldMk cId="604668579" sldId="287"/>
            <ac:spMk id="3" creationId="{E9953559-1E0C-CF9E-AA6E-D6C0DF3D091B}"/>
          </ac:spMkLst>
        </pc:spChg>
        <pc:spChg chg="add mod">
          <ac:chgData name="Vivek Kande" userId="7649d0e3-63cc-40f6-bad1-46fd6efa90af" providerId="ADAL" clId="{FC53BD6A-157D-4D26-975A-EFAD831AFB57}" dt="2026-09-30T00:27:53.542" v="23148" actId="1582"/>
          <ac:spMkLst>
            <pc:docMk/>
            <pc:sldMk cId="604668579" sldId="287"/>
            <ac:spMk id="16" creationId="{C31354E0-10FE-5AAD-9097-5BAF2BC3839E}"/>
          </ac:spMkLst>
        </pc:spChg>
        <pc:spChg chg="add mod">
          <ac:chgData name="Vivek Kande" userId="7649d0e3-63cc-40f6-bad1-46fd6efa90af" providerId="ADAL" clId="{FC53BD6A-157D-4D26-975A-EFAD831AFB57}" dt="2026-09-30T01:19:04.763" v="24184" actId="1038"/>
          <ac:spMkLst>
            <pc:docMk/>
            <pc:sldMk cId="604668579" sldId="287"/>
            <ac:spMk id="19" creationId="{A09D6E2D-9E53-1D4B-10B5-D038515373A9}"/>
          </ac:spMkLst>
        </pc:spChg>
        <pc:picChg chg="add mod">
          <ac:chgData name="Vivek Kande" userId="7649d0e3-63cc-40f6-bad1-46fd6efa90af" providerId="ADAL" clId="{FC53BD6A-157D-4D26-975A-EFAD831AFB57}" dt="2026-09-29T08:19:16.900" v="15611" actId="1076"/>
          <ac:picMkLst>
            <pc:docMk/>
            <pc:sldMk cId="604668579" sldId="287"/>
            <ac:picMk id="4" creationId="{A3D3A487-6732-5D9F-DDA5-749E07413135}"/>
          </ac:picMkLst>
        </pc:picChg>
        <pc:cxnChg chg="add del mod">
          <ac:chgData name="Vivek Kande" userId="7649d0e3-63cc-40f6-bad1-46fd6efa90af" providerId="ADAL" clId="{FC53BD6A-157D-4D26-975A-EFAD831AFB57}" dt="2026-09-30T00:28:49.178" v="23154" actId="208"/>
          <ac:cxnSpMkLst>
            <pc:docMk/>
            <pc:sldMk cId="604668579" sldId="287"/>
            <ac:cxnSpMk id="9" creationId="{2F9EFB0C-DF97-93C6-E0A5-70B817B7D72E}"/>
          </ac:cxnSpMkLst>
        </pc:cxnChg>
        <pc:cxnChg chg="mod">
          <ac:chgData name="Vivek Kande" userId="7649d0e3-63cc-40f6-bad1-46fd6efa90af" providerId="ADAL" clId="{FC53BD6A-157D-4D26-975A-EFAD831AFB57}" dt="2026-09-30T00:28:43.623" v="23153" actId="208"/>
          <ac:cxnSpMkLst>
            <pc:docMk/>
            <pc:sldMk cId="604668579" sldId="287"/>
            <ac:cxnSpMk id="10" creationId="{5197D14E-37F7-A991-7ADF-D31DD4C28A1F}"/>
          </ac:cxnSpMkLst>
        </pc:cxnChg>
        <pc:cxnChg chg="add mod">
          <ac:chgData name="Vivek Kande" userId="7649d0e3-63cc-40f6-bad1-46fd6efa90af" providerId="ADAL" clId="{FC53BD6A-157D-4D26-975A-EFAD831AFB57}" dt="2026-09-30T00:29:08.945" v="23155" actId="208"/>
          <ac:cxnSpMkLst>
            <pc:docMk/>
            <pc:sldMk cId="604668579" sldId="287"/>
            <ac:cxnSpMk id="13" creationId="{D263FAC1-36CA-C3BC-651A-39B4779CE959}"/>
          </ac:cxnSpMkLst>
        </pc:cxnChg>
        <pc:cxnChg chg="add mod">
          <ac:chgData name="Vivek Kande" userId="7649d0e3-63cc-40f6-bad1-46fd6efa90af" providerId="ADAL" clId="{FC53BD6A-157D-4D26-975A-EFAD831AFB57}" dt="2026-09-30T08:08:40.971" v="24316" actId="1076"/>
          <ac:cxnSpMkLst>
            <pc:docMk/>
            <pc:sldMk cId="604668579" sldId="287"/>
            <ac:cxnSpMk id="15" creationId="{9C51CA5A-435B-B067-AEA3-146B510BF798}"/>
          </ac:cxnSpMkLst>
        </pc:cxnChg>
      </pc:sldChg>
      <pc:sldChg chg="add del">
        <pc:chgData name="Vivek Kande" userId="7649d0e3-63cc-40f6-bad1-46fd6efa90af" providerId="ADAL" clId="{FC53BD6A-157D-4D26-975A-EFAD831AFB57}" dt="2026-10-17T13:25:22.333" v="24774" actId="47"/>
        <pc:sldMkLst>
          <pc:docMk/>
          <pc:sldMk cId="2066981987" sldId="288"/>
        </pc:sldMkLst>
      </pc:sldChg>
      <pc:sldChg chg="addSp delSp modSp mod addAnim delAnim modAnim modNotesTx">
        <pc:chgData name="Vivek Kande" userId="7649d0e3-63cc-40f6-bad1-46fd6efa90af" providerId="ADAL" clId="{FC53BD6A-157D-4D26-975A-EFAD831AFB57}" dt="2026-09-30T00:40:41.165" v="23475" actId="20577"/>
        <pc:sldMkLst>
          <pc:docMk/>
          <pc:sldMk cId="3603329065" sldId="289"/>
        </pc:sldMkLst>
        <pc:spChg chg="mod">
          <ac:chgData name="Vivek Kande" userId="7649d0e3-63cc-40f6-bad1-46fd6efa90af" providerId="ADAL" clId="{FC53BD6A-157D-4D26-975A-EFAD831AFB57}" dt="2026-09-29T08:30:57.923" v="15656" actId="14100"/>
          <ac:spMkLst>
            <pc:docMk/>
            <pc:sldMk cId="3603329065" sldId="289"/>
            <ac:spMk id="3" creationId="{EF0584AC-F924-3131-D136-BCAF2832DC47}"/>
          </ac:spMkLst>
        </pc:spChg>
        <pc:spChg chg="add mod">
          <ac:chgData name="Vivek Kande" userId="7649d0e3-63cc-40f6-bad1-46fd6efa90af" providerId="ADAL" clId="{FC53BD6A-157D-4D26-975A-EFAD831AFB57}" dt="2026-09-29T08:42:55.269" v="15893" actId="20577"/>
          <ac:spMkLst>
            <pc:docMk/>
            <pc:sldMk cId="3603329065" sldId="289"/>
            <ac:spMk id="12" creationId="{4973A9AC-E4D2-74B5-4930-0D45DB4C4AAF}"/>
          </ac:spMkLst>
        </pc:spChg>
        <pc:spChg chg="add mod">
          <ac:chgData name="Vivek Kande" userId="7649d0e3-63cc-40f6-bad1-46fd6efa90af" providerId="ADAL" clId="{FC53BD6A-157D-4D26-975A-EFAD831AFB57}" dt="2026-09-29T08:37:52.356" v="15842" actId="1076"/>
          <ac:spMkLst>
            <pc:docMk/>
            <pc:sldMk cId="3603329065" sldId="289"/>
            <ac:spMk id="22" creationId="{01712B20-5328-C114-BDE1-7EFC4B818ECB}"/>
          </ac:spMkLst>
        </pc:spChg>
        <pc:spChg chg="add mod">
          <ac:chgData name="Vivek Kande" userId="7649d0e3-63cc-40f6-bad1-46fd6efa90af" providerId="ADAL" clId="{FC53BD6A-157D-4D26-975A-EFAD831AFB57}" dt="2026-09-29T08:38:06.202" v="15867" actId="1076"/>
          <ac:spMkLst>
            <pc:docMk/>
            <pc:sldMk cId="3603329065" sldId="289"/>
            <ac:spMk id="23" creationId="{1E2F9120-3E55-D311-C04C-5C5D82CFE518}"/>
          </ac:spMkLst>
        </pc:spChg>
        <pc:picChg chg="add mod">
          <ac:chgData name="Vivek Kande" userId="7649d0e3-63cc-40f6-bad1-46fd6efa90af" providerId="ADAL" clId="{FC53BD6A-157D-4D26-975A-EFAD831AFB57}" dt="2026-09-29T08:33:11.395" v="15672" actId="1076"/>
          <ac:picMkLst>
            <pc:docMk/>
            <pc:sldMk cId="3603329065" sldId="289"/>
            <ac:picMk id="5" creationId="{4586AB2C-94AA-84E0-C4B4-8706CE741CE4}"/>
          </ac:picMkLst>
        </pc:picChg>
        <pc:picChg chg="add mod">
          <ac:chgData name="Vivek Kande" userId="7649d0e3-63cc-40f6-bad1-46fd6efa90af" providerId="ADAL" clId="{FC53BD6A-157D-4D26-975A-EFAD831AFB57}" dt="2026-09-29T08:33:10.537" v="15671" actId="1076"/>
          <ac:picMkLst>
            <pc:docMk/>
            <pc:sldMk cId="3603329065" sldId="289"/>
            <ac:picMk id="9" creationId="{DFE7A414-B676-D6A9-6D55-0849BA65DF66}"/>
          </ac:picMkLst>
        </pc:picChg>
        <pc:picChg chg="add mod">
          <ac:chgData name="Vivek Kande" userId="7649d0e3-63cc-40f6-bad1-46fd6efa90af" providerId="ADAL" clId="{FC53BD6A-157D-4D26-975A-EFAD831AFB57}" dt="2026-09-29T08:42:41.060" v="15888" actId="1076"/>
          <ac:picMkLst>
            <pc:docMk/>
            <pc:sldMk cId="3603329065" sldId="289"/>
            <ac:picMk id="11" creationId="{09960477-85E0-247A-A997-FC99439F14BA}"/>
          </ac:picMkLst>
        </pc:picChg>
        <pc:picChg chg="add mod">
          <ac:chgData name="Vivek Kande" userId="7649d0e3-63cc-40f6-bad1-46fd6efa90af" providerId="ADAL" clId="{FC53BD6A-157D-4D26-975A-EFAD831AFB57}" dt="2026-09-29T08:42:48.179" v="15890" actId="1076"/>
          <ac:picMkLst>
            <pc:docMk/>
            <pc:sldMk cId="3603329065" sldId="289"/>
            <ac:picMk id="25" creationId="{653E6781-4C60-BFF4-3755-31772E1E4DE3}"/>
          </ac:picMkLst>
        </pc:picChg>
        <pc:cxnChg chg="add mod">
          <ac:chgData name="Vivek Kande" userId="7649d0e3-63cc-40f6-bad1-46fd6efa90af" providerId="ADAL" clId="{FC53BD6A-157D-4D26-975A-EFAD831AFB57}" dt="2026-09-29T08:36:58.460" v="15799" actId="1076"/>
          <ac:cxnSpMkLst>
            <pc:docMk/>
            <pc:sldMk cId="3603329065" sldId="289"/>
            <ac:cxnSpMk id="16" creationId="{33C0A3F8-179C-D774-F580-1516FA57A946}"/>
          </ac:cxnSpMkLst>
        </pc:cxnChg>
        <pc:cxnChg chg="add mod">
          <ac:chgData name="Vivek Kande" userId="7649d0e3-63cc-40f6-bad1-46fd6efa90af" providerId="ADAL" clId="{FC53BD6A-157D-4D26-975A-EFAD831AFB57}" dt="2026-09-29T08:37:28.468" v="15806" actId="14100"/>
          <ac:cxnSpMkLst>
            <pc:docMk/>
            <pc:sldMk cId="3603329065" sldId="289"/>
            <ac:cxnSpMk id="20" creationId="{9B284151-EDB7-90FB-A8F1-5A3AA0EE10DF}"/>
          </ac:cxnSpMkLst>
        </pc:cxnChg>
      </pc:sldChg>
      <pc:sldChg chg="addSp delSp modSp mod modAnim">
        <pc:chgData name="Vivek Kande" userId="7649d0e3-63cc-40f6-bad1-46fd6efa90af" providerId="ADAL" clId="{FC53BD6A-157D-4D26-975A-EFAD831AFB57}" dt="2026-09-30T09:40:50.247" v="24681" actId="14100"/>
        <pc:sldMkLst>
          <pc:docMk/>
          <pc:sldMk cId="2497158846" sldId="292"/>
        </pc:sldMkLst>
        <pc:spChg chg="mod">
          <ac:chgData name="Vivek Kande" userId="7649d0e3-63cc-40f6-bad1-46fd6efa90af" providerId="ADAL" clId="{FC53BD6A-157D-4D26-975A-EFAD831AFB57}" dt="2026-09-29T08:48:58.037" v="16035" actId="14100"/>
          <ac:spMkLst>
            <pc:docMk/>
            <pc:sldMk cId="2497158846" sldId="292"/>
            <ac:spMk id="3" creationId="{EE0AB84C-4099-DFF5-F907-8986EC14A857}"/>
          </ac:spMkLst>
        </pc:spChg>
        <pc:spChg chg="mod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6" creationId="{7E131312-6266-8A8F-5EB0-F5C0E6E4B545}"/>
          </ac:spMkLst>
        </pc:spChg>
        <pc:spChg chg="mod">
          <ac:chgData name="Vivek Kande" userId="7649d0e3-63cc-40f6-bad1-46fd6efa90af" providerId="ADAL" clId="{FC53BD6A-157D-4D26-975A-EFAD831AFB57}" dt="2026-09-30T09:40:36.691" v="24678" actId="164"/>
          <ac:spMkLst>
            <pc:docMk/>
            <pc:sldMk cId="2497158846" sldId="292"/>
            <ac:spMk id="8" creationId="{F58C31EB-D79E-18BB-118A-206D1F2E49EA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11" creationId="{0CB9A24A-6CFF-7D50-00E6-4C194E0F3766}"/>
          </ac:spMkLst>
        </pc:spChg>
        <pc:spChg chg="mod">
          <ac:chgData name="Vivek Kande" userId="7649d0e3-63cc-40f6-bad1-46fd6efa90af" providerId="ADAL" clId="{FC53BD6A-157D-4D26-975A-EFAD831AFB57}" dt="2026-09-29T08:47:53.227" v="16016"/>
          <ac:spMkLst>
            <pc:docMk/>
            <pc:sldMk cId="2497158846" sldId="292"/>
            <ac:spMk id="12" creationId="{8AAA9AAF-8118-5452-C614-4C9A099DC66F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13" creationId="{1DAADF0A-9B75-6174-D99E-EF9B902880BB}"/>
          </ac:spMkLst>
        </pc:spChg>
        <pc:spChg chg="mod topLvl">
          <ac:chgData name="Vivek Kande" userId="7649d0e3-63cc-40f6-bad1-46fd6efa90af" providerId="ADAL" clId="{FC53BD6A-157D-4D26-975A-EFAD831AFB57}" dt="2026-09-30T08:13:19.986" v="24471" actId="165"/>
          <ac:spMkLst>
            <pc:docMk/>
            <pc:sldMk cId="2497158846" sldId="292"/>
            <ac:spMk id="18" creationId="{8374E9F5-41DE-F14A-1D71-C4A42F355C8B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21" creationId="{1123423D-D5A8-242B-69FB-1078F33FB580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22" creationId="{150C5213-C81B-60B7-F481-FF4818940D78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24" creationId="{4D0DB2AA-32A7-04EC-1291-5E19A508CD91}"/>
          </ac:spMkLst>
        </pc:spChg>
        <pc:spChg chg="mod">
          <ac:chgData name="Vivek Kande" userId="7649d0e3-63cc-40f6-bad1-46fd6efa90af" providerId="ADAL" clId="{FC53BD6A-157D-4D26-975A-EFAD831AFB57}" dt="2026-09-29T08:47:53.227" v="16016"/>
          <ac:spMkLst>
            <pc:docMk/>
            <pc:sldMk cId="2497158846" sldId="292"/>
            <ac:spMk id="29" creationId="{29EA7A79-AE8A-C2FD-96F3-CB2237BFBD2E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30" creationId="{19C1544E-0550-9F08-9749-0431D9F16601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40" creationId="{D316572A-8681-8969-7F75-61A0F10F1ED7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43" creationId="{79BE8354-D998-EAD0-2BB3-1695B427BB7A}"/>
          </ac:spMkLst>
        </pc:spChg>
        <pc:spChg chg="mod topLvl">
          <ac:chgData name="Vivek Kande" userId="7649d0e3-63cc-40f6-bad1-46fd6efa90af" providerId="ADAL" clId="{FC53BD6A-157D-4D26-975A-EFAD831AFB57}" dt="2026-09-30T08:13:25.557" v="24472" actId="164"/>
          <ac:spMkLst>
            <pc:docMk/>
            <pc:sldMk cId="2497158846" sldId="292"/>
            <ac:spMk id="44" creationId="{2CE99F3D-FA82-499F-1639-C7383401421F}"/>
          </ac:spMkLst>
        </pc:spChg>
        <pc:spChg chg="mod">
          <ac:chgData name="Vivek Kande" userId="7649d0e3-63cc-40f6-bad1-46fd6efa90af" providerId="ADAL" clId="{FC53BD6A-157D-4D26-975A-EFAD831AFB57}" dt="2026-09-29T08:47:53.227" v="16016"/>
          <ac:spMkLst>
            <pc:docMk/>
            <pc:sldMk cId="2497158846" sldId="292"/>
            <ac:spMk id="45" creationId="{81B5AA70-79B0-3014-C810-F15C2A175F4C}"/>
          </ac:spMkLst>
        </pc:spChg>
        <pc:spChg chg="mod">
          <ac:chgData name="Vivek Kande" userId="7649d0e3-63cc-40f6-bad1-46fd6efa90af" providerId="ADAL" clId="{FC53BD6A-157D-4D26-975A-EFAD831AFB57}" dt="2026-09-29T08:47:53.227" v="16016"/>
          <ac:spMkLst>
            <pc:docMk/>
            <pc:sldMk cId="2497158846" sldId="292"/>
            <ac:spMk id="46" creationId="{029FF1D3-9E16-AF1F-841B-C0B48C000A2E}"/>
          </ac:spMkLst>
        </pc:spChg>
        <pc:spChg chg="add mod">
          <ac:chgData name="Vivek Kande" userId="7649d0e3-63cc-40f6-bad1-46fd6efa90af" providerId="ADAL" clId="{FC53BD6A-157D-4D26-975A-EFAD831AFB57}" dt="2026-09-30T00:51:34.373" v="23570" actId="1076"/>
          <ac:spMkLst>
            <pc:docMk/>
            <pc:sldMk cId="2497158846" sldId="292"/>
            <ac:spMk id="86" creationId="{41252F4D-DE50-CDA5-71B9-42B3A59A278C}"/>
          </ac:spMkLst>
        </pc:spChg>
        <pc:spChg chg="add mod topLvl">
          <ac:chgData name="Vivek Kande" userId="7649d0e3-63cc-40f6-bad1-46fd6efa90af" providerId="ADAL" clId="{FC53BD6A-157D-4D26-975A-EFAD831AFB57}" dt="2026-09-30T09:40:36.691" v="24678" actId="164"/>
          <ac:spMkLst>
            <pc:docMk/>
            <pc:sldMk cId="2497158846" sldId="292"/>
            <ac:spMk id="87" creationId="{2877DE21-D8CD-8FA8-3238-209F7E6CD913}"/>
          </ac:spMkLst>
        </pc:spChg>
        <pc:spChg chg="add mod">
          <ac:chgData name="Vivek Kande" userId="7649d0e3-63cc-40f6-bad1-46fd6efa90af" providerId="ADAL" clId="{FC53BD6A-157D-4D26-975A-EFAD831AFB57}" dt="2026-09-30T09:40:50.247" v="24681" actId="14100"/>
          <ac:spMkLst>
            <pc:docMk/>
            <pc:sldMk cId="2497158846" sldId="292"/>
            <ac:spMk id="90" creationId="{CD351F82-C16A-1FE4-65E4-56CD8179ACD8}"/>
          </ac:spMkLst>
        </pc:spChg>
        <pc:grpChg chg="add mod">
          <ac:chgData name="Vivek Kande" userId="7649d0e3-63cc-40f6-bad1-46fd6efa90af" providerId="ADAL" clId="{FC53BD6A-157D-4D26-975A-EFAD831AFB57}" dt="2026-09-30T09:40:36.691" v="24678" actId="164"/>
          <ac:grpSpMkLst>
            <pc:docMk/>
            <pc:sldMk cId="2497158846" sldId="292"/>
            <ac:grpSpMk id="89" creationId="{A598CF5D-5DCD-698F-4E44-DCCA808F6A33}"/>
          </ac:grpSpMkLst>
        </pc:grpChg>
        <pc:picChg chg="add mod modCrop">
          <ac:chgData name="Vivek Kande" userId="7649d0e3-63cc-40f6-bad1-46fd6efa90af" providerId="ADAL" clId="{FC53BD6A-157D-4D26-975A-EFAD831AFB57}" dt="2026-09-30T00:51:36.020" v="23571" actId="1076"/>
          <ac:picMkLst>
            <pc:docMk/>
            <pc:sldMk cId="2497158846" sldId="292"/>
            <ac:picMk id="4" creationId="{90D8E049-C93F-A50B-680E-2DE8469F8D54}"/>
          </ac:picMkLst>
        </pc:picChg>
        <pc:picChg chg="mod topLvl">
          <ac:chgData name="Vivek Kande" userId="7649d0e3-63cc-40f6-bad1-46fd6efa90af" providerId="ADAL" clId="{FC53BD6A-157D-4D26-975A-EFAD831AFB57}" dt="2026-09-30T09:40:36.691" v="24678" actId="164"/>
          <ac:picMkLst>
            <pc:docMk/>
            <pc:sldMk cId="2497158846" sldId="292"/>
            <ac:picMk id="7" creationId="{A943F451-6687-B06E-ADE6-AFD090AFC512}"/>
          </ac:picMkLst>
        </pc:picChg>
        <pc:cxnChg chg="add mod topLvl">
          <ac:chgData name="Vivek Kande" userId="7649d0e3-63cc-40f6-bad1-46fd6efa90af" providerId="ADAL" clId="{FC53BD6A-157D-4D26-975A-EFAD831AFB57}" dt="2026-09-30T09:40:36.691" v="24678" actId="164"/>
          <ac:cxnSpMkLst>
            <pc:docMk/>
            <pc:sldMk cId="2497158846" sldId="292"/>
            <ac:cxnSpMk id="9" creationId="{E1FD5DD5-3DC5-09FB-FCBF-CF90C4DB5A61}"/>
          </ac:cxnSpMkLst>
        </pc:cxnChg>
      </pc:sldChg>
      <pc:sldChg chg="addSp modSp add del">
        <pc:chgData name="Vivek Kande" userId="7649d0e3-63cc-40f6-bad1-46fd6efa90af" providerId="ADAL" clId="{FC53BD6A-157D-4D26-975A-EFAD831AFB57}" dt="2026-10-17T13:26:12.364" v="24782" actId="47"/>
        <pc:sldMkLst>
          <pc:docMk/>
          <pc:sldMk cId="2244261484" sldId="294"/>
        </pc:sldMkLst>
        <pc:spChg chg="mod">
          <ac:chgData name="Vivek Kande" userId="7649d0e3-63cc-40f6-bad1-46fd6efa90af" providerId="ADAL" clId="{FC53BD6A-157D-4D26-975A-EFAD831AFB57}" dt="2026-09-29T15:01:21.364" v="18666"/>
          <ac:spMkLst>
            <pc:docMk/>
            <pc:sldMk cId="2244261484" sldId="294"/>
            <ac:spMk id="8" creationId="{161DED18-A0D9-9A3B-B025-C20B3BE511AB}"/>
          </ac:spMkLst>
        </pc:spChg>
        <pc:spChg chg="mod">
          <ac:chgData name="Vivek Kande" userId="7649d0e3-63cc-40f6-bad1-46fd6efa90af" providerId="ADAL" clId="{FC53BD6A-157D-4D26-975A-EFAD831AFB57}" dt="2026-09-29T15:01:21.364" v="18666"/>
          <ac:spMkLst>
            <pc:docMk/>
            <pc:sldMk cId="2244261484" sldId="294"/>
            <ac:spMk id="12" creationId="{D9717B52-F5BA-F551-C331-5684C5E6E891}"/>
          </ac:spMkLst>
        </pc:spChg>
        <pc:spChg chg="mod">
          <ac:chgData name="Vivek Kande" userId="7649d0e3-63cc-40f6-bad1-46fd6efa90af" providerId="ADAL" clId="{FC53BD6A-157D-4D26-975A-EFAD831AFB57}" dt="2026-09-29T15:01:21.364" v="18666"/>
          <ac:spMkLst>
            <pc:docMk/>
            <pc:sldMk cId="2244261484" sldId="294"/>
            <ac:spMk id="19" creationId="{65E05F99-6941-D8CD-4070-04577B2980FC}"/>
          </ac:spMkLst>
        </pc:spChg>
        <pc:spChg chg="mod">
          <ac:chgData name="Vivek Kande" userId="7649d0e3-63cc-40f6-bad1-46fd6efa90af" providerId="ADAL" clId="{FC53BD6A-157D-4D26-975A-EFAD831AFB57}" dt="2026-09-29T15:01:21.364" v="18666"/>
          <ac:spMkLst>
            <pc:docMk/>
            <pc:sldMk cId="2244261484" sldId="294"/>
            <ac:spMk id="21" creationId="{41B88C1D-9B72-28F1-270E-9CCBCA9A2054}"/>
          </ac:spMkLst>
        </pc:spChg>
        <pc:spChg chg="mod">
          <ac:chgData name="Vivek Kande" userId="7649d0e3-63cc-40f6-bad1-46fd6efa90af" providerId="ADAL" clId="{FC53BD6A-157D-4D26-975A-EFAD831AFB57}" dt="2026-09-29T15:01:21.364" v="18666"/>
          <ac:spMkLst>
            <pc:docMk/>
            <pc:sldMk cId="2244261484" sldId="294"/>
            <ac:spMk id="23" creationId="{E5B31246-20EC-3503-75B8-3512F0DAF4F5}"/>
          </ac:spMkLst>
        </pc:spChg>
        <pc:grpChg chg="add mod">
          <ac:chgData name="Vivek Kande" userId="7649d0e3-63cc-40f6-bad1-46fd6efa90af" providerId="ADAL" clId="{FC53BD6A-157D-4D26-975A-EFAD831AFB57}" dt="2026-09-29T15:01:21.364" v="18666"/>
          <ac:grpSpMkLst>
            <pc:docMk/>
            <pc:sldMk cId="2244261484" sldId="294"/>
            <ac:grpSpMk id="5" creationId="{7F6BCFFD-A936-4BD7-ABF6-6074302AC91B}"/>
          </ac:grpSpMkLst>
        </pc:grpChg>
        <pc:cxnChg chg="mod">
          <ac:chgData name="Vivek Kande" userId="7649d0e3-63cc-40f6-bad1-46fd6efa90af" providerId="ADAL" clId="{FC53BD6A-157D-4D26-975A-EFAD831AFB57}" dt="2026-09-29T15:01:21.364" v="18666"/>
          <ac:cxnSpMkLst>
            <pc:docMk/>
            <pc:sldMk cId="2244261484" sldId="294"/>
            <ac:cxnSpMk id="14" creationId="{6B01BC79-98EA-6B59-36AE-71D8CC8B1FCD}"/>
          </ac:cxnSpMkLst>
        </pc:cxnChg>
        <pc:cxnChg chg="mod">
          <ac:chgData name="Vivek Kande" userId="7649d0e3-63cc-40f6-bad1-46fd6efa90af" providerId="ADAL" clId="{FC53BD6A-157D-4D26-975A-EFAD831AFB57}" dt="2026-09-29T15:01:21.364" v="18666"/>
          <ac:cxnSpMkLst>
            <pc:docMk/>
            <pc:sldMk cId="2244261484" sldId="294"/>
            <ac:cxnSpMk id="15" creationId="{2B4A7D9E-2DB3-512C-83BE-02AB29DB5AE4}"/>
          </ac:cxnSpMkLst>
        </pc:cxnChg>
        <pc:cxnChg chg="mod">
          <ac:chgData name="Vivek Kande" userId="7649d0e3-63cc-40f6-bad1-46fd6efa90af" providerId="ADAL" clId="{FC53BD6A-157D-4D26-975A-EFAD831AFB57}" dt="2026-09-29T15:01:21.364" v="18666"/>
          <ac:cxnSpMkLst>
            <pc:docMk/>
            <pc:sldMk cId="2244261484" sldId="294"/>
            <ac:cxnSpMk id="16" creationId="{DE97F6E0-0BAB-11AB-A577-537DD5F71DAC}"/>
          </ac:cxnSpMkLst>
        </pc:cxnChg>
        <pc:cxnChg chg="mod">
          <ac:chgData name="Vivek Kande" userId="7649d0e3-63cc-40f6-bad1-46fd6efa90af" providerId="ADAL" clId="{FC53BD6A-157D-4D26-975A-EFAD831AFB57}" dt="2026-09-29T15:01:21.364" v="18666"/>
          <ac:cxnSpMkLst>
            <pc:docMk/>
            <pc:sldMk cId="2244261484" sldId="294"/>
            <ac:cxnSpMk id="22" creationId="{8B9C2EB9-15EC-80F7-23EE-54A10798F80B}"/>
          </ac:cxnSpMkLst>
        </pc:cxnChg>
      </pc:sldChg>
      <pc:sldChg chg="addSp delSp modSp mod modShow">
        <pc:chgData name="Vivek Kande" userId="7649d0e3-63cc-40f6-bad1-46fd6efa90af" providerId="ADAL" clId="{FC53BD6A-157D-4D26-975A-EFAD831AFB57}" dt="2026-09-28T11:05:53.452" v="8793" actId="1038"/>
        <pc:sldMkLst>
          <pc:docMk/>
          <pc:sldMk cId="2544979989" sldId="297"/>
        </pc:sldMkLst>
        <pc:spChg chg="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10" creationId="{C339E9D8-574A-DA65-0246-633955D93F39}"/>
          </ac:spMkLst>
        </pc:spChg>
        <pc:spChg chg="add 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12" creationId="{07B2F23D-0B5F-3887-9447-A63E67C6D5CA}"/>
          </ac:spMkLst>
        </pc:spChg>
        <pc:spChg chg="add mod">
          <ac:chgData name="Vivek Kande" userId="7649d0e3-63cc-40f6-bad1-46fd6efa90af" providerId="ADAL" clId="{FC53BD6A-157D-4D26-975A-EFAD831AFB57}" dt="2026-09-25T18:15:12.890" v="1490"/>
          <ac:spMkLst>
            <pc:docMk/>
            <pc:sldMk cId="2544979989" sldId="297"/>
            <ac:spMk id="13" creationId="{1AEF9932-3F4F-934F-F37B-89E9A3886893}"/>
          </ac:spMkLst>
        </pc:spChg>
        <pc:spChg chg="add 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14" creationId="{73C0BFDA-2E62-A9BA-D715-0F0B98DA7273}"/>
          </ac:spMkLst>
        </pc:spChg>
        <pc:spChg chg="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15" creationId="{722118D8-620A-4547-B3AE-F25038FAEC20}"/>
          </ac:spMkLst>
        </pc:spChg>
        <pc:spChg chg="add 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16" creationId="{DFAB12C7-526E-5BF9-AD2F-4CE2E2F45D78}"/>
          </ac:spMkLst>
        </pc:spChg>
        <pc:spChg chg="add mod">
          <ac:chgData name="Vivek Kande" userId="7649d0e3-63cc-40f6-bad1-46fd6efa90af" providerId="ADAL" clId="{FC53BD6A-157D-4D26-975A-EFAD831AFB57}" dt="2026-09-26T07:32:49.682" v="2483" actId="207"/>
          <ac:spMkLst>
            <pc:docMk/>
            <pc:sldMk cId="2544979989" sldId="297"/>
            <ac:spMk id="17" creationId="{2B8724E4-362C-273E-1DCE-906E2215759C}"/>
          </ac:spMkLst>
        </pc:spChg>
        <pc:spChg chg="add 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18" creationId="{8DDEAB76-5B80-C6C6-18D4-1FC6203BF6BA}"/>
          </ac:spMkLst>
        </pc:spChg>
        <pc:spChg chg="add 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19" creationId="{0021F19B-6B16-B33F-A6AD-72FEDDACFA8D}"/>
          </ac:spMkLst>
        </pc:spChg>
        <pc:spChg chg="add mod">
          <ac:chgData name="Vivek Kande" userId="7649d0e3-63cc-40f6-bad1-46fd6efa90af" providerId="ADAL" clId="{FC53BD6A-157D-4D26-975A-EFAD831AFB57}" dt="2026-09-26T07:32:49.682" v="2483" actId="207"/>
          <ac:spMkLst>
            <pc:docMk/>
            <pc:sldMk cId="2544979989" sldId="297"/>
            <ac:spMk id="20" creationId="{E2C807FB-AD09-91E7-E90E-91A65B90D60A}"/>
          </ac:spMkLst>
        </pc:spChg>
        <pc:spChg chg="add 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21" creationId="{BFD6CECB-64E5-111D-DD7A-34EB28862ABF}"/>
          </ac:spMkLst>
        </pc:spChg>
        <pc:spChg chg="add mod">
          <ac:chgData name="Vivek Kande" userId="7649d0e3-63cc-40f6-bad1-46fd6efa90af" providerId="ADAL" clId="{FC53BD6A-157D-4D26-975A-EFAD831AFB57}" dt="2026-09-26T07:33:46.917" v="2488" actId="121"/>
          <ac:spMkLst>
            <pc:docMk/>
            <pc:sldMk cId="2544979989" sldId="297"/>
            <ac:spMk id="22" creationId="{21865013-DB62-0ACF-269B-A6899D9D750D}"/>
          </ac:spMkLst>
        </pc:spChg>
        <pc:spChg chg="mod">
          <ac:chgData name="Vivek Kande" userId="7649d0e3-63cc-40f6-bad1-46fd6efa90af" providerId="ADAL" clId="{FC53BD6A-157D-4D26-975A-EFAD831AFB57}" dt="2026-09-28T11:05:53.452" v="8793" actId="1038"/>
          <ac:spMkLst>
            <pc:docMk/>
            <pc:sldMk cId="2544979989" sldId="297"/>
            <ac:spMk id="23" creationId="{8B1DF1B1-1D97-93D7-0EC5-62381FD0A49E}"/>
          </ac:spMkLst>
        </pc:spChg>
        <pc:spChg chg="mod topLvl">
          <ac:chgData name="Vivek Kande" userId="7649d0e3-63cc-40f6-bad1-46fd6efa90af" providerId="ADAL" clId="{FC53BD6A-157D-4D26-975A-EFAD831AFB57}" dt="2026-09-24T17:29:05.917" v="260" actId="165"/>
          <ac:spMkLst>
            <pc:docMk/>
            <pc:sldMk cId="2544979989" sldId="297"/>
            <ac:spMk id="71" creationId="{BC2436AB-8D6B-7048-7FB3-81FFB68C8670}"/>
          </ac:spMkLst>
        </pc:spChg>
        <pc:cxnChg chg="mod">
          <ac:chgData name="Vivek Kande" userId="7649d0e3-63cc-40f6-bad1-46fd6efa90af" providerId="ADAL" clId="{FC53BD6A-157D-4D26-975A-EFAD831AFB57}" dt="2026-09-26T07:33:12.385" v="2485" actId="692"/>
          <ac:cxnSpMkLst>
            <pc:docMk/>
            <pc:sldMk cId="2544979989" sldId="297"/>
            <ac:cxnSpMk id="9" creationId="{9F23B8E3-0B4A-752B-B467-BD7CA2AFBFF0}"/>
          </ac:cxnSpMkLst>
        </pc:cxnChg>
      </pc:sldChg>
      <pc:sldChg chg="add del">
        <pc:chgData name="Vivek Kande" userId="7649d0e3-63cc-40f6-bad1-46fd6efa90af" providerId="ADAL" clId="{FC53BD6A-157D-4D26-975A-EFAD831AFB57}" dt="2026-10-17T13:26:14.139" v="24783" actId="47"/>
        <pc:sldMkLst>
          <pc:docMk/>
          <pc:sldMk cId="3342935036" sldId="298"/>
        </pc:sldMkLst>
      </pc:sldChg>
      <pc:sldChg chg="addSp delSp modSp new mod addAnim delAnim modAnim modNotesTx">
        <pc:chgData name="Vivek Kande" userId="7649d0e3-63cc-40f6-bad1-46fd6efa90af" providerId="ADAL" clId="{FC53BD6A-157D-4D26-975A-EFAD831AFB57}" dt="2026-09-29T19:07:05.105" v="19901" actId="20577"/>
        <pc:sldMkLst>
          <pc:docMk/>
          <pc:sldMk cId="1561974384" sldId="299"/>
        </pc:sldMkLst>
        <pc:spChg chg="mod">
          <ac:chgData name="Vivek Kande" userId="7649d0e3-63cc-40f6-bad1-46fd6efa90af" providerId="ADAL" clId="{FC53BD6A-157D-4D26-975A-EFAD831AFB57}" dt="2026-09-25T18:19:11.589" v="1600" actId="207"/>
          <ac:spMkLst>
            <pc:docMk/>
            <pc:sldMk cId="1561974384" sldId="299"/>
            <ac:spMk id="4" creationId="{A98B76FA-4D91-E411-4CD5-03EB22D34208}"/>
          </ac:spMkLst>
        </pc:spChg>
        <pc:spChg chg="add mod">
          <ac:chgData name="Vivek Kande" userId="7649d0e3-63cc-40f6-bad1-46fd6efa90af" providerId="ADAL" clId="{FC53BD6A-157D-4D26-975A-EFAD831AFB57}" dt="2026-09-28T06:03:10.337" v="5700" actId="1036"/>
          <ac:spMkLst>
            <pc:docMk/>
            <pc:sldMk cId="1561974384" sldId="299"/>
            <ac:spMk id="5" creationId="{1D61BA75-EE0B-6278-5965-F62B4B11DDCE}"/>
          </ac:spMkLst>
        </pc:spChg>
        <pc:spChg chg="add mod">
          <ac:chgData name="Vivek Kande" userId="7649d0e3-63cc-40f6-bad1-46fd6efa90af" providerId="ADAL" clId="{FC53BD6A-157D-4D26-975A-EFAD831AFB57}" dt="2026-09-25T13:15:14.236" v="541" actId="767"/>
          <ac:spMkLst>
            <pc:docMk/>
            <pc:sldMk cId="1561974384" sldId="299"/>
            <ac:spMk id="7" creationId="{29A648E6-078A-3D8E-4E72-B7B2E7360665}"/>
          </ac:spMkLst>
        </pc:spChg>
        <pc:spChg chg="mod topLvl">
          <ac:chgData name="Vivek Kande" userId="7649d0e3-63cc-40f6-bad1-46fd6efa90af" providerId="ADAL" clId="{FC53BD6A-157D-4D26-975A-EFAD831AFB57}" dt="2026-09-29T17:08:32.562" v="19348" actId="164"/>
          <ac:spMkLst>
            <pc:docMk/>
            <pc:sldMk cId="1561974384" sldId="299"/>
            <ac:spMk id="12" creationId="{62DD6590-02C0-1AF7-745A-458A029CF3C0}"/>
          </ac:spMkLst>
        </pc:spChg>
        <pc:spChg chg="mod topLvl">
          <ac:chgData name="Vivek Kande" userId="7649d0e3-63cc-40f6-bad1-46fd6efa90af" providerId="ADAL" clId="{FC53BD6A-157D-4D26-975A-EFAD831AFB57}" dt="2026-09-29T17:08:32.562" v="19348" actId="164"/>
          <ac:spMkLst>
            <pc:docMk/>
            <pc:sldMk cId="1561974384" sldId="299"/>
            <ac:spMk id="24" creationId="{370D8061-6B15-EDBA-D90F-2306C8E35018}"/>
          </ac:spMkLst>
        </pc:spChg>
        <pc:spChg chg="mod topLvl">
          <ac:chgData name="Vivek Kande" userId="7649d0e3-63cc-40f6-bad1-46fd6efa90af" providerId="ADAL" clId="{FC53BD6A-157D-4D26-975A-EFAD831AFB57}" dt="2026-09-29T16:40:55.271" v="19306" actId="165"/>
          <ac:spMkLst>
            <pc:docMk/>
            <pc:sldMk cId="1561974384" sldId="299"/>
            <ac:spMk id="28" creationId="{C65C0603-97F1-D172-8EDB-165EADD43181}"/>
          </ac:spMkLst>
        </pc:spChg>
        <pc:spChg chg="mod topLvl">
          <ac:chgData name="Vivek Kande" userId="7649d0e3-63cc-40f6-bad1-46fd6efa90af" providerId="ADAL" clId="{FC53BD6A-157D-4D26-975A-EFAD831AFB57}" dt="2026-09-29T17:08:32.562" v="19348" actId="164"/>
          <ac:spMkLst>
            <pc:docMk/>
            <pc:sldMk cId="1561974384" sldId="299"/>
            <ac:spMk id="29" creationId="{3CE5B056-1EAD-99F2-3429-A27C593D6D55}"/>
          </ac:spMkLst>
        </pc:spChg>
        <pc:spChg chg="mod topLvl">
          <ac:chgData name="Vivek Kande" userId="7649d0e3-63cc-40f6-bad1-46fd6efa90af" providerId="ADAL" clId="{FC53BD6A-157D-4D26-975A-EFAD831AFB57}" dt="2026-09-29T17:08:32.562" v="19348" actId="164"/>
          <ac:spMkLst>
            <pc:docMk/>
            <pc:sldMk cId="1561974384" sldId="299"/>
            <ac:spMk id="30" creationId="{C48AD31C-BE5A-7429-EC97-57341911D9A0}"/>
          </ac:spMkLst>
        </pc:spChg>
        <pc:spChg chg="add del mod">
          <ac:chgData name="Vivek Kande" userId="7649d0e3-63cc-40f6-bad1-46fd6efa90af" providerId="ADAL" clId="{FC53BD6A-157D-4D26-975A-EFAD831AFB57}" dt="2026-09-27T19:12:44.826" v="5310" actId="1076"/>
          <ac:spMkLst>
            <pc:docMk/>
            <pc:sldMk cId="1561974384" sldId="299"/>
            <ac:spMk id="90" creationId="{F7D859CF-3E2B-955F-6E43-07C702C6AE51}"/>
          </ac:spMkLst>
        </pc:spChg>
        <pc:spChg chg="add mod">
          <ac:chgData name="Vivek Kande" userId="7649d0e3-63cc-40f6-bad1-46fd6efa90af" providerId="ADAL" clId="{FC53BD6A-157D-4D26-975A-EFAD831AFB57}" dt="2026-09-27T19:12:51.841" v="5311" actId="1076"/>
          <ac:spMkLst>
            <pc:docMk/>
            <pc:sldMk cId="1561974384" sldId="299"/>
            <ac:spMk id="91" creationId="{2F7A6DC9-A659-5016-4647-097030CD947D}"/>
          </ac:spMkLst>
        </pc:spChg>
        <pc:spChg chg="add mod">
          <ac:chgData name="Vivek Kande" userId="7649d0e3-63cc-40f6-bad1-46fd6efa90af" providerId="ADAL" clId="{FC53BD6A-157D-4D26-975A-EFAD831AFB57}" dt="2026-09-27T15:25:00.355" v="4275" actId="1076"/>
          <ac:spMkLst>
            <pc:docMk/>
            <pc:sldMk cId="1561974384" sldId="299"/>
            <ac:spMk id="96" creationId="{DD09312F-6E95-8FE9-075E-FEE74E4242D1}"/>
          </ac:spMkLst>
        </pc:spChg>
        <pc:spChg chg="add mod">
          <ac:chgData name="Vivek Kande" userId="7649d0e3-63cc-40f6-bad1-46fd6efa90af" providerId="ADAL" clId="{FC53BD6A-157D-4D26-975A-EFAD831AFB57}" dt="2026-09-29T17:09:07.851" v="19353" actId="1076"/>
          <ac:spMkLst>
            <pc:docMk/>
            <pc:sldMk cId="1561974384" sldId="299"/>
            <ac:spMk id="99" creationId="{E5B21907-703A-608F-F824-E4FE5159E784}"/>
          </ac:spMkLst>
        </pc:spChg>
        <pc:grpChg chg="mod topLvl">
          <ac:chgData name="Vivek Kande" userId="7649d0e3-63cc-40f6-bad1-46fd6efa90af" providerId="ADAL" clId="{FC53BD6A-157D-4D26-975A-EFAD831AFB57}" dt="2026-09-29T17:08:32.562" v="19348" actId="164"/>
          <ac:grpSpMkLst>
            <pc:docMk/>
            <pc:sldMk cId="1561974384" sldId="299"/>
            <ac:grpSpMk id="20" creationId="{CA84F2DD-86F3-7CB2-0712-22CE8D68859A}"/>
          </ac:grpSpMkLst>
        </pc:grpChg>
        <pc:grpChg chg="mod topLvl">
          <ac:chgData name="Vivek Kande" userId="7649d0e3-63cc-40f6-bad1-46fd6efa90af" providerId="ADAL" clId="{FC53BD6A-157D-4D26-975A-EFAD831AFB57}" dt="2026-09-29T17:08:32.562" v="19348" actId="164"/>
          <ac:grpSpMkLst>
            <pc:docMk/>
            <pc:sldMk cId="1561974384" sldId="299"/>
            <ac:grpSpMk id="25" creationId="{94DDCC1C-A9B5-743E-0284-880FB93AC9BD}"/>
          </ac:grpSpMkLst>
        </pc:grpChg>
        <pc:grpChg chg="add mod">
          <ac:chgData name="Vivek Kande" userId="7649d0e3-63cc-40f6-bad1-46fd6efa90af" providerId="ADAL" clId="{FC53BD6A-157D-4D26-975A-EFAD831AFB57}" dt="2026-09-29T17:09:07.851" v="19353" actId="1076"/>
          <ac:grpSpMkLst>
            <pc:docMk/>
            <pc:sldMk cId="1561974384" sldId="299"/>
            <ac:grpSpMk id="95" creationId="{7DDB3F64-531A-D209-3DA5-3786C2CB1591}"/>
          </ac:grpSpMkLst>
        </pc:grpChg>
        <pc:grpChg chg="add mod">
          <ac:chgData name="Vivek Kande" userId="7649d0e3-63cc-40f6-bad1-46fd6efa90af" providerId="ADAL" clId="{FC53BD6A-157D-4D26-975A-EFAD831AFB57}" dt="2026-09-25T19:40:18.906" v="2455" actId="164"/>
          <ac:grpSpMkLst>
            <pc:docMk/>
            <pc:sldMk cId="1561974384" sldId="299"/>
            <ac:grpSpMk id="97" creationId="{4419580F-CD24-3905-C65E-472B6C45A450}"/>
          </ac:grpSpMkLst>
        </pc:grpChg>
        <pc:picChg chg="add mod ord">
          <ac:chgData name="Vivek Kande" userId="7649d0e3-63cc-40f6-bad1-46fd6efa90af" providerId="ADAL" clId="{FC53BD6A-157D-4D26-975A-EFAD831AFB57}" dt="2026-09-25T19:40:18.906" v="2455" actId="164"/>
          <ac:picMkLst>
            <pc:docMk/>
            <pc:sldMk cId="1561974384" sldId="299"/>
            <ac:picMk id="83" creationId="{219663FC-2DCD-F699-CB78-026DEAF4FA3F}"/>
          </ac:picMkLst>
        </pc:picChg>
        <pc:picChg chg="add mod">
          <ac:chgData name="Vivek Kande" userId="7649d0e3-63cc-40f6-bad1-46fd6efa90af" providerId="ADAL" clId="{FC53BD6A-157D-4D26-975A-EFAD831AFB57}" dt="2026-09-29T17:08:32.562" v="19348" actId="164"/>
          <ac:picMkLst>
            <pc:docMk/>
            <pc:sldMk cId="1561974384" sldId="299"/>
            <ac:picMk id="93" creationId="{F767D290-0E1A-EAAA-54B9-2C54637C2131}"/>
          </ac:picMkLst>
        </pc:picChg>
        <pc:cxnChg chg="add del mod">
          <ac:chgData name="Vivek Kande" userId="7649d0e3-63cc-40f6-bad1-46fd6efa90af" providerId="ADAL" clId="{FC53BD6A-157D-4D26-975A-EFAD831AFB57}" dt="2026-09-29T17:08:32.562" v="19348" actId="164"/>
          <ac:cxnSpMkLst>
            <pc:docMk/>
            <pc:sldMk cId="1561974384" sldId="299"/>
            <ac:cxnSpMk id="19" creationId="{1E3518A0-C12B-7611-BF12-D64CA8F71BE3}"/>
          </ac:cxnSpMkLst>
        </pc:cxnChg>
        <pc:cxnChg chg="mod">
          <ac:chgData name="Vivek Kande" userId="7649d0e3-63cc-40f6-bad1-46fd6efa90af" providerId="ADAL" clId="{FC53BD6A-157D-4D26-975A-EFAD831AFB57}" dt="2026-09-29T16:43:00.853" v="19324" actId="164"/>
          <ac:cxnSpMkLst>
            <pc:docMk/>
            <pc:sldMk cId="1561974384" sldId="299"/>
            <ac:cxnSpMk id="26" creationId="{3BC3FACB-F06F-EBD0-2AB2-F073C2E726D4}"/>
          </ac:cxnSpMkLst>
        </pc:cxnChg>
        <pc:cxnChg chg="mod">
          <ac:chgData name="Vivek Kande" userId="7649d0e3-63cc-40f6-bad1-46fd6efa90af" providerId="ADAL" clId="{FC53BD6A-157D-4D26-975A-EFAD831AFB57}" dt="2026-09-29T16:43:00.853" v="19324" actId="164"/>
          <ac:cxnSpMkLst>
            <pc:docMk/>
            <pc:sldMk cId="1561974384" sldId="299"/>
            <ac:cxnSpMk id="27" creationId="{57E81614-CE5C-B8E5-1677-01494673E333}"/>
          </ac:cxnSpMkLst>
        </pc:cxnChg>
        <pc:cxnChg chg="mod">
          <ac:chgData name="Vivek Kande" userId="7649d0e3-63cc-40f6-bad1-46fd6efa90af" providerId="ADAL" clId="{FC53BD6A-157D-4D26-975A-EFAD831AFB57}" dt="2026-09-29T17:08:27.652" v="19347" actId="165"/>
          <ac:cxnSpMkLst>
            <pc:docMk/>
            <pc:sldMk cId="1561974384" sldId="299"/>
            <ac:cxnSpMk id="61" creationId="{50700636-59A2-8A7F-3817-F69956691390}"/>
          </ac:cxnSpMkLst>
        </pc:cxnChg>
        <pc:cxnChg chg="mod">
          <ac:chgData name="Vivek Kande" userId="7649d0e3-63cc-40f6-bad1-46fd6efa90af" providerId="ADAL" clId="{FC53BD6A-157D-4D26-975A-EFAD831AFB57}" dt="2026-09-29T17:08:27.652" v="19347" actId="165"/>
          <ac:cxnSpMkLst>
            <pc:docMk/>
            <pc:sldMk cId="1561974384" sldId="299"/>
            <ac:cxnSpMk id="63" creationId="{AB63F86A-1E8B-D116-DEE3-BA608315DE0B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70" creationId="{A365D6F1-FDD3-CC92-4F55-42207E61AF4D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71" creationId="{DE6A82A6-A968-D77A-F728-750A7F5E270D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73" creationId="{C98FD33C-F135-5683-420C-73619C2D3096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76" creationId="{115B8069-47A4-CD5F-D380-077C56C9D3D4}"/>
          </ac:cxnSpMkLst>
        </pc:cxnChg>
        <pc:cxnChg chg="mod">
          <ac:chgData name="Vivek Kande" userId="7649d0e3-63cc-40f6-bad1-46fd6efa90af" providerId="ADAL" clId="{FC53BD6A-157D-4D26-975A-EFAD831AFB57}" dt="2026-09-29T17:08:27.652" v="19347" actId="165"/>
          <ac:cxnSpMkLst>
            <pc:docMk/>
            <pc:sldMk cId="1561974384" sldId="299"/>
            <ac:cxnSpMk id="77" creationId="{5FC72F14-B175-8209-A01E-106E61964CD8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79" creationId="{6F2EA9AC-4543-783A-3E70-990A7F8E8037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80" creationId="{3069B3CF-C18A-1CD8-D4B9-FF71EC9ED10E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84" creationId="{1C2B0A4D-1859-43D3-63A3-AB21D84DEA39}"/>
          </ac:cxnSpMkLst>
        </pc:cxnChg>
        <pc:cxnChg chg="mod">
          <ac:chgData name="Vivek Kande" userId="7649d0e3-63cc-40f6-bad1-46fd6efa90af" providerId="ADAL" clId="{FC53BD6A-157D-4D26-975A-EFAD831AFB57}" dt="2026-09-29T16:42:07.386" v="19322" actId="571"/>
          <ac:cxnSpMkLst>
            <pc:docMk/>
            <pc:sldMk cId="1561974384" sldId="299"/>
            <ac:cxnSpMk id="85" creationId="{34B2041E-A994-FA67-FE62-E8A3BB9A178B}"/>
          </ac:cxnSpMkLst>
        </pc:cxnChg>
      </pc:sldChg>
      <pc:sldChg chg="addSp delSp modSp new mod ord modAnim">
        <pc:chgData name="Vivek Kande" userId="7649d0e3-63cc-40f6-bad1-46fd6efa90af" providerId="ADAL" clId="{FC53BD6A-157D-4D26-975A-EFAD831AFB57}" dt="2026-09-30T08:17:41.630" v="24535" actId="20577"/>
        <pc:sldMkLst>
          <pc:docMk/>
          <pc:sldMk cId="3087378444" sldId="300"/>
        </pc:sldMkLst>
        <pc:spChg chg="add mod">
          <ac:chgData name="Vivek Kande" userId="7649d0e3-63cc-40f6-bad1-46fd6efa90af" providerId="ADAL" clId="{FC53BD6A-157D-4D26-975A-EFAD831AFB57}" dt="2026-09-28T16:06:41.057" v="11873" actId="1076"/>
          <ac:spMkLst>
            <pc:docMk/>
            <pc:sldMk cId="3087378444" sldId="300"/>
            <ac:spMk id="3" creationId="{AFC3C03B-1037-87F4-D150-E1C07453A609}"/>
          </ac:spMkLst>
        </pc:spChg>
        <pc:spChg chg="mod">
          <ac:chgData name="Vivek Kande" userId="7649d0e3-63cc-40f6-bad1-46fd6efa90af" providerId="ADAL" clId="{FC53BD6A-157D-4D26-975A-EFAD831AFB57}" dt="2026-09-28T16:44:32.825" v="12933" actId="20577"/>
          <ac:spMkLst>
            <pc:docMk/>
            <pc:sldMk cId="3087378444" sldId="300"/>
            <ac:spMk id="4" creationId="{28881A8F-76D7-DFD1-6498-EBC5F5829178}"/>
          </ac:spMkLst>
        </pc:spChg>
        <pc:spChg chg="add mod">
          <ac:chgData name="Vivek Kande" userId="7649d0e3-63cc-40f6-bad1-46fd6efa90af" providerId="ADAL" clId="{FC53BD6A-157D-4D26-975A-EFAD831AFB57}" dt="2026-09-28T16:06:41.057" v="11873" actId="1076"/>
          <ac:spMkLst>
            <pc:docMk/>
            <pc:sldMk cId="3087378444" sldId="300"/>
            <ac:spMk id="5" creationId="{480098B2-B03A-8CA6-0BCA-783A66C68387}"/>
          </ac:spMkLst>
        </pc:spChg>
        <pc:spChg chg="add mod">
          <ac:chgData name="Vivek Kande" userId="7649d0e3-63cc-40f6-bad1-46fd6efa90af" providerId="ADAL" clId="{FC53BD6A-157D-4D26-975A-EFAD831AFB57}" dt="2026-09-28T16:06:41.057" v="11873" actId="1076"/>
          <ac:spMkLst>
            <pc:docMk/>
            <pc:sldMk cId="3087378444" sldId="300"/>
            <ac:spMk id="7" creationId="{ED6D1B84-5247-3F34-7E3C-E4176D728BBE}"/>
          </ac:spMkLst>
        </pc:spChg>
        <pc:spChg chg="add mod">
          <ac:chgData name="Vivek Kande" userId="7649d0e3-63cc-40f6-bad1-46fd6efa90af" providerId="ADAL" clId="{FC53BD6A-157D-4D26-975A-EFAD831AFB57}" dt="2026-09-28T16:06:41.057" v="11873" actId="1076"/>
          <ac:spMkLst>
            <pc:docMk/>
            <pc:sldMk cId="3087378444" sldId="300"/>
            <ac:spMk id="9" creationId="{61A61832-D419-7971-5FBB-2CF1BA691796}"/>
          </ac:spMkLst>
        </pc:spChg>
        <pc:spChg chg="add mod">
          <ac:chgData name="Vivek Kande" userId="7649d0e3-63cc-40f6-bad1-46fd6efa90af" providerId="ADAL" clId="{FC53BD6A-157D-4D26-975A-EFAD831AFB57}" dt="2026-09-30T01:13:00.892" v="24083" actId="1076"/>
          <ac:spMkLst>
            <pc:docMk/>
            <pc:sldMk cId="3087378444" sldId="300"/>
            <ac:spMk id="12" creationId="{72DABC85-F596-74C3-B800-CCC9CFBFA53F}"/>
          </ac:spMkLst>
        </pc:spChg>
        <pc:spChg chg="add mod">
          <ac:chgData name="Vivek Kande" userId="7649d0e3-63cc-40f6-bad1-46fd6efa90af" providerId="ADAL" clId="{FC53BD6A-157D-4D26-975A-EFAD831AFB57}" dt="2026-09-28T16:06:45.487" v="11874" actId="1076"/>
          <ac:spMkLst>
            <pc:docMk/>
            <pc:sldMk cId="3087378444" sldId="300"/>
            <ac:spMk id="23" creationId="{BEFA3D29-DDEC-4EE3-13DE-C0F378489E57}"/>
          </ac:spMkLst>
        </pc:spChg>
        <pc:spChg chg="add mod">
          <ac:chgData name="Vivek Kande" userId="7649d0e3-63cc-40f6-bad1-46fd6efa90af" providerId="ADAL" clId="{FC53BD6A-157D-4D26-975A-EFAD831AFB57}" dt="2026-09-28T16:10:36.832" v="12066" actId="20577"/>
          <ac:spMkLst>
            <pc:docMk/>
            <pc:sldMk cId="3087378444" sldId="300"/>
            <ac:spMk id="24" creationId="{3C34A51D-9F63-AC59-2834-93C67D1E8AB4}"/>
          </ac:spMkLst>
        </pc:spChg>
        <pc:spChg chg="add mod">
          <ac:chgData name="Vivek Kande" userId="7649d0e3-63cc-40f6-bad1-46fd6efa90af" providerId="ADAL" clId="{FC53BD6A-157D-4D26-975A-EFAD831AFB57}" dt="2026-09-30T08:17:41.630" v="24535" actId="20577"/>
          <ac:spMkLst>
            <pc:docMk/>
            <pc:sldMk cId="3087378444" sldId="300"/>
            <ac:spMk id="26" creationId="{52FDE482-F945-3F1C-D02E-B0FAE1C5078B}"/>
          </ac:spMkLst>
        </pc:spChg>
        <pc:picChg chg="add mod topLvl modCrop">
          <ac:chgData name="Vivek Kande" userId="7649d0e3-63cc-40f6-bad1-46fd6efa90af" providerId="ADAL" clId="{FC53BD6A-157D-4D26-975A-EFAD831AFB57}" dt="2026-09-29T21:26:05.465" v="20997" actId="478"/>
          <ac:picMkLst>
            <pc:docMk/>
            <pc:sldMk cId="3087378444" sldId="300"/>
            <ac:picMk id="6" creationId="{19EDD5F0-6DC5-817A-6F78-566869D7E60D}"/>
          </ac:picMkLst>
        </pc:picChg>
        <pc:cxnChg chg="add mod">
          <ac:chgData name="Vivek Kande" userId="7649d0e3-63cc-40f6-bad1-46fd6efa90af" providerId="ADAL" clId="{FC53BD6A-157D-4D26-975A-EFAD831AFB57}" dt="2026-09-28T16:06:41.057" v="11873" actId="1076"/>
          <ac:cxnSpMkLst>
            <pc:docMk/>
            <pc:sldMk cId="3087378444" sldId="300"/>
            <ac:cxnSpMk id="11" creationId="{C31D2316-94C3-043C-7074-F88D6299277D}"/>
          </ac:cxnSpMkLst>
        </pc:cxnChg>
        <pc:cxnChg chg="add mod">
          <ac:chgData name="Vivek Kande" userId="7649d0e3-63cc-40f6-bad1-46fd6efa90af" providerId="ADAL" clId="{FC53BD6A-157D-4D26-975A-EFAD831AFB57}" dt="2026-09-28T16:06:41.057" v="11873" actId="1076"/>
          <ac:cxnSpMkLst>
            <pc:docMk/>
            <pc:sldMk cId="3087378444" sldId="300"/>
            <ac:cxnSpMk id="13" creationId="{60B25491-5FD3-2179-7566-E420E52DDB2D}"/>
          </ac:cxnSpMkLst>
        </pc:cxnChg>
        <pc:cxnChg chg="add mod">
          <ac:chgData name="Vivek Kande" userId="7649d0e3-63cc-40f6-bad1-46fd6efa90af" providerId="ADAL" clId="{FC53BD6A-157D-4D26-975A-EFAD831AFB57}" dt="2026-09-28T16:06:41.057" v="11873" actId="1076"/>
          <ac:cxnSpMkLst>
            <pc:docMk/>
            <pc:sldMk cId="3087378444" sldId="300"/>
            <ac:cxnSpMk id="15" creationId="{F452F205-6422-3A9E-8CEF-843DEEDB4EB1}"/>
          </ac:cxnSpMkLst>
        </pc:cxnChg>
      </pc:sldChg>
      <pc:sldChg chg="modSp new mod ord">
        <pc:chgData name="Vivek Kande" userId="7649d0e3-63cc-40f6-bad1-46fd6efa90af" providerId="ADAL" clId="{FC53BD6A-157D-4D26-975A-EFAD831AFB57}" dt="2026-10-17T13:26:31.824" v="24799" actId="20577"/>
        <pc:sldMkLst>
          <pc:docMk/>
          <pc:sldMk cId="2430881539" sldId="302"/>
        </pc:sldMkLst>
        <pc:spChg chg="mod">
          <ac:chgData name="Vivek Kande" userId="7649d0e3-63cc-40f6-bad1-46fd6efa90af" providerId="ADAL" clId="{FC53BD6A-157D-4D26-975A-EFAD831AFB57}" dt="2026-10-17T13:26:31.824" v="24799" actId="20577"/>
          <ac:spMkLst>
            <pc:docMk/>
            <pc:sldMk cId="2430881539" sldId="302"/>
            <ac:spMk id="3" creationId="{03FE5AA7-A87A-CA85-0FCA-79DFDAC9516F}"/>
          </ac:spMkLst>
        </pc:spChg>
      </pc:sldChg>
      <pc:sldChg chg="modSp new mod">
        <pc:chgData name="Vivek Kande" userId="7649d0e3-63cc-40f6-bad1-46fd6efa90af" providerId="ADAL" clId="{FC53BD6A-157D-4D26-975A-EFAD831AFB57}" dt="2026-09-30T09:58:28.373" v="24759" actId="114"/>
        <pc:sldMkLst>
          <pc:docMk/>
          <pc:sldMk cId="3172161174" sldId="304"/>
        </pc:sldMkLst>
        <pc:spChg chg="mod">
          <ac:chgData name="Vivek Kande" userId="7649d0e3-63cc-40f6-bad1-46fd6efa90af" providerId="ADAL" clId="{FC53BD6A-157D-4D26-975A-EFAD831AFB57}" dt="2026-09-30T09:58:28.373" v="24759" actId="114"/>
          <ac:spMkLst>
            <pc:docMk/>
            <pc:sldMk cId="3172161174" sldId="304"/>
            <ac:spMk id="3" creationId="{FF375605-E2C0-2B5C-41A1-3AD9EBB39D58}"/>
          </ac:spMkLst>
        </pc:spChg>
        <pc:spChg chg="mod">
          <ac:chgData name="Vivek Kande" userId="7649d0e3-63cc-40f6-bad1-46fd6efa90af" providerId="ADAL" clId="{FC53BD6A-157D-4D26-975A-EFAD831AFB57}" dt="2026-09-30T09:56:58.231" v="24739" actId="1076"/>
          <ac:spMkLst>
            <pc:docMk/>
            <pc:sldMk cId="3172161174" sldId="304"/>
            <ac:spMk id="4" creationId="{9D1D2F07-59B8-FA8C-C4ED-679E66564670}"/>
          </ac:spMkLst>
        </pc:spChg>
      </pc:sldChg>
      <pc:sldChg chg="modSp add del mod">
        <pc:chgData name="Vivek Kande" userId="7649d0e3-63cc-40f6-bad1-46fd6efa90af" providerId="ADAL" clId="{FC53BD6A-157D-4D26-975A-EFAD831AFB57}" dt="2026-10-17T13:25:10.464" v="24770" actId="47"/>
        <pc:sldMkLst>
          <pc:docMk/>
          <pc:sldMk cId="743156316" sldId="305"/>
        </pc:sldMkLst>
        <pc:spChg chg="mod">
          <ac:chgData name="Vivek Kande" userId="7649d0e3-63cc-40f6-bad1-46fd6efa90af" providerId="ADAL" clId="{FC53BD6A-157D-4D26-975A-EFAD831AFB57}" dt="2026-09-28T07:37:42.524" v="8085" actId="27636"/>
          <ac:spMkLst>
            <pc:docMk/>
            <pc:sldMk cId="743156316" sldId="305"/>
            <ac:spMk id="4" creationId="{863A7452-8119-2FA3-1BDB-623DF62A9445}"/>
          </ac:spMkLst>
        </pc:spChg>
      </pc:sldChg>
      <pc:sldChg chg="addSp delSp modSp new mod ord modAnim modNotesTx">
        <pc:chgData name="Vivek Kande" userId="7649d0e3-63cc-40f6-bad1-46fd6efa90af" providerId="ADAL" clId="{FC53BD6A-157D-4D26-975A-EFAD831AFB57}" dt="2026-09-30T08:12:16.415" v="24466" actId="20577"/>
        <pc:sldMkLst>
          <pc:docMk/>
          <pc:sldMk cId="2182227440" sldId="306"/>
        </pc:sldMkLst>
        <pc:spChg chg="mod">
          <ac:chgData name="Vivek Kande" userId="7649d0e3-63cc-40f6-bad1-46fd6efa90af" providerId="ADAL" clId="{FC53BD6A-157D-4D26-975A-EFAD831AFB57}" dt="2026-09-28T12:53:19.087" v="9750" actId="14100"/>
          <ac:spMkLst>
            <pc:docMk/>
            <pc:sldMk cId="2182227440" sldId="306"/>
            <ac:spMk id="2" creationId="{9C6DF220-8229-74BB-A85F-5ED5FEC46BE7}"/>
          </ac:spMkLst>
        </pc:spChg>
        <pc:spChg chg="add mod">
          <ac:chgData name="Vivek Kande" userId="7649d0e3-63cc-40f6-bad1-46fd6efa90af" providerId="ADAL" clId="{FC53BD6A-157D-4D26-975A-EFAD831AFB57}" dt="2026-09-28T12:53:52.724" v="9754" actId="1076"/>
          <ac:spMkLst>
            <pc:docMk/>
            <pc:sldMk cId="2182227440" sldId="306"/>
            <ac:spMk id="3" creationId="{E1E2DAB9-35E2-ABDA-1013-C598C9ECC3D8}"/>
          </ac:spMkLst>
        </pc:spChg>
        <pc:spChg chg="mod">
          <ac:chgData name="Vivek Kande" userId="7649d0e3-63cc-40f6-bad1-46fd6efa90af" providerId="ADAL" clId="{FC53BD6A-157D-4D26-975A-EFAD831AFB57}" dt="2026-09-27T09:09:22.283" v="3583" actId="20577"/>
          <ac:spMkLst>
            <pc:docMk/>
            <pc:sldMk cId="2182227440" sldId="306"/>
            <ac:spMk id="4" creationId="{224EE6BE-3148-38AF-3147-D3B9AE5C8F48}"/>
          </ac:spMkLst>
        </pc:spChg>
        <pc:spChg chg="add mod">
          <ac:chgData name="Vivek Kande" userId="7649d0e3-63cc-40f6-bad1-46fd6efa90af" providerId="ADAL" clId="{FC53BD6A-157D-4D26-975A-EFAD831AFB57}" dt="2026-09-28T12:53:57.681" v="9757" actId="1076"/>
          <ac:spMkLst>
            <pc:docMk/>
            <pc:sldMk cId="2182227440" sldId="306"/>
            <ac:spMk id="5" creationId="{0D5B7852-61BF-093D-0B96-C5A35D19516E}"/>
          </ac:spMkLst>
        </pc:spChg>
        <pc:spChg chg="add mod">
          <ac:chgData name="Vivek Kande" userId="7649d0e3-63cc-40f6-bad1-46fd6efa90af" providerId="ADAL" clId="{FC53BD6A-157D-4D26-975A-EFAD831AFB57}" dt="2026-09-28T12:54:00.401" v="9758" actId="1076"/>
          <ac:spMkLst>
            <pc:docMk/>
            <pc:sldMk cId="2182227440" sldId="306"/>
            <ac:spMk id="7" creationId="{BF60E7FB-0E22-8BB6-0563-C3B2DBC40DB5}"/>
          </ac:spMkLst>
        </pc:spChg>
        <pc:spChg chg="add mod">
          <ac:chgData name="Vivek Kande" userId="7649d0e3-63cc-40f6-bad1-46fd6efa90af" providerId="ADAL" clId="{FC53BD6A-157D-4D26-975A-EFAD831AFB57}" dt="2026-09-29T04:46:28.211" v="13742" actId="1076"/>
          <ac:spMkLst>
            <pc:docMk/>
            <pc:sldMk cId="2182227440" sldId="306"/>
            <ac:spMk id="8" creationId="{D18B62FE-8BCE-7DBE-3736-0E746D2102EF}"/>
          </ac:spMkLst>
        </pc:spChg>
        <pc:spChg chg="add mod">
          <ac:chgData name="Vivek Kande" userId="7649d0e3-63cc-40f6-bad1-46fd6efa90af" providerId="ADAL" clId="{FC53BD6A-157D-4D26-975A-EFAD831AFB57}" dt="2026-09-28T12:54:17.232" v="9761" actId="1076"/>
          <ac:spMkLst>
            <pc:docMk/>
            <pc:sldMk cId="2182227440" sldId="306"/>
            <ac:spMk id="9" creationId="{8D3D2730-9462-CDB3-A041-ED77ABC26964}"/>
          </ac:spMkLst>
        </pc:spChg>
        <pc:spChg chg="add mod">
          <ac:chgData name="Vivek Kande" userId="7649d0e3-63cc-40f6-bad1-46fd6efa90af" providerId="ADAL" clId="{FC53BD6A-157D-4D26-975A-EFAD831AFB57}" dt="2026-09-29T04:44:57.539" v="13727" actId="1076"/>
          <ac:spMkLst>
            <pc:docMk/>
            <pc:sldMk cId="2182227440" sldId="306"/>
            <ac:spMk id="10" creationId="{03B6E8AF-E290-4E36-50B5-5CDD3753D661}"/>
          </ac:spMkLst>
        </pc:spChg>
        <pc:spChg chg="add mod">
          <ac:chgData name="Vivek Kande" userId="7649d0e3-63cc-40f6-bad1-46fd6efa90af" providerId="ADAL" clId="{FC53BD6A-157D-4D26-975A-EFAD831AFB57}" dt="2026-09-28T12:53:44.532" v="9753" actId="1076"/>
          <ac:spMkLst>
            <pc:docMk/>
            <pc:sldMk cId="2182227440" sldId="306"/>
            <ac:spMk id="11" creationId="{7E15B93F-5E81-B9B1-E8BD-C8910500C69A}"/>
          </ac:spMkLst>
        </pc:spChg>
        <pc:spChg chg="add mod">
          <ac:chgData name="Vivek Kande" userId="7649d0e3-63cc-40f6-bad1-46fd6efa90af" providerId="ADAL" clId="{FC53BD6A-157D-4D26-975A-EFAD831AFB57}" dt="2026-09-28T12:54:05.504" v="9759" actId="14100"/>
          <ac:spMkLst>
            <pc:docMk/>
            <pc:sldMk cId="2182227440" sldId="306"/>
            <ac:spMk id="12" creationId="{2AE1EAA2-CA0B-3C47-38F3-66E6CC4077C9}"/>
          </ac:spMkLst>
        </pc:spChg>
        <pc:spChg chg="add mod">
          <ac:chgData name="Vivek Kande" userId="7649d0e3-63cc-40f6-bad1-46fd6efa90af" providerId="ADAL" clId="{FC53BD6A-157D-4D26-975A-EFAD831AFB57}" dt="2026-09-28T12:54:28.956" v="9767" actId="1036"/>
          <ac:spMkLst>
            <pc:docMk/>
            <pc:sldMk cId="2182227440" sldId="306"/>
            <ac:spMk id="13" creationId="{C564AAF9-E8C5-E0F1-23B1-BF8AB60C3649}"/>
          </ac:spMkLst>
        </pc:spChg>
        <pc:spChg chg="add mod">
          <ac:chgData name="Vivek Kande" userId="7649d0e3-63cc-40f6-bad1-46fd6efa90af" providerId="ADAL" clId="{FC53BD6A-157D-4D26-975A-EFAD831AFB57}" dt="2026-09-28T12:54:21.446" v="9763" actId="1076"/>
          <ac:spMkLst>
            <pc:docMk/>
            <pc:sldMk cId="2182227440" sldId="306"/>
            <ac:spMk id="14" creationId="{099C562D-DEDD-043A-38C8-5479B88D5CB6}"/>
          </ac:spMkLst>
        </pc:spChg>
        <pc:spChg chg="add mod">
          <ac:chgData name="Vivek Kande" userId="7649d0e3-63cc-40f6-bad1-46fd6efa90af" providerId="ADAL" clId="{FC53BD6A-157D-4D26-975A-EFAD831AFB57}" dt="2026-09-28T12:54:31.785" v="9768" actId="1076"/>
          <ac:spMkLst>
            <pc:docMk/>
            <pc:sldMk cId="2182227440" sldId="306"/>
            <ac:spMk id="15" creationId="{CE42CDF5-3A23-6E01-3368-B3541F31FC6F}"/>
          </ac:spMkLst>
        </pc:spChg>
        <pc:spChg chg="add mod">
          <ac:chgData name="Vivek Kande" userId="7649d0e3-63cc-40f6-bad1-46fd6efa90af" providerId="ADAL" clId="{FC53BD6A-157D-4D26-975A-EFAD831AFB57}" dt="2026-09-29T04:46:28.211" v="13742" actId="1076"/>
          <ac:spMkLst>
            <pc:docMk/>
            <pc:sldMk cId="2182227440" sldId="306"/>
            <ac:spMk id="16" creationId="{1DB001BB-ACA4-695E-C5BC-B6CCCD0E743F}"/>
          </ac:spMkLst>
        </pc:spChg>
        <pc:spChg chg="add mod">
          <ac:chgData name="Vivek Kande" userId="7649d0e3-63cc-40f6-bad1-46fd6efa90af" providerId="ADAL" clId="{FC53BD6A-157D-4D26-975A-EFAD831AFB57}" dt="2026-09-29T04:46:40.724" v="13746" actId="1076"/>
          <ac:spMkLst>
            <pc:docMk/>
            <pc:sldMk cId="2182227440" sldId="306"/>
            <ac:spMk id="17" creationId="{9D279614-E46A-F6FE-9797-0ED6D8DD5634}"/>
          </ac:spMkLst>
        </pc:spChg>
        <pc:spChg chg="add mod">
          <ac:chgData name="Vivek Kande" userId="7649d0e3-63cc-40f6-bad1-46fd6efa90af" providerId="ADAL" clId="{FC53BD6A-157D-4D26-975A-EFAD831AFB57}" dt="2026-09-29T17:23:28.117" v="19377" actId="1076"/>
          <ac:spMkLst>
            <pc:docMk/>
            <pc:sldMk cId="2182227440" sldId="306"/>
            <ac:spMk id="18" creationId="{A2BD62C5-E832-D5E5-B11C-9A8284D5B1E2}"/>
          </ac:spMkLst>
        </pc:spChg>
        <pc:spChg chg="add mod ord">
          <ac:chgData name="Vivek Kande" userId="7649d0e3-63cc-40f6-bad1-46fd6efa90af" providerId="ADAL" clId="{FC53BD6A-157D-4D26-975A-EFAD831AFB57}" dt="2026-09-29T04:46:36.500" v="13745" actId="1076"/>
          <ac:spMkLst>
            <pc:docMk/>
            <pc:sldMk cId="2182227440" sldId="306"/>
            <ac:spMk id="19" creationId="{9177340B-A1E8-FB34-3292-0E9815088155}"/>
          </ac:spMkLst>
        </pc:spChg>
        <pc:spChg chg="add mod">
          <ac:chgData name="Vivek Kande" userId="7649d0e3-63cc-40f6-bad1-46fd6efa90af" providerId="ADAL" clId="{FC53BD6A-157D-4D26-975A-EFAD831AFB57}" dt="2026-09-29T04:46:43.843" v="13747" actId="1076"/>
          <ac:spMkLst>
            <pc:docMk/>
            <pc:sldMk cId="2182227440" sldId="306"/>
            <ac:spMk id="20" creationId="{10194925-2065-AB51-F89F-FAB4EAF8E584}"/>
          </ac:spMkLst>
        </pc:spChg>
        <pc:spChg chg="add mod">
          <ac:chgData name="Vivek Kande" userId="7649d0e3-63cc-40f6-bad1-46fd6efa90af" providerId="ADAL" clId="{FC53BD6A-157D-4D26-975A-EFAD831AFB57}" dt="2026-09-29T04:49:41.397" v="13769" actId="207"/>
          <ac:spMkLst>
            <pc:docMk/>
            <pc:sldMk cId="2182227440" sldId="306"/>
            <ac:spMk id="21" creationId="{7FCC410D-CFF3-D846-496D-D54320DF5DF2}"/>
          </ac:spMkLst>
        </pc:spChg>
        <pc:spChg chg="add mod">
          <ac:chgData name="Vivek Kande" userId="7649d0e3-63cc-40f6-bad1-46fd6efa90af" providerId="ADAL" clId="{FC53BD6A-157D-4D26-975A-EFAD831AFB57}" dt="2026-09-29T04:49:38.184" v="13768" actId="207"/>
          <ac:spMkLst>
            <pc:docMk/>
            <pc:sldMk cId="2182227440" sldId="306"/>
            <ac:spMk id="22" creationId="{19C73FFB-36EF-B6F3-E12F-6076BEB4212C}"/>
          </ac:spMkLst>
        </pc:spChg>
        <pc:picChg chg="add mod">
          <ac:chgData name="Vivek Kande" userId="7649d0e3-63cc-40f6-bad1-46fd6efa90af" providerId="ADAL" clId="{FC53BD6A-157D-4D26-975A-EFAD831AFB57}" dt="2026-09-28T12:54:12.239" v="9760" actId="34135"/>
          <ac:picMkLst>
            <pc:docMk/>
            <pc:sldMk cId="2182227440" sldId="306"/>
            <ac:picMk id="6" creationId="{D61BC2FF-3AB9-DD2E-382A-3088C7548004}"/>
          </ac:picMkLst>
        </pc:picChg>
      </pc:sldChg>
      <pc:sldChg chg="modSp add del mod">
        <pc:chgData name="Vivek Kande" userId="7649d0e3-63cc-40f6-bad1-46fd6efa90af" providerId="ADAL" clId="{FC53BD6A-157D-4D26-975A-EFAD831AFB57}" dt="2026-10-17T13:25:05.451" v="24769" actId="47"/>
        <pc:sldMkLst>
          <pc:docMk/>
          <pc:sldMk cId="2003015505" sldId="307"/>
        </pc:sldMkLst>
        <pc:spChg chg="mod">
          <ac:chgData name="Vivek Kande" userId="7649d0e3-63cc-40f6-bad1-46fd6efa90af" providerId="ADAL" clId="{FC53BD6A-157D-4D26-975A-EFAD831AFB57}" dt="2026-09-28T07:37:42.509" v="8084" actId="27636"/>
          <ac:spMkLst>
            <pc:docMk/>
            <pc:sldMk cId="2003015505" sldId="307"/>
            <ac:spMk id="4" creationId="{1A9A2ABC-D1F6-C3F4-1FAC-B276BF7430A9}"/>
          </ac:spMkLst>
        </pc:spChg>
      </pc:sldChg>
      <pc:sldChg chg="addSp delSp modSp new mod ord modTransition addAnim delAnim modAnim modNotesTx">
        <pc:chgData name="Vivek Kande" userId="7649d0e3-63cc-40f6-bad1-46fd6efa90af" providerId="ADAL" clId="{FC53BD6A-157D-4D26-975A-EFAD831AFB57}" dt="2026-09-30T08:15:23.823" v="24509" actId="1076"/>
        <pc:sldMkLst>
          <pc:docMk/>
          <pc:sldMk cId="3825683261" sldId="308"/>
        </pc:sldMkLst>
        <pc:spChg chg="mod">
          <ac:chgData name="Vivek Kande" userId="7649d0e3-63cc-40f6-bad1-46fd6efa90af" providerId="ADAL" clId="{FC53BD6A-157D-4D26-975A-EFAD831AFB57}" dt="2026-09-29T16:24:02.332" v="19265" actId="6549"/>
          <ac:spMkLst>
            <pc:docMk/>
            <pc:sldMk cId="3825683261" sldId="308"/>
            <ac:spMk id="4" creationId="{134083DF-01BF-F8F1-ECE3-1DEB852FE92F}"/>
          </ac:spMkLst>
        </pc:spChg>
        <pc:spChg chg="add mod topLvl">
          <ac:chgData name="Vivek Kande" userId="7649d0e3-63cc-40f6-bad1-46fd6efa90af" providerId="ADAL" clId="{FC53BD6A-157D-4D26-975A-EFAD831AFB57}" dt="2026-09-29T16:06:53.143" v="19224" actId="1076"/>
          <ac:spMkLst>
            <pc:docMk/>
            <pc:sldMk cId="3825683261" sldId="308"/>
            <ac:spMk id="5" creationId="{6C221EDD-71F1-BB51-1FB6-78A6652CA786}"/>
          </ac:spMkLst>
        </pc:spChg>
        <pc:spChg chg="add mod">
          <ac:chgData name="Vivek Kande" userId="7649d0e3-63cc-40f6-bad1-46fd6efa90af" providerId="ADAL" clId="{FC53BD6A-157D-4D26-975A-EFAD831AFB57}" dt="2026-09-29T16:03:22.610" v="19158" actId="1076"/>
          <ac:spMkLst>
            <pc:docMk/>
            <pc:sldMk cId="3825683261" sldId="308"/>
            <ac:spMk id="10" creationId="{811A31BF-48AC-E73C-0AC8-ED3A65C53E75}"/>
          </ac:spMkLst>
        </pc:spChg>
        <pc:spChg chg="add mod">
          <ac:chgData name="Vivek Kande" userId="7649d0e3-63cc-40f6-bad1-46fd6efa90af" providerId="ADAL" clId="{FC53BD6A-157D-4D26-975A-EFAD831AFB57}" dt="2026-09-29T16:02:43.241" v="19151" actId="14100"/>
          <ac:spMkLst>
            <pc:docMk/>
            <pc:sldMk cId="3825683261" sldId="308"/>
            <ac:spMk id="12" creationId="{FEA6E137-2AE3-1F2F-AA94-FE0FA7DA9750}"/>
          </ac:spMkLst>
        </pc:spChg>
        <pc:spChg chg="add mod">
          <ac:chgData name="Vivek Kande" userId="7649d0e3-63cc-40f6-bad1-46fd6efa90af" providerId="ADAL" clId="{FC53BD6A-157D-4D26-975A-EFAD831AFB57}" dt="2026-09-29T16:03:22.610" v="19158" actId="1076"/>
          <ac:spMkLst>
            <pc:docMk/>
            <pc:sldMk cId="3825683261" sldId="308"/>
            <ac:spMk id="13" creationId="{1F4A00D2-E6FB-A6E5-C8A6-393F941AA4D1}"/>
          </ac:spMkLst>
        </pc:spChg>
        <pc:spChg chg="add mod topLvl">
          <ac:chgData name="Vivek Kande" userId="7649d0e3-63cc-40f6-bad1-46fd6efa90af" providerId="ADAL" clId="{FC53BD6A-157D-4D26-975A-EFAD831AFB57}" dt="2026-09-29T16:06:00.793" v="19195" actId="164"/>
          <ac:spMkLst>
            <pc:docMk/>
            <pc:sldMk cId="3825683261" sldId="308"/>
            <ac:spMk id="14" creationId="{39B486FD-5953-D09D-CE3A-DA67E80DE6B4}"/>
          </ac:spMkLst>
        </pc:spChg>
        <pc:spChg chg="add mod topLvl">
          <ac:chgData name="Vivek Kande" userId="7649d0e3-63cc-40f6-bad1-46fd6efa90af" providerId="ADAL" clId="{FC53BD6A-157D-4D26-975A-EFAD831AFB57}" dt="2026-09-29T16:06:00.793" v="19195" actId="164"/>
          <ac:spMkLst>
            <pc:docMk/>
            <pc:sldMk cId="3825683261" sldId="308"/>
            <ac:spMk id="16" creationId="{DFC816EE-4997-9838-D86A-627F62F2545A}"/>
          </ac:spMkLst>
        </pc:spChg>
        <pc:spChg chg="add mod">
          <ac:chgData name="Vivek Kande" userId="7649d0e3-63cc-40f6-bad1-46fd6efa90af" providerId="ADAL" clId="{FC53BD6A-157D-4D26-975A-EFAD831AFB57}" dt="2026-09-29T16:06:00.793" v="19195" actId="164"/>
          <ac:spMkLst>
            <pc:docMk/>
            <pc:sldMk cId="3825683261" sldId="308"/>
            <ac:spMk id="19" creationId="{1FA3F1E5-AE68-1C65-11BA-8BA40943A027}"/>
          </ac:spMkLst>
        </pc:spChg>
        <pc:spChg chg="add mod">
          <ac:chgData name="Vivek Kande" userId="7649d0e3-63cc-40f6-bad1-46fd6efa90af" providerId="ADAL" clId="{FC53BD6A-157D-4D26-975A-EFAD831AFB57}" dt="2026-09-27T14:51:59.571" v="4091" actId="1076"/>
          <ac:spMkLst>
            <pc:docMk/>
            <pc:sldMk cId="3825683261" sldId="308"/>
            <ac:spMk id="20" creationId="{FAECD479-F8C9-CD44-2CCB-53251BEC3B75}"/>
          </ac:spMkLst>
        </pc:spChg>
        <pc:spChg chg="add mod">
          <ac:chgData name="Vivek Kande" userId="7649d0e3-63cc-40f6-bad1-46fd6efa90af" providerId="ADAL" clId="{FC53BD6A-157D-4D26-975A-EFAD831AFB57}" dt="2026-09-29T16:06:00.793" v="19195" actId="164"/>
          <ac:spMkLst>
            <pc:docMk/>
            <pc:sldMk cId="3825683261" sldId="308"/>
            <ac:spMk id="22" creationId="{E1E3EFF3-755A-28ED-7A31-BC8676C81BFF}"/>
          </ac:spMkLst>
        </pc:spChg>
        <pc:spChg chg="add mod ord">
          <ac:chgData name="Vivek Kande" userId="7649d0e3-63cc-40f6-bad1-46fd6efa90af" providerId="ADAL" clId="{FC53BD6A-157D-4D26-975A-EFAD831AFB57}" dt="2026-09-27T14:51:59.571" v="4091" actId="1076"/>
          <ac:spMkLst>
            <pc:docMk/>
            <pc:sldMk cId="3825683261" sldId="308"/>
            <ac:spMk id="24" creationId="{29F37494-DC9F-E2F0-F27E-680CAA19CC47}"/>
          </ac:spMkLst>
        </pc:spChg>
        <pc:spChg chg="add mod ord">
          <ac:chgData name="Vivek Kande" userId="7649d0e3-63cc-40f6-bad1-46fd6efa90af" providerId="ADAL" clId="{FC53BD6A-157D-4D26-975A-EFAD831AFB57}" dt="2026-09-27T14:51:59.571" v="4091" actId="1076"/>
          <ac:spMkLst>
            <pc:docMk/>
            <pc:sldMk cId="3825683261" sldId="308"/>
            <ac:spMk id="25" creationId="{95E38CEC-DBA3-B705-6820-7E6BC039A026}"/>
          </ac:spMkLst>
        </pc:spChg>
        <pc:spChg chg="add mod">
          <ac:chgData name="Vivek Kande" userId="7649d0e3-63cc-40f6-bad1-46fd6efa90af" providerId="ADAL" clId="{FC53BD6A-157D-4D26-975A-EFAD831AFB57}" dt="2026-09-29T16:24:40.262" v="19275" actId="1035"/>
          <ac:spMkLst>
            <pc:docMk/>
            <pc:sldMk cId="3825683261" sldId="308"/>
            <ac:spMk id="26" creationId="{96944251-C19A-F949-58BD-A680FAF0917B}"/>
          </ac:spMkLst>
        </pc:spChg>
        <pc:spChg chg="add mod">
          <ac:chgData name="Vivek Kande" userId="7649d0e3-63cc-40f6-bad1-46fd6efa90af" providerId="ADAL" clId="{FC53BD6A-157D-4D26-975A-EFAD831AFB57}" dt="2026-09-29T16:25:32.158" v="19290" actId="14100"/>
          <ac:spMkLst>
            <pc:docMk/>
            <pc:sldMk cId="3825683261" sldId="308"/>
            <ac:spMk id="29" creationId="{67435549-F179-6677-FBA2-06062695CE31}"/>
          </ac:spMkLst>
        </pc:spChg>
        <pc:spChg chg="add mod ord">
          <ac:chgData name="Vivek Kande" userId="7649d0e3-63cc-40f6-bad1-46fd6efa90af" providerId="ADAL" clId="{FC53BD6A-157D-4D26-975A-EFAD831AFB57}" dt="2026-09-29T21:06:48.393" v="20593" actId="1036"/>
          <ac:spMkLst>
            <pc:docMk/>
            <pc:sldMk cId="3825683261" sldId="308"/>
            <ac:spMk id="30" creationId="{41691E0C-D809-2993-7A8A-36DBE9F94E18}"/>
          </ac:spMkLst>
        </pc:spChg>
        <pc:spChg chg="add mod">
          <ac:chgData name="Vivek Kande" userId="7649d0e3-63cc-40f6-bad1-46fd6efa90af" providerId="ADAL" clId="{FC53BD6A-157D-4D26-975A-EFAD831AFB57}" dt="2026-09-29T21:14:23.351" v="20650" actId="207"/>
          <ac:spMkLst>
            <pc:docMk/>
            <pc:sldMk cId="3825683261" sldId="308"/>
            <ac:spMk id="31" creationId="{5A96C611-006A-BC1D-206B-83ACD5848EB8}"/>
          </ac:spMkLst>
        </pc:spChg>
        <pc:spChg chg="add mod">
          <ac:chgData name="Vivek Kande" userId="7649d0e3-63cc-40f6-bad1-46fd6efa90af" providerId="ADAL" clId="{FC53BD6A-157D-4D26-975A-EFAD831AFB57}" dt="2026-09-29T21:14:23.351" v="20650" actId="207"/>
          <ac:spMkLst>
            <pc:docMk/>
            <pc:sldMk cId="3825683261" sldId="308"/>
            <ac:spMk id="32" creationId="{98F24145-C0C6-B204-0BBC-536F69A49C1F}"/>
          </ac:spMkLst>
        </pc:spChg>
        <pc:grpChg chg="add mod">
          <ac:chgData name="Vivek Kande" userId="7649d0e3-63cc-40f6-bad1-46fd6efa90af" providerId="ADAL" clId="{FC53BD6A-157D-4D26-975A-EFAD831AFB57}" dt="2026-09-30T08:15:23.823" v="24509" actId="1076"/>
          <ac:grpSpMkLst>
            <pc:docMk/>
            <pc:sldMk cId="3825683261" sldId="308"/>
            <ac:grpSpMk id="23" creationId="{FBBAD8F1-DB04-1501-7615-BB9C9B5C6792}"/>
          </ac:grpSpMkLst>
        </pc:grpChg>
        <pc:picChg chg="add mod ord topLvl">
          <ac:chgData name="Vivek Kande" userId="7649d0e3-63cc-40f6-bad1-46fd6efa90af" providerId="ADAL" clId="{FC53BD6A-157D-4D26-975A-EFAD831AFB57}" dt="2026-09-29T21:04:58.449" v="20586" actId="167"/>
          <ac:picMkLst>
            <pc:docMk/>
            <pc:sldMk cId="3825683261" sldId="308"/>
            <ac:picMk id="6" creationId="{589E7F22-8353-FBCC-687E-8DB3DFEB98EE}"/>
          </ac:picMkLst>
        </pc:picChg>
        <pc:picChg chg="add mod topLvl modCrop">
          <ac:chgData name="Vivek Kande" userId="7649d0e3-63cc-40f6-bad1-46fd6efa90af" providerId="ADAL" clId="{FC53BD6A-157D-4D26-975A-EFAD831AFB57}" dt="2026-09-29T16:06:00.793" v="19195" actId="164"/>
          <ac:picMkLst>
            <pc:docMk/>
            <pc:sldMk cId="3825683261" sldId="308"/>
            <ac:picMk id="8" creationId="{1933A2F0-EA54-30A4-4B8E-858F06B9321F}"/>
          </ac:picMkLst>
        </pc:picChg>
        <pc:cxnChg chg="add mod">
          <ac:chgData name="Vivek Kande" userId="7649d0e3-63cc-40f6-bad1-46fd6efa90af" providerId="ADAL" clId="{FC53BD6A-157D-4D26-975A-EFAD831AFB57}" dt="2026-09-29T16:03:22.610" v="19158" actId="1076"/>
          <ac:cxnSpMkLst>
            <pc:docMk/>
            <pc:sldMk cId="3825683261" sldId="308"/>
            <ac:cxnSpMk id="9" creationId="{55890C79-E776-D799-4CA2-4FA651787A2F}"/>
          </ac:cxnSpMkLst>
        </pc:cxnChg>
        <pc:cxnChg chg="add mod">
          <ac:chgData name="Vivek Kande" userId="7649d0e3-63cc-40f6-bad1-46fd6efa90af" providerId="ADAL" clId="{FC53BD6A-157D-4D26-975A-EFAD831AFB57}" dt="2026-09-29T16:03:22.610" v="19158" actId="1076"/>
          <ac:cxnSpMkLst>
            <pc:docMk/>
            <pc:sldMk cId="3825683261" sldId="308"/>
            <ac:cxnSpMk id="11" creationId="{9C725FCA-9E23-3642-50D7-90196487A445}"/>
          </ac:cxnSpMkLst>
        </pc:cxnChg>
        <pc:cxnChg chg="add mod">
          <ac:chgData name="Vivek Kande" userId="7649d0e3-63cc-40f6-bad1-46fd6efa90af" providerId="ADAL" clId="{FC53BD6A-157D-4D26-975A-EFAD831AFB57}" dt="2026-09-27T14:51:59.571" v="4091" actId="1076"/>
          <ac:cxnSpMkLst>
            <pc:docMk/>
            <pc:sldMk cId="3825683261" sldId="308"/>
            <ac:cxnSpMk id="27" creationId="{3C61D2D3-14F4-37F8-60AB-E1333341C0EF}"/>
          </ac:cxnSpMkLst>
        </pc:cxnChg>
        <pc:cxnChg chg="add mod">
          <ac:chgData name="Vivek Kande" userId="7649d0e3-63cc-40f6-bad1-46fd6efa90af" providerId="ADAL" clId="{FC53BD6A-157D-4D26-975A-EFAD831AFB57}" dt="2026-09-27T14:51:59.571" v="4091" actId="1076"/>
          <ac:cxnSpMkLst>
            <pc:docMk/>
            <pc:sldMk cId="3825683261" sldId="308"/>
            <ac:cxnSpMk id="28" creationId="{5FB40D79-E0AE-A7C3-F43B-08E832ECCA38}"/>
          </ac:cxnSpMkLst>
        </pc:cxnChg>
      </pc:sldChg>
      <pc:sldChg chg="addSp delSp modSp add mod ord modTransition addAnim delAnim modAnim modNotesTx">
        <pc:chgData name="Vivek Kande" userId="7649d0e3-63cc-40f6-bad1-46fd6efa90af" providerId="ADAL" clId="{FC53BD6A-157D-4D26-975A-EFAD831AFB57}" dt="2026-09-29T21:24:11.319" v="20976" actId="478"/>
        <pc:sldMkLst>
          <pc:docMk/>
          <pc:sldMk cId="3073172136" sldId="309"/>
        </pc:sldMkLst>
        <pc:spChg chg="mod">
          <ac:chgData name="Vivek Kande" userId="7649d0e3-63cc-40f6-bad1-46fd6efa90af" providerId="ADAL" clId="{FC53BD6A-157D-4D26-975A-EFAD831AFB57}" dt="2026-09-28T12:46:29.536" v="9662" actId="1076"/>
          <ac:spMkLst>
            <pc:docMk/>
            <pc:sldMk cId="3073172136" sldId="309"/>
            <ac:spMk id="2" creationId="{9862FE80-5767-66AE-96D4-886117864CFE}"/>
          </ac:spMkLst>
        </pc:spChg>
        <pc:spChg chg="add del mod">
          <ac:chgData name="Vivek Kande" userId="7649d0e3-63cc-40f6-bad1-46fd6efa90af" providerId="ADAL" clId="{FC53BD6A-157D-4D26-975A-EFAD831AFB57}" dt="2026-09-28T12:49:06.886" v="9708" actId="1076"/>
          <ac:spMkLst>
            <pc:docMk/>
            <pc:sldMk cId="3073172136" sldId="309"/>
            <ac:spMk id="3" creationId="{94DD7730-7F2F-0C7B-0AC9-E7901A21F0CC}"/>
          </ac:spMkLst>
        </pc:spChg>
        <pc:spChg chg="mod">
          <ac:chgData name="Vivek Kande" userId="7649d0e3-63cc-40f6-bad1-46fd6efa90af" providerId="ADAL" clId="{FC53BD6A-157D-4D26-975A-EFAD831AFB57}" dt="2026-09-28T12:43:29.145" v="9620" actId="1076"/>
          <ac:spMkLst>
            <pc:docMk/>
            <pc:sldMk cId="3073172136" sldId="309"/>
            <ac:spMk id="4" creationId="{A78C72EC-3394-FA10-10E0-9DADE00CDF89}"/>
          </ac:spMkLst>
        </pc:spChg>
        <pc:spChg chg="add del mod">
          <ac:chgData name="Vivek Kande" userId="7649d0e3-63cc-40f6-bad1-46fd6efa90af" providerId="ADAL" clId="{FC53BD6A-157D-4D26-975A-EFAD831AFB57}" dt="2026-09-28T12:49:06.886" v="9708" actId="1076"/>
          <ac:spMkLst>
            <pc:docMk/>
            <pc:sldMk cId="3073172136" sldId="309"/>
            <ac:spMk id="9" creationId="{2159239F-3B7C-0DFA-5846-EC1C69C42B25}"/>
          </ac:spMkLst>
        </pc:spChg>
        <pc:spChg chg="add mod">
          <ac:chgData name="Vivek Kande" userId="7649d0e3-63cc-40f6-bad1-46fd6efa90af" providerId="ADAL" clId="{FC53BD6A-157D-4D26-975A-EFAD831AFB57}" dt="2026-09-28T12:43:42.841" v="9623" actId="1076"/>
          <ac:spMkLst>
            <pc:docMk/>
            <pc:sldMk cId="3073172136" sldId="309"/>
            <ac:spMk id="10" creationId="{41B8EC25-8571-B10E-A90C-3A6991E1F4F3}"/>
          </ac:spMkLst>
        </pc:spChg>
        <pc:spChg chg="add mod">
          <ac:chgData name="Vivek Kande" userId="7649d0e3-63cc-40f6-bad1-46fd6efa90af" providerId="ADAL" clId="{FC53BD6A-157D-4D26-975A-EFAD831AFB57}" dt="2026-09-28T12:46:41.680" v="9665" actId="1076"/>
          <ac:spMkLst>
            <pc:docMk/>
            <pc:sldMk cId="3073172136" sldId="309"/>
            <ac:spMk id="14" creationId="{3BFF7823-5401-B641-082D-4D843C5912B6}"/>
          </ac:spMkLst>
        </pc:spChg>
        <pc:spChg chg="add del mod">
          <ac:chgData name="Vivek Kande" userId="7649d0e3-63cc-40f6-bad1-46fd6efa90af" providerId="ADAL" clId="{FC53BD6A-157D-4D26-975A-EFAD831AFB57}" dt="2026-09-28T12:49:06.886" v="9708" actId="1076"/>
          <ac:spMkLst>
            <pc:docMk/>
            <pc:sldMk cId="3073172136" sldId="309"/>
            <ac:spMk id="15" creationId="{4EA5F331-4322-7C83-F611-123CAA2687CE}"/>
          </ac:spMkLst>
        </pc:spChg>
        <pc:spChg chg="add del mod">
          <ac:chgData name="Vivek Kande" userId="7649d0e3-63cc-40f6-bad1-46fd6efa90af" providerId="ADAL" clId="{FC53BD6A-157D-4D26-975A-EFAD831AFB57}" dt="2026-09-28T12:46:51.818" v="9667" actId="1076"/>
          <ac:spMkLst>
            <pc:docMk/>
            <pc:sldMk cId="3073172136" sldId="309"/>
            <ac:spMk id="18" creationId="{08DF2B3E-EDC7-1BF0-D82C-1F4BCC1FEAB9}"/>
          </ac:spMkLst>
        </pc:spChg>
        <pc:spChg chg="add del mod ord">
          <ac:chgData name="Vivek Kande" userId="7649d0e3-63cc-40f6-bad1-46fd6efa90af" providerId="ADAL" clId="{FC53BD6A-157D-4D26-975A-EFAD831AFB57}" dt="2026-09-28T12:48:47.767" v="9703" actId="1076"/>
          <ac:spMkLst>
            <pc:docMk/>
            <pc:sldMk cId="3073172136" sldId="309"/>
            <ac:spMk id="19" creationId="{18F5AFE4-5BB3-216D-00A5-3611C30CC595}"/>
          </ac:spMkLst>
        </pc:spChg>
        <pc:spChg chg="add del mod">
          <ac:chgData name="Vivek Kande" userId="7649d0e3-63cc-40f6-bad1-46fd6efa90af" providerId="ADAL" clId="{FC53BD6A-157D-4D26-975A-EFAD831AFB57}" dt="2026-09-28T12:46:51.818" v="9667" actId="1076"/>
          <ac:spMkLst>
            <pc:docMk/>
            <pc:sldMk cId="3073172136" sldId="309"/>
            <ac:spMk id="20" creationId="{DED8FD79-F249-4D2B-E40F-E48DF1D8134A}"/>
          </ac:spMkLst>
        </pc:spChg>
        <pc:spChg chg="add del mod">
          <ac:chgData name="Vivek Kande" userId="7649d0e3-63cc-40f6-bad1-46fd6efa90af" providerId="ADAL" clId="{FC53BD6A-157D-4D26-975A-EFAD831AFB57}" dt="2026-09-28T12:47:45.150" v="9682" actId="122"/>
          <ac:spMkLst>
            <pc:docMk/>
            <pc:sldMk cId="3073172136" sldId="309"/>
            <ac:spMk id="22" creationId="{AF28DF5A-D8CF-C092-9152-D4A13FC85C6A}"/>
          </ac:spMkLst>
        </pc:spChg>
        <pc:spChg chg="add del mod">
          <ac:chgData name="Vivek Kande" userId="7649d0e3-63cc-40f6-bad1-46fd6efa90af" providerId="ADAL" clId="{FC53BD6A-157D-4D26-975A-EFAD831AFB57}" dt="2026-09-28T12:50:14.350" v="9709" actId="164"/>
          <ac:spMkLst>
            <pc:docMk/>
            <pc:sldMk cId="3073172136" sldId="309"/>
            <ac:spMk id="45" creationId="{0F6BBD4F-B9D4-546C-897E-7E1A31D235B1}"/>
          </ac:spMkLst>
        </pc:spChg>
        <pc:spChg chg="add del mod">
          <ac:chgData name="Vivek Kande" userId="7649d0e3-63cc-40f6-bad1-46fd6efa90af" providerId="ADAL" clId="{FC53BD6A-157D-4D26-975A-EFAD831AFB57}" dt="2026-09-28T12:50:17.902" v="9710" actId="164"/>
          <ac:spMkLst>
            <pc:docMk/>
            <pc:sldMk cId="3073172136" sldId="309"/>
            <ac:spMk id="51" creationId="{20D5E3B1-6EEC-C156-73F7-0C8AB6894FC2}"/>
          </ac:spMkLst>
        </pc:spChg>
        <pc:spChg chg="add mod">
          <ac:chgData name="Vivek Kande" userId="7649d0e3-63cc-40f6-bad1-46fd6efa90af" providerId="ADAL" clId="{FC53BD6A-157D-4D26-975A-EFAD831AFB57}" dt="2026-09-28T12:50:14.350" v="9709" actId="164"/>
          <ac:spMkLst>
            <pc:docMk/>
            <pc:sldMk cId="3073172136" sldId="309"/>
            <ac:spMk id="57" creationId="{FC56383A-2E35-B3FE-3096-D72BE64C74ED}"/>
          </ac:spMkLst>
        </pc:spChg>
        <pc:spChg chg="add mod">
          <ac:chgData name="Vivek Kande" userId="7649d0e3-63cc-40f6-bad1-46fd6efa90af" providerId="ADAL" clId="{FC53BD6A-157D-4D26-975A-EFAD831AFB57}" dt="2026-09-28T12:50:17.902" v="9710" actId="164"/>
          <ac:spMkLst>
            <pc:docMk/>
            <pc:sldMk cId="3073172136" sldId="309"/>
            <ac:spMk id="58" creationId="{14CED59D-D97E-D702-CD27-07032F0EFF29}"/>
          </ac:spMkLst>
        </pc:spChg>
        <pc:spChg chg="add del mod">
          <ac:chgData name="Vivek Kande" userId="7649d0e3-63cc-40f6-bad1-46fd6efa90af" providerId="ADAL" clId="{FC53BD6A-157D-4D26-975A-EFAD831AFB57}" dt="2026-09-28T12:50:14.350" v="9709" actId="164"/>
          <ac:spMkLst>
            <pc:docMk/>
            <pc:sldMk cId="3073172136" sldId="309"/>
            <ac:spMk id="59" creationId="{BFEB9D0B-2080-562B-5029-7B0EEA1769B5}"/>
          </ac:spMkLst>
        </pc:spChg>
        <pc:spChg chg="add del mod">
          <ac:chgData name="Vivek Kande" userId="7649d0e3-63cc-40f6-bad1-46fd6efa90af" providerId="ADAL" clId="{FC53BD6A-157D-4D26-975A-EFAD831AFB57}" dt="2026-09-28T12:50:14.350" v="9709" actId="164"/>
          <ac:spMkLst>
            <pc:docMk/>
            <pc:sldMk cId="3073172136" sldId="309"/>
            <ac:spMk id="60" creationId="{0902DA5B-5429-297B-66A6-D887F9752F13}"/>
          </ac:spMkLst>
        </pc:spChg>
        <pc:spChg chg="add del mod">
          <ac:chgData name="Vivek Kande" userId="7649d0e3-63cc-40f6-bad1-46fd6efa90af" providerId="ADAL" clId="{FC53BD6A-157D-4D26-975A-EFAD831AFB57}" dt="2026-09-28T12:50:17.902" v="9710" actId="164"/>
          <ac:spMkLst>
            <pc:docMk/>
            <pc:sldMk cId="3073172136" sldId="309"/>
            <ac:spMk id="68" creationId="{0148E4CE-0E4D-3B09-4DC0-919C79A5C3F1}"/>
          </ac:spMkLst>
        </pc:spChg>
        <pc:spChg chg="add del mod">
          <ac:chgData name="Vivek Kande" userId="7649d0e3-63cc-40f6-bad1-46fd6efa90af" providerId="ADAL" clId="{FC53BD6A-157D-4D26-975A-EFAD831AFB57}" dt="2026-09-28T12:50:17.902" v="9710" actId="164"/>
          <ac:spMkLst>
            <pc:docMk/>
            <pc:sldMk cId="3073172136" sldId="309"/>
            <ac:spMk id="75" creationId="{3AB0AA29-8F97-42D5-BA59-59DD607C4EE7}"/>
          </ac:spMkLst>
        </pc:spChg>
        <pc:grpChg chg="add mod">
          <ac:chgData name="Vivek Kande" userId="7649d0e3-63cc-40f6-bad1-46fd6efa90af" providerId="ADAL" clId="{FC53BD6A-157D-4D26-975A-EFAD831AFB57}" dt="2026-09-28T12:50:14.350" v="9709" actId="164"/>
          <ac:grpSpMkLst>
            <pc:docMk/>
            <pc:sldMk cId="3073172136" sldId="309"/>
            <ac:grpSpMk id="84" creationId="{8F94632B-67A7-0F58-328E-38A2560F3AF0}"/>
          </ac:grpSpMkLst>
        </pc:grpChg>
        <pc:grpChg chg="add mod">
          <ac:chgData name="Vivek Kande" userId="7649d0e3-63cc-40f6-bad1-46fd6efa90af" providerId="ADAL" clId="{FC53BD6A-157D-4D26-975A-EFAD831AFB57}" dt="2026-09-28T12:50:17.902" v="9710" actId="164"/>
          <ac:grpSpMkLst>
            <pc:docMk/>
            <pc:sldMk cId="3073172136" sldId="309"/>
            <ac:grpSpMk id="85" creationId="{5B4F8C49-A316-D064-1659-96AB689F4977}"/>
          </ac:grpSpMkLst>
        </pc:grpChg>
        <pc:picChg chg="add del mod">
          <ac:chgData name="Vivek Kande" userId="7649d0e3-63cc-40f6-bad1-46fd6efa90af" providerId="ADAL" clId="{FC53BD6A-157D-4D26-975A-EFAD831AFB57}" dt="2026-09-28T12:46:51.818" v="9667" actId="1076"/>
          <ac:picMkLst>
            <pc:docMk/>
            <pc:sldMk cId="3073172136" sldId="309"/>
            <ac:picMk id="17" creationId="{540B196D-024A-ADEF-78F8-A7DB64579E3D}"/>
          </ac:picMkLst>
        </pc:picChg>
        <pc:cxnChg chg="add del mod">
          <ac:chgData name="Vivek Kande" userId="7649d0e3-63cc-40f6-bad1-46fd6efa90af" providerId="ADAL" clId="{FC53BD6A-157D-4D26-975A-EFAD831AFB57}" dt="2026-09-28T12:47:41.762" v="9681" actId="14100"/>
          <ac:cxnSpMkLst>
            <pc:docMk/>
            <pc:sldMk cId="3073172136" sldId="309"/>
            <ac:cxnSpMk id="21" creationId="{CBA9AC53-6886-B33E-6D5F-3276CBD0EFDC}"/>
          </ac:cxnSpMkLst>
        </pc:cxnChg>
        <pc:cxnChg chg="add mod">
          <ac:chgData name="Vivek Kande" userId="7649d0e3-63cc-40f6-bad1-46fd6efa90af" providerId="ADAL" clId="{FC53BD6A-157D-4D26-975A-EFAD831AFB57}" dt="2026-09-28T12:50:14.350" v="9709" actId="164"/>
          <ac:cxnSpMkLst>
            <pc:docMk/>
            <pc:sldMk cId="3073172136" sldId="309"/>
            <ac:cxnSpMk id="62" creationId="{03CCBFFA-66EE-14BD-A7B9-E9D8C9E83827}"/>
          </ac:cxnSpMkLst>
        </pc:cxnChg>
        <pc:cxnChg chg="add mod">
          <ac:chgData name="Vivek Kande" userId="7649d0e3-63cc-40f6-bad1-46fd6efa90af" providerId="ADAL" clId="{FC53BD6A-157D-4D26-975A-EFAD831AFB57}" dt="2026-09-28T12:50:14.350" v="9709" actId="164"/>
          <ac:cxnSpMkLst>
            <pc:docMk/>
            <pc:sldMk cId="3073172136" sldId="309"/>
            <ac:cxnSpMk id="64" creationId="{A0DBA0A7-BDEF-359D-3E1D-18EF8D6FB460}"/>
          </ac:cxnSpMkLst>
        </pc:cxnChg>
        <pc:cxnChg chg="add mod">
          <ac:chgData name="Vivek Kande" userId="7649d0e3-63cc-40f6-bad1-46fd6efa90af" providerId="ADAL" clId="{FC53BD6A-157D-4D26-975A-EFAD831AFB57}" dt="2026-09-28T12:50:17.902" v="9710" actId="164"/>
          <ac:cxnSpMkLst>
            <pc:docMk/>
            <pc:sldMk cId="3073172136" sldId="309"/>
            <ac:cxnSpMk id="73" creationId="{F5ED4BB7-E9F6-B351-BCC0-09960630E2A0}"/>
          </ac:cxnSpMkLst>
        </pc:cxnChg>
        <pc:cxnChg chg="add mod">
          <ac:chgData name="Vivek Kande" userId="7649d0e3-63cc-40f6-bad1-46fd6efa90af" providerId="ADAL" clId="{FC53BD6A-157D-4D26-975A-EFAD831AFB57}" dt="2026-09-28T12:50:17.902" v="9710" actId="164"/>
          <ac:cxnSpMkLst>
            <pc:docMk/>
            <pc:sldMk cId="3073172136" sldId="309"/>
            <ac:cxnSpMk id="74" creationId="{56899F29-8B4D-185A-61CD-3B90E21F6145}"/>
          </ac:cxnSpMkLst>
        </pc:cxnChg>
      </pc:sldChg>
      <pc:sldChg chg="addSp delSp modSp add mod modClrScheme modShow chgLayout">
        <pc:chgData name="Vivek Kande" userId="7649d0e3-63cc-40f6-bad1-46fd6efa90af" providerId="ADAL" clId="{FC53BD6A-157D-4D26-975A-EFAD831AFB57}" dt="2026-09-26T15:06:28.950" v="3260" actId="207"/>
        <pc:sldMkLst>
          <pc:docMk/>
          <pc:sldMk cId="276345206" sldId="310"/>
        </pc:sldMkLst>
        <pc:spChg chg="add mod ord">
          <ac:chgData name="Vivek Kande" userId="7649d0e3-63cc-40f6-bad1-46fd6efa90af" providerId="ADAL" clId="{FC53BD6A-157D-4D26-975A-EFAD831AFB57}" dt="2026-09-26T15:02:51.185" v="3222" actId="700"/>
          <ac:spMkLst>
            <pc:docMk/>
            <pc:sldMk cId="276345206" sldId="310"/>
            <ac:spMk id="2" creationId="{AA0B1DB3-E70F-CFA0-D32E-91936699DA0E}"/>
          </ac:spMkLst>
        </pc:spChg>
        <pc:spChg chg="mod ord">
          <ac:chgData name="Vivek Kande" userId="7649d0e3-63cc-40f6-bad1-46fd6efa90af" providerId="ADAL" clId="{FC53BD6A-157D-4D26-975A-EFAD831AFB57}" dt="2026-09-26T15:03:28.481" v="3230" actId="1076"/>
          <ac:spMkLst>
            <pc:docMk/>
            <pc:sldMk cId="276345206" sldId="310"/>
            <ac:spMk id="3" creationId="{0CA1D88E-B888-11B3-907B-01E1FC2A47FE}"/>
          </ac:spMkLst>
        </pc:spChg>
        <pc:spChg chg="mod ord">
          <ac:chgData name="Vivek Kande" userId="7649d0e3-63cc-40f6-bad1-46fd6efa90af" providerId="ADAL" clId="{FC53BD6A-157D-4D26-975A-EFAD831AFB57}" dt="2026-09-26T15:03:48.994" v="3234" actId="207"/>
          <ac:spMkLst>
            <pc:docMk/>
            <pc:sldMk cId="276345206" sldId="310"/>
            <ac:spMk id="6" creationId="{3EE90304-05B3-837A-585D-7A0FA7924199}"/>
          </ac:spMkLst>
        </pc:spChg>
        <pc:spChg chg="add mod">
          <ac:chgData name="Vivek Kande" userId="7649d0e3-63cc-40f6-bad1-46fd6efa90af" providerId="ADAL" clId="{FC53BD6A-157D-4D26-975A-EFAD831AFB57}" dt="2026-09-26T15:06:28.950" v="3260" actId="207"/>
          <ac:spMkLst>
            <pc:docMk/>
            <pc:sldMk cId="276345206" sldId="310"/>
            <ac:spMk id="8" creationId="{E1D182EE-546A-5597-AB5A-2C4E1BE302F9}"/>
          </ac:spMkLst>
        </pc:spChg>
        <pc:picChg chg="add mod ord">
          <ac:chgData name="Vivek Kande" userId="7649d0e3-63cc-40f6-bad1-46fd6efa90af" providerId="ADAL" clId="{FC53BD6A-157D-4D26-975A-EFAD831AFB57}" dt="2026-09-26T15:05:55.550" v="3259" actId="14826"/>
          <ac:picMkLst>
            <pc:docMk/>
            <pc:sldMk cId="276345206" sldId="310"/>
            <ac:picMk id="7" creationId="{C18C5167-34C5-EE37-8CCB-C112577AC412}"/>
          </ac:picMkLst>
        </pc:picChg>
      </pc:sldChg>
      <pc:sldChg chg="modSp add del mod modTransition">
        <pc:chgData name="Vivek Kande" userId="7649d0e3-63cc-40f6-bad1-46fd6efa90af" providerId="ADAL" clId="{FC53BD6A-157D-4D26-975A-EFAD831AFB57}" dt="2026-10-17T13:26:18.692" v="24784" actId="47"/>
        <pc:sldMkLst>
          <pc:docMk/>
          <pc:sldMk cId="3285227742" sldId="311"/>
        </pc:sldMkLst>
        <pc:spChg chg="mod">
          <ac:chgData name="Vivek Kande" userId="7649d0e3-63cc-40f6-bad1-46fd6efa90af" providerId="ADAL" clId="{FC53BD6A-157D-4D26-975A-EFAD831AFB57}" dt="2026-09-28T04:51:02.445" v="5586" actId="27636"/>
          <ac:spMkLst>
            <pc:docMk/>
            <pc:sldMk cId="3285227742" sldId="311"/>
            <ac:spMk id="4" creationId="{6093D904-9687-EFB2-4047-BAE6781C4FD7}"/>
          </ac:spMkLst>
        </pc:spChg>
      </pc:sldChg>
      <pc:sldChg chg="addSp delSp modSp new mod ord addAnim delAnim modAnim modNotesTx">
        <pc:chgData name="Vivek Kande" userId="7649d0e3-63cc-40f6-bad1-46fd6efa90af" providerId="ADAL" clId="{FC53BD6A-157D-4D26-975A-EFAD831AFB57}" dt="2026-09-30T08:20:53.212" v="24551" actId="404"/>
        <pc:sldMkLst>
          <pc:docMk/>
          <pc:sldMk cId="2411473568" sldId="312"/>
        </pc:sldMkLst>
        <pc:spChg chg="mod">
          <ac:chgData name="Vivek Kande" userId="7649d0e3-63cc-40f6-bad1-46fd6efa90af" providerId="ADAL" clId="{FC53BD6A-157D-4D26-975A-EFAD831AFB57}" dt="2026-09-27T14:51:34.911" v="4088" actId="1076"/>
          <ac:spMkLst>
            <pc:docMk/>
            <pc:sldMk cId="2411473568" sldId="312"/>
            <ac:spMk id="2" creationId="{DA81696F-6273-E882-2B5E-F92836513292}"/>
          </ac:spMkLst>
        </pc:spChg>
        <pc:spChg chg="mod">
          <ac:chgData name="Vivek Kande" userId="7649d0e3-63cc-40f6-bad1-46fd6efa90af" providerId="ADAL" clId="{FC53BD6A-157D-4D26-975A-EFAD831AFB57}" dt="2026-09-29T17:19:37.184" v="19375" actId="20577"/>
          <ac:spMkLst>
            <pc:docMk/>
            <pc:sldMk cId="2411473568" sldId="312"/>
            <ac:spMk id="4" creationId="{CA74EABD-2F18-A930-EB1F-55CA04CFA38C}"/>
          </ac:spMkLst>
        </pc:spChg>
        <pc:spChg chg="add mod">
          <ac:chgData name="Vivek Kande" userId="7649d0e3-63cc-40f6-bad1-46fd6efa90af" providerId="ADAL" clId="{FC53BD6A-157D-4D26-975A-EFAD831AFB57}" dt="2026-09-29T14:10:29.987" v="18217" actId="1076"/>
          <ac:spMkLst>
            <pc:docMk/>
            <pc:sldMk cId="2411473568" sldId="312"/>
            <ac:spMk id="11" creationId="{D2F3F7C7-10C1-DC04-B5AB-BD62F33EAD60}"/>
          </ac:spMkLst>
        </pc:spChg>
        <pc:spChg chg="mod topLvl">
          <ac:chgData name="Vivek Kande" userId="7649d0e3-63cc-40f6-bad1-46fd6efa90af" providerId="ADAL" clId="{FC53BD6A-157D-4D26-975A-EFAD831AFB57}" dt="2026-09-30T08:16:03.097" v="24516" actId="164"/>
          <ac:spMkLst>
            <pc:docMk/>
            <pc:sldMk cId="2411473568" sldId="312"/>
            <ac:spMk id="12" creationId="{82047863-E078-DBDA-60DA-F1779CF62BA8}"/>
          </ac:spMkLst>
        </pc:spChg>
        <pc:spChg chg="add mod">
          <ac:chgData name="Vivek Kande" userId="7649d0e3-63cc-40f6-bad1-46fd6efa90af" providerId="ADAL" clId="{FC53BD6A-157D-4D26-975A-EFAD831AFB57}" dt="2026-09-30T08:20:53.212" v="24551" actId="404"/>
          <ac:spMkLst>
            <pc:docMk/>
            <pc:sldMk cId="2411473568" sldId="312"/>
            <ac:spMk id="13" creationId="{FE0B4196-7969-7993-3F41-6D04156D27AF}"/>
          </ac:spMkLst>
        </pc:spChg>
        <pc:spChg chg="add mod">
          <ac:chgData name="Vivek Kande" userId="7649d0e3-63cc-40f6-bad1-46fd6efa90af" providerId="ADAL" clId="{FC53BD6A-157D-4D26-975A-EFAD831AFB57}" dt="2026-09-29T16:03:14.700" v="19156" actId="767"/>
          <ac:spMkLst>
            <pc:docMk/>
            <pc:sldMk cId="2411473568" sldId="312"/>
            <ac:spMk id="14" creationId="{9974B516-4723-4DCE-3DED-1DD84B43A31E}"/>
          </ac:spMkLst>
        </pc:spChg>
        <pc:spChg chg="add mod">
          <ac:chgData name="Vivek Kande" userId="7649d0e3-63cc-40f6-bad1-46fd6efa90af" providerId="ADAL" clId="{FC53BD6A-157D-4D26-975A-EFAD831AFB57}" dt="2026-09-29T18:26:26.372" v="19499"/>
          <ac:spMkLst>
            <pc:docMk/>
            <pc:sldMk cId="2411473568" sldId="312"/>
            <ac:spMk id="15" creationId="{F124DB91-9F6A-93C7-E223-249CCBBC68D2}"/>
          </ac:spMkLst>
        </pc:spChg>
        <pc:spChg chg="add mod">
          <ac:chgData name="Vivek Kande" userId="7649d0e3-63cc-40f6-bad1-46fd6efa90af" providerId="ADAL" clId="{FC53BD6A-157D-4D26-975A-EFAD831AFB57}" dt="2026-09-29T18:26:26.372" v="19499"/>
          <ac:spMkLst>
            <pc:docMk/>
            <pc:sldMk cId="2411473568" sldId="312"/>
            <ac:spMk id="16" creationId="{3EBEDEDA-8EB8-0F5B-8F19-2DE2235C88FF}"/>
          </ac:spMkLst>
        </pc:spChg>
        <pc:spChg chg="add mod">
          <ac:chgData name="Vivek Kande" userId="7649d0e3-63cc-40f6-bad1-46fd6efa90af" providerId="ADAL" clId="{FC53BD6A-157D-4D26-975A-EFAD831AFB57}" dt="2026-09-29T18:26:26.372" v="19499"/>
          <ac:spMkLst>
            <pc:docMk/>
            <pc:sldMk cId="2411473568" sldId="312"/>
            <ac:spMk id="17" creationId="{3852E914-F38F-E48F-17EF-E82852FD5DA2}"/>
          </ac:spMkLst>
        </pc:spChg>
        <pc:spChg chg="add mod">
          <ac:chgData name="Vivek Kande" userId="7649d0e3-63cc-40f6-bad1-46fd6efa90af" providerId="ADAL" clId="{FC53BD6A-157D-4D26-975A-EFAD831AFB57}" dt="2026-09-30T08:16:03.097" v="24516" actId="164"/>
          <ac:spMkLst>
            <pc:docMk/>
            <pc:sldMk cId="2411473568" sldId="312"/>
            <ac:spMk id="18" creationId="{1A1F65FA-20BF-DFC2-221D-2734C5FEEAD7}"/>
          </ac:spMkLst>
        </pc:spChg>
        <pc:spChg chg="mod">
          <ac:chgData name="Vivek Kande" userId="7649d0e3-63cc-40f6-bad1-46fd6efa90af" providerId="ADAL" clId="{FC53BD6A-157D-4D26-975A-EFAD831AFB57}" dt="2026-09-27T14:50:54.989" v="4079"/>
          <ac:spMkLst>
            <pc:docMk/>
            <pc:sldMk cId="2411473568" sldId="312"/>
            <ac:spMk id="21" creationId="{0D0ABBCC-EE72-FC13-27A0-CAB04432A695}"/>
          </ac:spMkLst>
        </pc:spChg>
        <pc:spChg chg="add del mod ord">
          <ac:chgData name="Vivek Kande" userId="7649d0e3-63cc-40f6-bad1-46fd6efa90af" providerId="ADAL" clId="{FC53BD6A-157D-4D26-975A-EFAD831AFB57}" dt="2026-09-30T08:16:32.396" v="24529" actId="14100"/>
          <ac:spMkLst>
            <pc:docMk/>
            <pc:sldMk cId="2411473568" sldId="312"/>
            <ac:spMk id="22" creationId="{FBF2AF73-6B79-DFE3-BBF1-497C53317ABB}"/>
          </ac:spMkLst>
        </pc:spChg>
        <pc:spChg chg="mod">
          <ac:chgData name="Vivek Kande" userId="7649d0e3-63cc-40f6-bad1-46fd6efa90af" providerId="ADAL" clId="{FC53BD6A-157D-4D26-975A-EFAD831AFB57}" dt="2026-09-30T08:20:43.852" v="24549" actId="404"/>
          <ac:spMkLst>
            <pc:docMk/>
            <pc:sldMk cId="2411473568" sldId="312"/>
            <ac:spMk id="24" creationId="{7C38FBF4-8918-C407-66B7-78B597EF115F}"/>
          </ac:spMkLst>
        </pc:spChg>
        <pc:spChg chg="mod">
          <ac:chgData name="Vivek Kande" userId="7649d0e3-63cc-40f6-bad1-46fd6efa90af" providerId="ADAL" clId="{FC53BD6A-157D-4D26-975A-EFAD831AFB57}" dt="2026-09-29T14:10:24.916" v="18215" actId="571"/>
          <ac:spMkLst>
            <pc:docMk/>
            <pc:sldMk cId="2411473568" sldId="312"/>
            <ac:spMk id="26" creationId="{0DF2495D-2D19-32A2-6158-50064246ED32}"/>
          </ac:spMkLst>
        </pc:spChg>
        <pc:spChg chg="add mod">
          <ac:chgData name="Vivek Kande" userId="7649d0e3-63cc-40f6-bad1-46fd6efa90af" providerId="ADAL" clId="{FC53BD6A-157D-4D26-975A-EFAD831AFB57}" dt="2026-09-29T20:45:21.391" v="20163" actId="14100"/>
          <ac:spMkLst>
            <pc:docMk/>
            <pc:sldMk cId="2411473568" sldId="312"/>
            <ac:spMk id="30" creationId="{0DD29D69-7BB3-3D81-4CE0-EF9888707C82}"/>
          </ac:spMkLst>
        </pc:spChg>
        <pc:spChg chg="add mod">
          <ac:chgData name="Vivek Kande" userId="7649d0e3-63cc-40f6-bad1-46fd6efa90af" providerId="ADAL" clId="{FC53BD6A-157D-4D26-975A-EFAD831AFB57}" dt="2026-09-29T21:23:46.915" v="20972" actId="1076"/>
          <ac:spMkLst>
            <pc:docMk/>
            <pc:sldMk cId="2411473568" sldId="312"/>
            <ac:spMk id="31" creationId="{BFF7A9FC-1636-C6C3-6642-1FFCAEDECC40}"/>
          </ac:spMkLst>
        </pc:spChg>
        <pc:spChg chg="add mod">
          <ac:chgData name="Vivek Kande" userId="7649d0e3-63cc-40f6-bad1-46fd6efa90af" providerId="ADAL" clId="{FC53BD6A-157D-4D26-975A-EFAD831AFB57}" dt="2026-09-30T01:10:02.278" v="24053" actId="1076"/>
          <ac:spMkLst>
            <pc:docMk/>
            <pc:sldMk cId="2411473568" sldId="312"/>
            <ac:spMk id="33" creationId="{0B683DDB-4750-9A65-B295-6150DACDA46E}"/>
          </ac:spMkLst>
        </pc:spChg>
        <pc:spChg chg="add mod ord">
          <ac:chgData name="Vivek Kande" userId="7649d0e3-63cc-40f6-bad1-46fd6efa90af" providerId="ADAL" clId="{FC53BD6A-157D-4D26-975A-EFAD831AFB57}" dt="2026-09-28T11:53:44.644" v="9037" actId="164"/>
          <ac:spMkLst>
            <pc:docMk/>
            <pc:sldMk cId="2411473568" sldId="312"/>
            <ac:spMk id="38" creationId="{0682D97F-AC95-C1A3-CE28-05AEB084C373}"/>
          </ac:spMkLst>
        </pc:spChg>
        <pc:spChg chg="mod">
          <ac:chgData name="Vivek Kande" userId="7649d0e3-63cc-40f6-bad1-46fd6efa90af" providerId="ADAL" clId="{FC53BD6A-157D-4D26-975A-EFAD831AFB57}" dt="2026-09-28T11:55:38.472" v="9055" actId="14100"/>
          <ac:spMkLst>
            <pc:docMk/>
            <pc:sldMk cId="2411473568" sldId="312"/>
            <ac:spMk id="41" creationId="{E084B6B0-D797-000A-C241-FDD97CD6C0E8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45" creationId="{6946A8E0-7217-AC68-AD24-05A9133A8E15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46" creationId="{7F41FF8C-1DB4-BD41-1921-84A76906E95C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47" creationId="{2FC2895D-4A0E-E897-6AA7-7C6DCDA2EE55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48" creationId="{4F7B9F5E-E123-01D6-6D58-3FF6E236DE83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49" creationId="{C1A0D6B3-F773-70F8-26A8-6887920EFFFA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50" creationId="{6C31D0A0-21EB-3A81-E655-6FFEAEEA3984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51" creationId="{94EC447A-BC15-30E0-03DC-1FB7DC557E4B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52" creationId="{E085AFF6-6C07-C34D-D2B5-2D46907DBE36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53" creationId="{376F339E-4AE4-BE7B-3EDD-EB3E10C77E86}"/>
          </ac:spMkLst>
        </pc:spChg>
        <pc:spChg chg="add mod">
          <ac:chgData name="Vivek Kande" userId="7649d0e3-63cc-40f6-bad1-46fd6efa90af" providerId="ADAL" clId="{FC53BD6A-157D-4D26-975A-EFAD831AFB57}" dt="2026-09-28T12:06:05.550" v="9148" actId="164"/>
          <ac:spMkLst>
            <pc:docMk/>
            <pc:sldMk cId="2411473568" sldId="312"/>
            <ac:spMk id="54" creationId="{B2B4F300-9AAA-045A-00B2-B7603D6D70E7}"/>
          </ac:spMkLst>
        </pc:spChg>
        <pc:spChg chg="add mod">
          <ac:chgData name="Vivek Kande" userId="7649d0e3-63cc-40f6-bad1-46fd6efa90af" providerId="ADAL" clId="{FC53BD6A-157D-4D26-975A-EFAD831AFB57}" dt="2026-09-28T12:58:31.708" v="9810" actId="1038"/>
          <ac:spMkLst>
            <pc:docMk/>
            <pc:sldMk cId="2411473568" sldId="312"/>
            <ac:spMk id="67" creationId="{CE8DA454-5297-AA01-DE13-0106C45474A7}"/>
          </ac:spMkLst>
        </pc:spChg>
        <pc:spChg chg="add mod">
          <ac:chgData name="Vivek Kande" userId="7649d0e3-63cc-40f6-bad1-46fd6efa90af" providerId="ADAL" clId="{FC53BD6A-157D-4D26-975A-EFAD831AFB57}" dt="2026-09-28T12:27:42.651" v="9448" actId="1076"/>
          <ac:spMkLst>
            <pc:docMk/>
            <pc:sldMk cId="2411473568" sldId="312"/>
            <ac:spMk id="70" creationId="{0EE0572E-B0A8-9AAC-905B-1086EBA777AD}"/>
          </ac:spMkLst>
        </pc:spChg>
        <pc:spChg chg="add mod">
          <ac:chgData name="Vivek Kande" userId="7649d0e3-63cc-40f6-bad1-46fd6efa90af" providerId="ADAL" clId="{FC53BD6A-157D-4D26-975A-EFAD831AFB57}" dt="2026-09-28T12:27:42.651" v="9448" actId="1076"/>
          <ac:spMkLst>
            <pc:docMk/>
            <pc:sldMk cId="2411473568" sldId="312"/>
            <ac:spMk id="73" creationId="{34A3F3E7-2CAF-DBE8-30AB-14BADAA9C83C}"/>
          </ac:spMkLst>
        </pc:spChg>
        <pc:spChg chg="add mod">
          <ac:chgData name="Vivek Kande" userId="7649d0e3-63cc-40f6-bad1-46fd6efa90af" providerId="ADAL" clId="{FC53BD6A-157D-4D26-975A-EFAD831AFB57}" dt="2026-09-28T13:54:01.277" v="10030" actId="1076"/>
          <ac:spMkLst>
            <pc:docMk/>
            <pc:sldMk cId="2411473568" sldId="312"/>
            <ac:spMk id="74" creationId="{ED93EA46-7E72-CD51-A0E0-38D92C9D0101}"/>
          </ac:spMkLst>
        </pc:spChg>
        <pc:spChg chg="add mod">
          <ac:chgData name="Vivek Kande" userId="7649d0e3-63cc-40f6-bad1-46fd6efa90af" providerId="ADAL" clId="{FC53BD6A-157D-4D26-975A-EFAD831AFB57}" dt="2026-09-28T13:53:54.789" v="10029" actId="14100"/>
          <ac:spMkLst>
            <pc:docMk/>
            <pc:sldMk cId="2411473568" sldId="312"/>
            <ac:spMk id="75" creationId="{D6DBC55C-219E-4F1B-3118-B272DF71CC17}"/>
          </ac:spMkLst>
        </pc:spChg>
        <pc:grpChg chg="add mod">
          <ac:chgData name="Vivek Kande" userId="7649d0e3-63cc-40f6-bad1-46fd6efa90af" providerId="ADAL" clId="{FC53BD6A-157D-4D26-975A-EFAD831AFB57}" dt="2026-09-30T08:19:34.575" v="24543" actId="1076"/>
          <ac:grpSpMkLst>
            <pc:docMk/>
            <pc:sldMk cId="2411473568" sldId="312"/>
            <ac:grpSpMk id="7" creationId="{300AD659-B353-5271-595C-544CB586774E}"/>
          </ac:grpSpMkLst>
        </pc:grpChg>
        <pc:grpChg chg="add mod ord">
          <ac:chgData name="Vivek Kande" userId="7649d0e3-63cc-40f6-bad1-46fd6efa90af" providerId="ADAL" clId="{FC53BD6A-157D-4D26-975A-EFAD831AFB57}" dt="2026-09-30T08:16:26.993" v="24528" actId="1038"/>
          <ac:grpSpMkLst>
            <pc:docMk/>
            <pc:sldMk cId="2411473568" sldId="312"/>
            <ac:grpSpMk id="19" creationId="{EB66D5D6-2359-2727-4763-642313B39D28}"/>
          </ac:grpSpMkLst>
        </pc:grpChg>
        <pc:grpChg chg="add mod">
          <ac:chgData name="Vivek Kande" userId="7649d0e3-63cc-40f6-bad1-46fd6efa90af" providerId="ADAL" clId="{FC53BD6A-157D-4D26-975A-EFAD831AFB57}" dt="2026-09-29T14:10:24.916" v="18215" actId="571"/>
          <ac:grpSpMkLst>
            <pc:docMk/>
            <pc:sldMk cId="2411473568" sldId="312"/>
            <ac:grpSpMk id="23" creationId="{E402A6DC-FF26-CDBF-CFE4-F5D7634F93AA}"/>
          </ac:grpSpMkLst>
        </pc:grpChg>
        <pc:grpChg chg="add del mod ord">
          <ac:chgData name="Vivek Kande" userId="7649d0e3-63cc-40f6-bad1-46fd6efa90af" providerId="ADAL" clId="{FC53BD6A-157D-4D26-975A-EFAD831AFB57}" dt="2026-09-30T08:17:03.998" v="24531" actId="1076"/>
          <ac:grpSpMkLst>
            <pc:docMk/>
            <pc:sldMk cId="2411473568" sldId="312"/>
            <ac:grpSpMk id="39" creationId="{C4180654-41D1-ED3F-8C56-2E21A7305230}"/>
          </ac:grpSpMkLst>
        </pc:grpChg>
        <pc:grpChg chg="add del mod ord">
          <ac:chgData name="Vivek Kande" userId="7649d0e3-63cc-40f6-bad1-46fd6efa90af" providerId="ADAL" clId="{FC53BD6A-157D-4D26-975A-EFAD831AFB57}" dt="2026-09-28T12:58:31.708" v="9810" actId="1038"/>
          <ac:grpSpMkLst>
            <pc:docMk/>
            <pc:sldMk cId="2411473568" sldId="312"/>
            <ac:grpSpMk id="40" creationId="{95843EEB-3C71-2703-DFC9-ACFF70933888}"/>
          </ac:grpSpMkLst>
        </pc:grpChg>
        <pc:grpChg chg="mod">
          <ac:chgData name="Vivek Kande" userId="7649d0e3-63cc-40f6-bad1-46fd6efa90af" providerId="ADAL" clId="{FC53BD6A-157D-4D26-975A-EFAD831AFB57}" dt="2026-09-28T12:58:31.708" v="9810" actId="1038"/>
          <ac:grpSpMkLst>
            <pc:docMk/>
            <pc:sldMk cId="2411473568" sldId="312"/>
            <ac:grpSpMk id="56" creationId="{C71968A0-F9AB-F032-B726-0F11222DD1D6}"/>
          </ac:grpSpMkLst>
        </pc:grpChg>
        <pc:picChg chg="mod ord topLvl">
          <ac:chgData name="Vivek Kande" userId="7649d0e3-63cc-40f6-bad1-46fd6efa90af" providerId="ADAL" clId="{FC53BD6A-157D-4D26-975A-EFAD831AFB57}" dt="2026-09-30T08:16:03.097" v="24516" actId="164"/>
          <ac:picMkLst>
            <pc:docMk/>
            <pc:sldMk cId="2411473568" sldId="312"/>
            <ac:picMk id="6" creationId="{92D24492-1DEA-7EC1-4295-CDF0374CD068}"/>
          </ac:picMkLst>
        </pc:picChg>
        <pc:picChg chg="mod">
          <ac:chgData name="Vivek Kande" userId="7649d0e3-63cc-40f6-bad1-46fd6efa90af" providerId="ADAL" clId="{FC53BD6A-157D-4D26-975A-EFAD831AFB57}" dt="2026-09-27T14:50:54.989" v="4079"/>
          <ac:picMkLst>
            <pc:docMk/>
            <pc:sldMk cId="2411473568" sldId="312"/>
            <ac:picMk id="8" creationId="{4AA56729-5065-EEE7-B8B8-E0E95E0F5177}"/>
          </ac:picMkLst>
        </pc:picChg>
        <pc:picChg chg="add mod">
          <ac:chgData name="Vivek Kande" userId="7649d0e3-63cc-40f6-bad1-46fd6efa90af" providerId="ADAL" clId="{FC53BD6A-157D-4D26-975A-EFAD831AFB57}" dt="2026-09-28T11:53:44.644" v="9037" actId="164"/>
          <ac:picMkLst>
            <pc:docMk/>
            <pc:sldMk cId="2411473568" sldId="312"/>
            <ac:picMk id="37" creationId="{88717330-3E41-1FF4-4F1C-DD225D3DED6A}"/>
          </ac:picMkLst>
        </pc:picChg>
        <pc:picChg chg="mod">
          <ac:chgData name="Vivek Kande" userId="7649d0e3-63cc-40f6-bad1-46fd6efa90af" providerId="ADAL" clId="{FC53BD6A-157D-4D26-975A-EFAD831AFB57}" dt="2026-09-28T11:54:35.234" v="9046"/>
          <ac:picMkLst>
            <pc:docMk/>
            <pc:sldMk cId="2411473568" sldId="312"/>
            <ac:picMk id="42" creationId="{9C219FF9-A671-9E89-D23A-AF66241DE7A2}"/>
          </ac:picMkLst>
        </pc:picChg>
        <pc:picChg chg="add mod ord">
          <ac:chgData name="Vivek Kande" userId="7649d0e3-63cc-40f6-bad1-46fd6efa90af" providerId="ADAL" clId="{FC53BD6A-157D-4D26-975A-EFAD831AFB57}" dt="2026-09-28T12:03:17.166" v="9092" actId="14100"/>
          <ac:picMkLst>
            <pc:docMk/>
            <pc:sldMk cId="2411473568" sldId="312"/>
            <ac:picMk id="44" creationId="{20E455F2-66EE-6CA9-9839-F99C61C260C4}"/>
          </ac:picMkLst>
        </pc:picChg>
        <pc:cxnChg chg="mod">
          <ac:chgData name="Vivek Kande" userId="7649d0e3-63cc-40f6-bad1-46fd6efa90af" providerId="ADAL" clId="{FC53BD6A-157D-4D26-975A-EFAD831AFB57}" dt="2026-09-29T14:10:24.916" v="18215" actId="571"/>
          <ac:cxnSpMkLst>
            <pc:docMk/>
            <pc:sldMk cId="2411473568" sldId="312"/>
            <ac:cxnSpMk id="25" creationId="{18A959D3-4A24-CCFE-95B8-5E00ED918057}"/>
          </ac:cxnSpMkLst>
        </pc:cxnChg>
        <pc:cxnChg chg="add mod">
          <ac:chgData name="Vivek Kande" userId="7649d0e3-63cc-40f6-bad1-46fd6efa90af" providerId="ADAL" clId="{FC53BD6A-157D-4D26-975A-EFAD831AFB57}" dt="2026-09-28T12:27:42.651" v="9448" actId="1076"/>
          <ac:cxnSpMkLst>
            <pc:docMk/>
            <pc:sldMk cId="2411473568" sldId="312"/>
            <ac:cxnSpMk id="69" creationId="{52B95253-1D9A-5F7E-F50F-DF1F1E01BB8D}"/>
          </ac:cxnSpMkLst>
        </pc:cxnChg>
        <pc:cxnChg chg="add mod">
          <ac:chgData name="Vivek Kande" userId="7649d0e3-63cc-40f6-bad1-46fd6efa90af" providerId="ADAL" clId="{FC53BD6A-157D-4D26-975A-EFAD831AFB57}" dt="2026-09-28T12:27:42.651" v="9448" actId="1076"/>
          <ac:cxnSpMkLst>
            <pc:docMk/>
            <pc:sldMk cId="2411473568" sldId="312"/>
            <ac:cxnSpMk id="71" creationId="{A8874450-9325-3C69-EC30-0DB2D4164EA8}"/>
          </ac:cxnSpMkLst>
        </pc:cxnChg>
      </pc:sldChg>
      <pc:sldChg chg="addSp delSp modSp new mod ord addAnim delAnim modAnim modNotesTx">
        <pc:chgData name="Vivek Kande" userId="7649d0e3-63cc-40f6-bad1-46fd6efa90af" providerId="ADAL" clId="{FC53BD6A-157D-4D26-975A-EFAD831AFB57}" dt="2026-09-30T08:23:59.420" v="24607" actId="20577"/>
        <pc:sldMkLst>
          <pc:docMk/>
          <pc:sldMk cId="1533732387" sldId="313"/>
        </pc:sldMkLst>
        <pc:spChg chg="add mod">
          <ac:chgData name="Vivek Kande" userId="7649d0e3-63cc-40f6-bad1-46fd6efa90af" providerId="ADAL" clId="{FC53BD6A-157D-4D26-975A-EFAD831AFB57}" dt="2026-09-30T08:22:45.651" v="24552" actId="767"/>
          <ac:spMkLst>
            <pc:docMk/>
            <pc:sldMk cId="1533732387" sldId="313"/>
            <ac:spMk id="3" creationId="{A9010E5C-0195-0E89-42CD-A2286143D958}"/>
          </ac:spMkLst>
        </pc:spChg>
        <pc:spChg chg="mod">
          <ac:chgData name="Vivek Kande" userId="7649d0e3-63cc-40f6-bad1-46fd6efa90af" providerId="ADAL" clId="{FC53BD6A-157D-4D26-975A-EFAD831AFB57}" dt="2026-09-28T15:00:00.554" v="10831" actId="20577"/>
          <ac:spMkLst>
            <pc:docMk/>
            <pc:sldMk cId="1533732387" sldId="313"/>
            <ac:spMk id="4" creationId="{7A9AEA51-6BB2-A866-14CF-99226C12CEA2}"/>
          </ac:spMkLst>
        </pc:spChg>
        <pc:spChg chg="mod topLvl">
          <ac:chgData name="Vivek Kande" userId="7649d0e3-63cc-40f6-bad1-46fd6efa90af" providerId="ADAL" clId="{FC53BD6A-157D-4D26-975A-EFAD831AFB57}" dt="2026-09-28T15:03:30.469" v="10863" actId="164"/>
          <ac:spMkLst>
            <pc:docMk/>
            <pc:sldMk cId="1533732387" sldId="313"/>
            <ac:spMk id="5" creationId="{2B298201-C9BC-3199-29FD-7DDFD942B6E7}"/>
          </ac:spMkLst>
        </pc:spChg>
        <pc:spChg chg="mod topLvl">
          <ac:chgData name="Vivek Kande" userId="7649d0e3-63cc-40f6-bad1-46fd6efa90af" providerId="ADAL" clId="{FC53BD6A-157D-4D26-975A-EFAD831AFB57}" dt="2026-09-28T15:03:30.469" v="10863" actId="164"/>
          <ac:spMkLst>
            <pc:docMk/>
            <pc:sldMk cId="1533732387" sldId="313"/>
            <ac:spMk id="6" creationId="{BCFE7A72-64CA-FF00-58AD-97C115D81417}"/>
          </ac:spMkLst>
        </pc:spChg>
        <pc:spChg chg="mod topLvl">
          <ac:chgData name="Vivek Kande" userId="7649d0e3-63cc-40f6-bad1-46fd6efa90af" providerId="ADAL" clId="{FC53BD6A-157D-4D26-975A-EFAD831AFB57}" dt="2026-09-28T15:03:30.469" v="10863" actId="164"/>
          <ac:spMkLst>
            <pc:docMk/>
            <pc:sldMk cId="1533732387" sldId="313"/>
            <ac:spMk id="8" creationId="{D79FCE46-9AEA-7512-DCE8-E97D208787A0}"/>
          </ac:spMkLst>
        </pc:spChg>
        <pc:spChg chg="add mod">
          <ac:chgData name="Vivek Kande" userId="7649d0e3-63cc-40f6-bad1-46fd6efa90af" providerId="ADAL" clId="{FC53BD6A-157D-4D26-975A-EFAD831AFB57}" dt="2026-09-28T15:03:30.469" v="10863" actId="164"/>
          <ac:spMkLst>
            <pc:docMk/>
            <pc:sldMk cId="1533732387" sldId="313"/>
            <ac:spMk id="9" creationId="{14250AD1-6A31-EF81-361D-7D47EEB7548C}"/>
          </ac:spMkLst>
        </pc:spChg>
        <pc:spChg chg="mod topLvl">
          <ac:chgData name="Vivek Kande" userId="7649d0e3-63cc-40f6-bad1-46fd6efa90af" providerId="ADAL" clId="{FC53BD6A-157D-4D26-975A-EFAD831AFB57}" dt="2026-09-30T08:23:01.120" v="24553" actId="165"/>
          <ac:spMkLst>
            <pc:docMk/>
            <pc:sldMk cId="1533732387" sldId="313"/>
            <ac:spMk id="13" creationId="{D5B951C5-FFEE-C7DF-A30D-1E8901AFBA6B}"/>
          </ac:spMkLst>
        </pc:spChg>
        <pc:spChg chg="mod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16" creationId="{AF71EA32-268E-1572-29DC-E5BAD9674284}"/>
          </ac:spMkLst>
        </pc:spChg>
        <pc:spChg chg="mod topLvl">
          <ac:chgData name="Vivek Kande" userId="7649d0e3-63cc-40f6-bad1-46fd6efa90af" providerId="ADAL" clId="{FC53BD6A-157D-4D26-975A-EFAD831AFB57}" dt="2026-09-30T08:23:01.120" v="24553" actId="165"/>
          <ac:spMkLst>
            <pc:docMk/>
            <pc:sldMk cId="1533732387" sldId="313"/>
            <ac:spMk id="17" creationId="{7BEB84C3-90AE-575E-8068-608956929331}"/>
          </ac:spMkLst>
        </pc:spChg>
        <pc:spChg chg="mod topLvl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18" creationId="{55442777-CA85-5B72-5DE7-9AC5317EDC53}"/>
          </ac:spMkLst>
        </pc:spChg>
        <pc:spChg chg="mod">
          <ac:chgData name="Vivek Kande" userId="7649d0e3-63cc-40f6-bad1-46fd6efa90af" providerId="ADAL" clId="{FC53BD6A-157D-4D26-975A-EFAD831AFB57}" dt="2026-09-28T15:25:42.025" v="10866"/>
          <ac:spMkLst>
            <pc:docMk/>
            <pc:sldMk cId="1533732387" sldId="313"/>
            <ac:spMk id="22" creationId="{C1D08044-E36A-BDA7-54A3-BBF4A6300FC9}"/>
          </ac:spMkLst>
        </pc:spChg>
        <pc:spChg chg="mod topLvl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23" creationId="{48BC3EFD-1E74-79FF-D10C-62A96D1EDF42}"/>
          </ac:spMkLst>
        </pc:spChg>
        <pc:spChg chg="mod topLvl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24" creationId="{4753FD7E-A899-1C16-1813-2E51018500EC}"/>
          </ac:spMkLst>
        </pc:spChg>
        <pc:spChg chg="mod topLvl">
          <ac:chgData name="Vivek Kande" userId="7649d0e3-63cc-40f6-bad1-46fd6efa90af" providerId="ADAL" clId="{FC53BD6A-157D-4D26-975A-EFAD831AFB57}" dt="2026-09-30T08:23:01.120" v="24553" actId="165"/>
          <ac:spMkLst>
            <pc:docMk/>
            <pc:sldMk cId="1533732387" sldId="313"/>
            <ac:spMk id="25" creationId="{34C9DD3D-79EB-AA43-3066-322B61715327}"/>
          </ac:spMkLst>
        </pc:spChg>
        <pc:spChg chg="mod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28" creationId="{997B5CC7-A0C6-34A6-3A1F-35039A46F160}"/>
          </ac:spMkLst>
        </pc:spChg>
        <pc:spChg chg="mod topLvl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29" creationId="{0E37A0D6-935A-E266-65E9-BB47360DAEC4}"/>
          </ac:spMkLst>
        </pc:spChg>
        <pc:spChg chg="mod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30" creationId="{3610F8A9-6A29-3A57-4180-551C23B02B14}"/>
          </ac:spMkLst>
        </pc:spChg>
        <pc:spChg chg="mod topLvl">
          <ac:chgData name="Vivek Kande" userId="7649d0e3-63cc-40f6-bad1-46fd6efa90af" providerId="ADAL" clId="{FC53BD6A-157D-4D26-975A-EFAD831AFB57}" dt="2026-09-30T08:23:01.120" v="24553" actId="165"/>
          <ac:spMkLst>
            <pc:docMk/>
            <pc:sldMk cId="1533732387" sldId="313"/>
            <ac:spMk id="31" creationId="{0FFCB038-890E-B11F-B9EB-0E304C84ED83}"/>
          </ac:spMkLst>
        </pc:spChg>
        <pc:spChg chg="mod topLvl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33" creationId="{1405BBF3-ABA3-88AF-A195-95AE6B9B970F}"/>
          </ac:spMkLst>
        </pc:spChg>
        <pc:spChg chg="mod">
          <ac:chgData name="Vivek Kande" userId="7649d0e3-63cc-40f6-bad1-46fd6efa90af" providerId="ADAL" clId="{FC53BD6A-157D-4D26-975A-EFAD831AFB57}" dt="2026-09-28T15:27:05.646" v="10901" actId="20577"/>
          <ac:spMkLst>
            <pc:docMk/>
            <pc:sldMk cId="1533732387" sldId="313"/>
            <ac:spMk id="130" creationId="{3A06C908-E316-732B-91C5-4FC6C866182B}"/>
          </ac:spMkLst>
        </pc:spChg>
        <pc:spChg chg="mod">
          <ac:chgData name="Vivek Kande" userId="7649d0e3-63cc-40f6-bad1-46fd6efa90af" providerId="ADAL" clId="{FC53BD6A-157D-4D26-975A-EFAD831AFB57}" dt="2026-09-28T15:27:05.646" v="10901" actId="20577"/>
          <ac:spMkLst>
            <pc:docMk/>
            <pc:sldMk cId="1533732387" sldId="313"/>
            <ac:spMk id="131" creationId="{65A6521A-40DE-4DA5-7E65-D7FF2891768C}"/>
          </ac:spMkLst>
        </pc:spChg>
        <pc:spChg chg="mod">
          <ac:chgData name="Vivek Kande" userId="7649d0e3-63cc-40f6-bad1-46fd6efa90af" providerId="ADAL" clId="{FC53BD6A-157D-4D26-975A-EFAD831AFB57}" dt="2026-09-28T15:27:05.646" v="10901" actId="20577"/>
          <ac:spMkLst>
            <pc:docMk/>
            <pc:sldMk cId="1533732387" sldId="313"/>
            <ac:spMk id="132" creationId="{1E7D44E8-0D50-15F9-C6D6-4271A32CAE89}"/>
          </ac:spMkLst>
        </pc:spChg>
        <pc:spChg chg="mod">
          <ac:chgData name="Vivek Kande" userId="7649d0e3-63cc-40f6-bad1-46fd6efa90af" providerId="ADAL" clId="{FC53BD6A-157D-4D26-975A-EFAD831AFB57}" dt="2026-09-28T15:27:05.646" v="10901" actId="20577"/>
          <ac:spMkLst>
            <pc:docMk/>
            <pc:sldMk cId="1533732387" sldId="313"/>
            <ac:spMk id="134" creationId="{875F5189-CEDF-4E53-3D6E-42254E305AD1}"/>
          </ac:spMkLst>
        </pc:spChg>
        <pc:spChg chg="mod">
          <ac:chgData name="Vivek Kande" userId="7649d0e3-63cc-40f6-bad1-46fd6efa90af" providerId="ADAL" clId="{FC53BD6A-157D-4D26-975A-EFAD831AFB57}" dt="2026-09-28T15:27:12.863" v="10902" actId="1076"/>
          <ac:spMkLst>
            <pc:docMk/>
            <pc:sldMk cId="1533732387" sldId="313"/>
            <ac:spMk id="141" creationId="{D1F51BBE-D654-FBA7-E98F-492281FC1F97}"/>
          </ac:spMkLst>
        </pc:spChg>
        <pc:spChg chg="add mod">
          <ac:chgData name="Vivek Kande" userId="7649d0e3-63cc-40f6-bad1-46fd6efa90af" providerId="ADAL" clId="{FC53BD6A-157D-4D26-975A-EFAD831AFB57}" dt="2026-09-29T21:25:01.421" v="20994" actId="207"/>
          <ac:spMkLst>
            <pc:docMk/>
            <pc:sldMk cId="1533732387" sldId="313"/>
            <ac:spMk id="143" creationId="{1350E551-4724-BF8A-7E47-36EF9A20D217}"/>
          </ac:spMkLst>
        </pc:spChg>
        <pc:spChg chg="add del mod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144" creationId="{7A163160-1524-2F8F-79C3-45B63F8199C7}"/>
          </ac:spMkLst>
        </pc:spChg>
        <pc:spChg chg="add">
          <ac:chgData name="Vivek Kande" userId="7649d0e3-63cc-40f6-bad1-46fd6efa90af" providerId="ADAL" clId="{FC53BD6A-157D-4D26-975A-EFAD831AFB57}" dt="2026-09-28T15:26:44.906" v="10895" actId="11529"/>
          <ac:spMkLst>
            <pc:docMk/>
            <pc:sldMk cId="1533732387" sldId="313"/>
            <ac:spMk id="145" creationId="{3491DA85-93E7-C0BE-5E91-88995E3E03A9}"/>
          </ac:spMkLst>
        </pc:spChg>
        <pc:spChg chg="mod">
          <ac:chgData name="Vivek Kande" userId="7649d0e3-63cc-40f6-bad1-46fd6efa90af" providerId="ADAL" clId="{FC53BD6A-157D-4D26-975A-EFAD831AFB57}" dt="2026-09-28T15:31:08.286" v="10949" actId="571"/>
          <ac:spMkLst>
            <pc:docMk/>
            <pc:sldMk cId="1533732387" sldId="313"/>
            <ac:spMk id="149" creationId="{8043F261-A427-2286-FEDD-F11BA44E6EA8}"/>
          </ac:spMkLst>
        </pc:spChg>
        <pc:spChg chg="mod">
          <ac:chgData name="Vivek Kande" userId="7649d0e3-63cc-40f6-bad1-46fd6efa90af" providerId="ADAL" clId="{FC53BD6A-157D-4D26-975A-EFAD831AFB57}" dt="2026-09-28T15:33:06.736" v="11008" actId="14100"/>
          <ac:spMkLst>
            <pc:docMk/>
            <pc:sldMk cId="1533732387" sldId="313"/>
            <ac:spMk id="151" creationId="{4D00AF06-62CF-F86C-24AF-86103839DA55}"/>
          </ac:spMkLst>
        </pc:spChg>
        <pc:spChg chg="mod">
          <ac:chgData name="Vivek Kande" userId="7649d0e3-63cc-40f6-bad1-46fd6efa90af" providerId="ADAL" clId="{FC53BD6A-157D-4D26-975A-EFAD831AFB57}" dt="2026-09-28T15:32:38.423" v="10996" actId="20577"/>
          <ac:spMkLst>
            <pc:docMk/>
            <pc:sldMk cId="1533732387" sldId="313"/>
            <ac:spMk id="152" creationId="{3C84A9DB-570C-E6DD-58BA-ABAE0226B3F5}"/>
          </ac:spMkLst>
        </pc:spChg>
        <pc:spChg chg="add mod">
          <ac:chgData name="Vivek Kande" userId="7649d0e3-63cc-40f6-bad1-46fd6efa90af" providerId="ADAL" clId="{FC53BD6A-157D-4D26-975A-EFAD831AFB57}" dt="2026-09-30T08:23:07.846" v="24554" actId="164"/>
          <ac:spMkLst>
            <pc:docMk/>
            <pc:sldMk cId="1533732387" sldId="313"/>
            <ac:spMk id="164" creationId="{3785DF5F-F28B-D93D-1CC1-7BBEEBA03E6C}"/>
          </ac:spMkLst>
        </pc:spChg>
        <pc:spChg chg="add mod">
          <ac:chgData name="Vivek Kande" userId="7649d0e3-63cc-40f6-bad1-46fd6efa90af" providerId="ADAL" clId="{FC53BD6A-157D-4D26-975A-EFAD831AFB57}" dt="2026-09-28T15:34:22.927" v="11046" actId="1076"/>
          <ac:spMkLst>
            <pc:docMk/>
            <pc:sldMk cId="1533732387" sldId="313"/>
            <ac:spMk id="165" creationId="{7F01C2BA-FCEA-EECF-2B93-49F786303826}"/>
          </ac:spMkLst>
        </pc:spChg>
        <pc:spChg chg="add mod ord">
          <ac:chgData name="Vivek Kande" userId="7649d0e3-63cc-40f6-bad1-46fd6efa90af" providerId="ADAL" clId="{FC53BD6A-157D-4D26-975A-EFAD831AFB57}" dt="2026-09-29T15:56:36.920" v="19139" actId="207"/>
          <ac:spMkLst>
            <pc:docMk/>
            <pc:sldMk cId="1533732387" sldId="313"/>
            <ac:spMk id="166" creationId="{2331E922-A25E-8309-1036-09B837154DBE}"/>
          </ac:spMkLst>
        </pc:spChg>
        <pc:spChg chg="add mod">
          <ac:chgData name="Vivek Kande" userId="7649d0e3-63cc-40f6-bad1-46fd6efa90af" providerId="ADAL" clId="{FC53BD6A-157D-4D26-975A-EFAD831AFB57}" dt="2026-09-29T18:51:25.438" v="19754" actId="20577"/>
          <ac:spMkLst>
            <pc:docMk/>
            <pc:sldMk cId="1533732387" sldId="313"/>
            <ac:spMk id="330" creationId="{8E4E3DFB-2133-83A3-FBE1-7434D4C8104D}"/>
          </ac:spMkLst>
        </pc:spChg>
        <pc:grpChg chg="add mod">
          <ac:chgData name="Vivek Kande" userId="7649d0e3-63cc-40f6-bad1-46fd6efa90af" providerId="ADAL" clId="{FC53BD6A-157D-4D26-975A-EFAD831AFB57}" dt="2026-09-28T15:03:32.478" v="10864" actId="1076"/>
          <ac:grpSpMkLst>
            <pc:docMk/>
            <pc:sldMk cId="1533732387" sldId="313"/>
            <ac:grpSpMk id="10" creationId="{5C6CB7B4-4395-CAAB-9824-3473FED5F3C7}"/>
          </ac:grpSpMkLst>
        </pc:grpChg>
        <pc:grpChg chg="mod">
          <ac:chgData name="Vivek Kande" userId="7649d0e3-63cc-40f6-bad1-46fd6efa90af" providerId="ADAL" clId="{FC53BD6A-157D-4D26-975A-EFAD831AFB57}" dt="2026-09-28T15:27:05.646" v="10901" actId="20577"/>
          <ac:grpSpMkLst>
            <pc:docMk/>
            <pc:sldMk cId="1533732387" sldId="313"/>
            <ac:grpSpMk id="129" creationId="{43F35921-DF2B-FBD4-5C4C-2A28BBFF605E}"/>
          </ac:grpSpMkLst>
        </pc:grpChg>
        <pc:grpChg chg="add mod">
          <ac:chgData name="Vivek Kande" userId="7649d0e3-63cc-40f6-bad1-46fd6efa90af" providerId="ADAL" clId="{FC53BD6A-157D-4D26-975A-EFAD831AFB57}" dt="2026-09-28T15:32:45.239" v="10997" actId="1076"/>
          <ac:grpSpMkLst>
            <pc:docMk/>
            <pc:sldMk cId="1533732387" sldId="313"/>
            <ac:grpSpMk id="148" creationId="{F1E4CB07-59E5-F595-41FF-2C080501447E}"/>
          </ac:grpSpMkLst>
        </pc:grpChg>
        <pc:grpChg chg="add mod">
          <ac:chgData name="Vivek Kande" userId="7649d0e3-63cc-40f6-bad1-46fd6efa90af" providerId="ADAL" clId="{FC53BD6A-157D-4D26-975A-EFAD831AFB57}" dt="2026-09-28T15:36:07.311" v="11076" actId="1076"/>
          <ac:grpSpMkLst>
            <pc:docMk/>
            <pc:sldMk cId="1533732387" sldId="313"/>
            <ac:grpSpMk id="167" creationId="{4E541135-B6E6-62ED-5D0C-EAEF23C6B118}"/>
          </ac:grpSpMkLst>
        </pc:grpChg>
        <pc:picChg chg="add mod">
          <ac:chgData name="Vivek Kande" userId="7649d0e3-63cc-40f6-bad1-46fd6efa90af" providerId="ADAL" clId="{FC53BD6A-157D-4D26-975A-EFAD831AFB57}" dt="2026-09-28T15:03:22.398" v="10861" actId="1076"/>
          <ac:picMkLst>
            <pc:docMk/>
            <pc:sldMk cId="1533732387" sldId="313"/>
            <ac:picMk id="176" creationId="{2786C066-8336-1D98-B5E5-22AB68D13E83}"/>
          </ac:picMkLst>
        </pc:picChg>
        <pc:cxnChg chg="mod topLvl">
          <ac:chgData name="Vivek Kande" userId="7649d0e3-63cc-40f6-bad1-46fd6efa90af" providerId="ADAL" clId="{FC53BD6A-157D-4D26-975A-EFAD831AFB57}" dt="2026-09-28T15:03:30.469" v="10863" actId="164"/>
          <ac:cxnSpMkLst>
            <pc:docMk/>
            <pc:sldMk cId="1533732387" sldId="313"/>
            <ac:cxnSpMk id="7" creationId="{BE266FF8-7205-ADC2-B27D-74D3EBB6656E}"/>
          </ac:cxnSpMkLst>
        </pc:cxnChg>
        <pc:cxnChg chg="mod">
          <ac:chgData name="Vivek Kande" userId="7649d0e3-63cc-40f6-bad1-46fd6efa90af" providerId="ADAL" clId="{FC53BD6A-157D-4D26-975A-EFAD831AFB57}" dt="2026-09-28T15:27:05.646" v="10901" actId="20577"/>
          <ac:cxnSpMkLst>
            <pc:docMk/>
            <pc:sldMk cId="1533732387" sldId="313"/>
            <ac:cxnSpMk id="133" creationId="{47E8DCB4-B9C8-3AF4-DEC3-83C62E82E80D}"/>
          </ac:cxnSpMkLst>
        </pc:cxnChg>
        <pc:cxnChg chg="mod">
          <ac:chgData name="Vivek Kande" userId="7649d0e3-63cc-40f6-bad1-46fd6efa90af" providerId="ADAL" clId="{FC53BD6A-157D-4D26-975A-EFAD831AFB57}" dt="2026-09-28T15:27:05.646" v="10901" actId="20577"/>
          <ac:cxnSpMkLst>
            <pc:docMk/>
            <pc:sldMk cId="1533732387" sldId="313"/>
            <ac:cxnSpMk id="135" creationId="{718196C6-911F-8D07-6D5F-2FE276671634}"/>
          </ac:cxnSpMkLst>
        </pc:cxnChg>
        <pc:cxnChg chg="mod">
          <ac:chgData name="Vivek Kande" userId="7649d0e3-63cc-40f6-bad1-46fd6efa90af" providerId="ADAL" clId="{FC53BD6A-157D-4D26-975A-EFAD831AFB57}" dt="2026-09-28T15:27:05.646" v="10901" actId="20577"/>
          <ac:cxnSpMkLst>
            <pc:docMk/>
            <pc:sldMk cId="1533732387" sldId="313"/>
            <ac:cxnSpMk id="137" creationId="{2F237229-B3E0-F2E6-EA6F-C42B785FF39B}"/>
          </ac:cxnSpMkLst>
        </pc:cxnChg>
        <pc:cxnChg chg="mod">
          <ac:chgData name="Vivek Kande" userId="7649d0e3-63cc-40f6-bad1-46fd6efa90af" providerId="ADAL" clId="{FC53BD6A-157D-4D26-975A-EFAD831AFB57}" dt="2026-09-28T15:27:05.646" v="10901" actId="20577"/>
          <ac:cxnSpMkLst>
            <pc:docMk/>
            <pc:sldMk cId="1533732387" sldId="313"/>
            <ac:cxnSpMk id="139" creationId="{A84C579A-DE60-0971-0D30-529B1E659BF7}"/>
          </ac:cxnSpMkLst>
        </pc:cxnChg>
        <pc:cxnChg chg="mod">
          <ac:chgData name="Vivek Kande" userId="7649d0e3-63cc-40f6-bad1-46fd6efa90af" providerId="ADAL" clId="{FC53BD6A-157D-4D26-975A-EFAD831AFB57}" dt="2026-09-28T15:33:06.736" v="11008" actId="14100"/>
          <ac:cxnSpMkLst>
            <pc:docMk/>
            <pc:sldMk cId="1533732387" sldId="313"/>
            <ac:cxnSpMk id="153" creationId="{A09632E3-CCED-063F-2A12-F156411CD757}"/>
          </ac:cxnSpMkLst>
        </pc:cxnChg>
        <pc:cxnChg chg="mod">
          <ac:chgData name="Vivek Kande" userId="7649d0e3-63cc-40f6-bad1-46fd6efa90af" providerId="ADAL" clId="{FC53BD6A-157D-4D26-975A-EFAD831AFB57}" dt="2026-09-28T15:31:08.286" v="10949" actId="571"/>
          <ac:cxnSpMkLst>
            <pc:docMk/>
            <pc:sldMk cId="1533732387" sldId="313"/>
            <ac:cxnSpMk id="154" creationId="{2D1A6E78-331B-90EE-7ACD-E5585E6E6A26}"/>
          </ac:cxnSpMkLst>
        </pc:cxnChg>
      </pc:sldChg>
      <pc:sldChg chg="modSp add del mod">
        <pc:chgData name="Vivek Kande" userId="7649d0e3-63cc-40f6-bad1-46fd6efa90af" providerId="ADAL" clId="{FC53BD6A-157D-4D26-975A-EFAD831AFB57}" dt="2026-10-17T13:25:43.535" v="24776" actId="47"/>
        <pc:sldMkLst>
          <pc:docMk/>
          <pc:sldMk cId="818376565" sldId="314"/>
        </pc:sldMkLst>
        <pc:spChg chg="mod">
          <ac:chgData name="Vivek Kande" userId="7649d0e3-63cc-40f6-bad1-46fd6efa90af" providerId="ADAL" clId="{FC53BD6A-157D-4D26-975A-EFAD831AFB57}" dt="2026-09-27T16:04:47.941" v="4531" actId="27636"/>
          <ac:spMkLst>
            <pc:docMk/>
            <pc:sldMk cId="818376565" sldId="314"/>
            <ac:spMk id="4" creationId="{516E662C-3DB7-67FA-6CF7-53BB76946C71}"/>
          </ac:spMkLst>
        </pc:spChg>
      </pc:sldChg>
      <pc:sldChg chg="addSp delSp modSp add mod addAnim delAnim modAnim modNotesTx">
        <pc:chgData name="Vivek Kande" userId="7649d0e3-63cc-40f6-bad1-46fd6efa90af" providerId="ADAL" clId="{FC53BD6A-157D-4D26-975A-EFAD831AFB57}" dt="2026-09-30T09:45:46.818" v="24690" actId="1035"/>
        <pc:sldMkLst>
          <pc:docMk/>
          <pc:sldMk cId="812954616" sldId="317"/>
        </pc:sldMkLst>
        <pc:spChg chg="add mod">
          <ac:chgData name="Vivek Kande" userId="7649d0e3-63cc-40f6-bad1-46fd6efa90af" providerId="ADAL" clId="{FC53BD6A-157D-4D26-975A-EFAD831AFB57}" dt="2026-09-29T04:40:58.285" v="13712" actId="1076"/>
          <ac:spMkLst>
            <pc:docMk/>
            <pc:sldMk cId="812954616" sldId="317"/>
            <ac:spMk id="3" creationId="{5D43832C-6316-B408-2FBB-8647AEEA2F2D}"/>
          </ac:spMkLst>
        </pc:spChg>
        <pc:spChg chg="mod">
          <ac:chgData name="Vivek Kande" userId="7649d0e3-63cc-40f6-bad1-46fd6efa90af" providerId="ADAL" clId="{FC53BD6A-157D-4D26-975A-EFAD831AFB57}" dt="2026-09-29T01:50:41.863" v="13674" actId="20577"/>
          <ac:spMkLst>
            <pc:docMk/>
            <pc:sldMk cId="812954616" sldId="317"/>
            <ac:spMk id="4" creationId="{F79F9882-4DAD-E0EE-741C-A2669C3E9330}"/>
          </ac:spMkLst>
        </pc:spChg>
        <pc:spChg chg="add mod">
          <ac:chgData name="Vivek Kande" userId="7649d0e3-63cc-40f6-bad1-46fd6efa90af" providerId="ADAL" clId="{FC53BD6A-157D-4D26-975A-EFAD831AFB57}" dt="2026-09-29T04:40:58.285" v="13712" actId="1076"/>
          <ac:spMkLst>
            <pc:docMk/>
            <pc:sldMk cId="812954616" sldId="317"/>
            <ac:spMk id="6" creationId="{CBDEC5D6-219E-BED8-CA8C-D8ED3C9CD35E}"/>
          </ac:spMkLst>
        </pc:spChg>
        <pc:spChg chg="add mod">
          <ac:chgData name="Vivek Kande" userId="7649d0e3-63cc-40f6-bad1-46fd6efa90af" providerId="ADAL" clId="{FC53BD6A-157D-4D26-975A-EFAD831AFB57}" dt="2026-09-29T04:40:58.285" v="13712" actId="1076"/>
          <ac:spMkLst>
            <pc:docMk/>
            <pc:sldMk cId="812954616" sldId="317"/>
            <ac:spMk id="8" creationId="{00230F5A-486B-FB4E-50E3-7EDDE80153BA}"/>
          </ac:spMkLst>
        </pc:spChg>
        <pc:spChg chg="add mod">
          <ac:chgData name="Vivek Kande" userId="7649d0e3-63cc-40f6-bad1-46fd6efa90af" providerId="ADAL" clId="{FC53BD6A-157D-4D26-975A-EFAD831AFB57}" dt="2026-09-29T04:40:58.285" v="13712" actId="1076"/>
          <ac:spMkLst>
            <pc:docMk/>
            <pc:sldMk cId="812954616" sldId="317"/>
            <ac:spMk id="13" creationId="{11B8764C-1FA1-2EF0-1A32-4828363728E6}"/>
          </ac:spMkLst>
        </pc:spChg>
        <pc:spChg chg="mod">
          <ac:chgData name="Vivek Kande" userId="7649d0e3-63cc-40f6-bad1-46fd6efa90af" providerId="ADAL" clId="{FC53BD6A-157D-4D26-975A-EFAD831AFB57}" dt="2026-09-29T04:36:18.297" v="13708"/>
          <ac:spMkLst>
            <pc:docMk/>
            <pc:sldMk cId="812954616" sldId="317"/>
            <ac:spMk id="22" creationId="{6E109641-393D-326E-AC1F-1FE7DDE8D271}"/>
          </ac:spMkLst>
        </pc:spChg>
        <pc:spChg chg="mod">
          <ac:chgData name="Vivek Kande" userId="7649d0e3-63cc-40f6-bad1-46fd6efa90af" providerId="ADAL" clId="{FC53BD6A-157D-4D26-975A-EFAD831AFB57}" dt="2026-09-29T04:36:18.297" v="13708"/>
          <ac:spMkLst>
            <pc:docMk/>
            <pc:sldMk cId="812954616" sldId="317"/>
            <ac:spMk id="23" creationId="{13D92CF3-59AA-67CF-C1D9-858307A8B01D}"/>
          </ac:spMkLst>
        </pc:spChg>
        <pc:spChg chg="mod">
          <ac:chgData name="Vivek Kande" userId="7649d0e3-63cc-40f6-bad1-46fd6efa90af" providerId="ADAL" clId="{FC53BD6A-157D-4D26-975A-EFAD831AFB57}" dt="2026-09-29T05:10:12.717" v="13797" actId="14100"/>
          <ac:spMkLst>
            <pc:docMk/>
            <pc:sldMk cId="812954616" sldId="317"/>
            <ac:spMk id="25" creationId="{A25B3DC8-2D42-F9DA-5CE0-176CF25476A3}"/>
          </ac:spMkLst>
        </pc:spChg>
        <pc:spChg chg="mod">
          <ac:chgData name="Vivek Kande" userId="7649d0e3-63cc-40f6-bad1-46fd6efa90af" providerId="ADAL" clId="{FC53BD6A-157D-4D26-975A-EFAD831AFB57}" dt="2026-09-30T09:45:46.818" v="24690" actId="1035"/>
          <ac:spMkLst>
            <pc:docMk/>
            <pc:sldMk cId="812954616" sldId="317"/>
            <ac:spMk id="26" creationId="{D54D0637-54F5-6D15-26AD-ECE955F76BA7}"/>
          </ac:spMkLst>
        </pc:spChg>
        <pc:spChg chg="mod">
          <ac:chgData name="Vivek Kande" userId="7649d0e3-63cc-40f6-bad1-46fd6efa90af" providerId="ADAL" clId="{FC53BD6A-157D-4D26-975A-EFAD831AFB57}" dt="2026-09-29T07:22:33.982" v="14861" actId="207"/>
          <ac:spMkLst>
            <pc:docMk/>
            <pc:sldMk cId="812954616" sldId="317"/>
            <ac:spMk id="31" creationId="{5FC93AB1-9970-1C32-DA50-24EACEBF5C3A}"/>
          </ac:spMkLst>
        </pc:spChg>
        <pc:spChg chg="mod">
          <ac:chgData name="Vivek Kande" userId="7649d0e3-63cc-40f6-bad1-46fd6efa90af" providerId="ADAL" clId="{FC53BD6A-157D-4D26-975A-EFAD831AFB57}" dt="2026-09-29T18:52:40.378" v="19757" actId="313"/>
          <ac:spMkLst>
            <pc:docMk/>
            <pc:sldMk cId="812954616" sldId="317"/>
            <ac:spMk id="32" creationId="{87861251-8330-3CB1-789B-1132E3CC7FCB}"/>
          </ac:spMkLst>
        </pc:spChg>
        <pc:spChg chg="mod">
          <ac:chgData name="Vivek Kande" userId="7649d0e3-63cc-40f6-bad1-46fd6efa90af" providerId="ADAL" clId="{FC53BD6A-157D-4D26-975A-EFAD831AFB57}" dt="2026-09-29T07:22:33.982" v="14861" actId="207"/>
          <ac:spMkLst>
            <pc:docMk/>
            <pc:sldMk cId="812954616" sldId="317"/>
            <ac:spMk id="34" creationId="{7910402E-4FE1-5DF5-337E-B398AC7E1BA3}"/>
          </ac:spMkLst>
        </pc:spChg>
        <pc:spChg chg="mod">
          <ac:chgData name="Vivek Kande" userId="7649d0e3-63cc-40f6-bad1-46fd6efa90af" providerId="ADAL" clId="{FC53BD6A-157D-4D26-975A-EFAD831AFB57}" dt="2026-09-29T18:52:40.907" v="19758" actId="313"/>
          <ac:spMkLst>
            <pc:docMk/>
            <pc:sldMk cId="812954616" sldId="317"/>
            <ac:spMk id="35" creationId="{F261C91E-9AFB-B489-5DA7-E83422704549}"/>
          </ac:spMkLst>
        </pc:spChg>
        <pc:spChg chg="mod">
          <ac:chgData name="Vivek Kande" userId="7649d0e3-63cc-40f6-bad1-46fd6efa90af" providerId="ADAL" clId="{FC53BD6A-157D-4D26-975A-EFAD831AFB57}" dt="2026-09-29T07:22:33.982" v="14861" actId="207"/>
          <ac:spMkLst>
            <pc:docMk/>
            <pc:sldMk cId="812954616" sldId="317"/>
            <ac:spMk id="37" creationId="{B2A76D6F-507D-F7B4-F519-D7B3F90DEA50}"/>
          </ac:spMkLst>
        </pc:spChg>
        <pc:spChg chg="mod">
          <ac:chgData name="Vivek Kande" userId="7649d0e3-63cc-40f6-bad1-46fd6efa90af" providerId="ADAL" clId="{FC53BD6A-157D-4D26-975A-EFAD831AFB57}" dt="2026-09-29T18:52:41.400" v="19759" actId="313"/>
          <ac:spMkLst>
            <pc:docMk/>
            <pc:sldMk cId="812954616" sldId="317"/>
            <ac:spMk id="38" creationId="{6936E39E-451E-26AB-F17F-9F8AAD4B95BC}"/>
          </ac:spMkLst>
        </pc:spChg>
        <pc:spChg chg="add mod">
          <ac:chgData name="Vivek Kande" userId="7649d0e3-63cc-40f6-bad1-46fd6efa90af" providerId="ADAL" clId="{FC53BD6A-157D-4D26-975A-EFAD831AFB57}" dt="2026-09-29T10:12:18.473" v="18189" actId="404"/>
          <ac:spMkLst>
            <pc:docMk/>
            <pc:sldMk cId="812954616" sldId="317"/>
            <ac:spMk id="43" creationId="{0E23ED2D-C141-2242-F211-E2DACA4E5A7A}"/>
          </ac:spMkLst>
        </pc:spChg>
        <pc:spChg chg="add mod">
          <ac:chgData name="Vivek Kande" userId="7649d0e3-63cc-40f6-bad1-46fd6efa90af" providerId="ADAL" clId="{FC53BD6A-157D-4D26-975A-EFAD831AFB57}" dt="2026-09-29T05:37:02.669" v="14227" actId="1076"/>
          <ac:spMkLst>
            <pc:docMk/>
            <pc:sldMk cId="812954616" sldId="317"/>
            <ac:spMk id="46" creationId="{F2B86A7F-2F1F-E005-0686-67730400AFEF}"/>
          </ac:spMkLst>
        </pc:spChg>
        <pc:grpChg chg="add mod">
          <ac:chgData name="Vivek Kande" userId="7649d0e3-63cc-40f6-bad1-46fd6efa90af" providerId="ADAL" clId="{FC53BD6A-157D-4D26-975A-EFAD831AFB57}" dt="2026-09-29T05:09:48.228" v="13793" actId="14100"/>
          <ac:grpSpMkLst>
            <pc:docMk/>
            <pc:sldMk cId="812954616" sldId="317"/>
            <ac:grpSpMk id="21" creationId="{1BD4416A-E22A-2E5C-9B48-B8AE60822EEA}"/>
          </ac:grpSpMkLst>
        </pc:grpChg>
        <pc:grpChg chg="add mod">
          <ac:chgData name="Vivek Kande" userId="7649d0e3-63cc-40f6-bad1-46fd6efa90af" providerId="ADAL" clId="{FC53BD6A-157D-4D26-975A-EFAD831AFB57}" dt="2026-09-29T05:11:35.981" v="13815" actId="1076"/>
          <ac:grpSpMkLst>
            <pc:docMk/>
            <pc:sldMk cId="812954616" sldId="317"/>
            <ac:grpSpMk id="30" creationId="{6B3A681F-C9C5-55B6-AB92-3B3C001ABC98}"/>
          </ac:grpSpMkLst>
        </pc:grpChg>
        <pc:grpChg chg="add del mod">
          <ac:chgData name="Vivek Kande" userId="7649d0e3-63cc-40f6-bad1-46fd6efa90af" providerId="ADAL" clId="{FC53BD6A-157D-4D26-975A-EFAD831AFB57}" dt="2026-09-29T05:11:52.829" v="13818" actId="1076"/>
          <ac:grpSpMkLst>
            <pc:docMk/>
            <pc:sldMk cId="812954616" sldId="317"/>
            <ac:grpSpMk id="33" creationId="{E49D7FD4-E0E7-7923-648C-C591B30BD275}"/>
          </ac:grpSpMkLst>
        </pc:grpChg>
        <pc:grpChg chg="add mod">
          <ac:chgData name="Vivek Kande" userId="7649d0e3-63cc-40f6-bad1-46fd6efa90af" providerId="ADAL" clId="{FC53BD6A-157D-4D26-975A-EFAD831AFB57}" dt="2026-09-29T05:11:58.644" v="13819" actId="1076"/>
          <ac:grpSpMkLst>
            <pc:docMk/>
            <pc:sldMk cId="812954616" sldId="317"/>
            <ac:grpSpMk id="36" creationId="{10B25FAF-7CE8-6B08-CC89-170777E4A466}"/>
          </ac:grpSpMkLst>
        </pc:grpChg>
        <pc:grpChg chg="add mod">
          <ac:chgData name="Vivek Kande" userId="7649d0e3-63cc-40f6-bad1-46fd6efa90af" providerId="ADAL" clId="{FC53BD6A-157D-4D26-975A-EFAD831AFB57}" dt="2026-09-29T05:37:23.848" v="14236" actId="164"/>
          <ac:grpSpMkLst>
            <pc:docMk/>
            <pc:sldMk cId="812954616" sldId="317"/>
            <ac:grpSpMk id="47" creationId="{9FA2A086-C0A0-C23C-3D72-DD397453DEC9}"/>
          </ac:grpSpMkLst>
        </pc:grpChg>
        <pc:picChg chg="add mod">
          <ac:chgData name="Vivek Kande" userId="7649d0e3-63cc-40f6-bad1-46fd6efa90af" providerId="ADAL" clId="{FC53BD6A-157D-4D26-975A-EFAD831AFB57}" dt="2026-09-29T05:21:11.189" v="14002" actId="1076"/>
          <ac:picMkLst>
            <pc:docMk/>
            <pc:sldMk cId="812954616" sldId="317"/>
            <ac:picMk id="5" creationId="{ECC2B7BF-DF1A-A091-F72F-7845DAD9072B}"/>
          </ac:picMkLst>
        </pc:picChg>
        <pc:picChg chg="add mod modCrop">
          <ac:chgData name="Vivek Kande" userId="7649d0e3-63cc-40f6-bad1-46fd6efa90af" providerId="ADAL" clId="{FC53BD6A-157D-4D26-975A-EFAD831AFB57}" dt="2026-09-29T05:37:23.848" v="14236" actId="164"/>
          <ac:picMkLst>
            <pc:docMk/>
            <pc:sldMk cId="812954616" sldId="317"/>
            <ac:picMk id="42" creationId="{36B7C97B-F836-8F7E-CAFA-6C67E48F5C15}"/>
          </ac:picMkLst>
        </pc:picChg>
        <pc:cxnChg chg="add mod">
          <ac:chgData name="Vivek Kande" userId="7649d0e3-63cc-40f6-bad1-46fd6efa90af" providerId="ADAL" clId="{FC53BD6A-157D-4D26-975A-EFAD831AFB57}" dt="2026-09-29T04:40:58.285" v="13712" actId="1076"/>
          <ac:cxnSpMkLst>
            <pc:docMk/>
            <pc:sldMk cId="812954616" sldId="317"/>
            <ac:cxnSpMk id="14" creationId="{EAF5740A-01F5-7C70-2DE8-49E5470CBDC7}"/>
          </ac:cxnSpMkLst>
        </pc:cxnChg>
        <pc:cxnChg chg="add mod">
          <ac:chgData name="Vivek Kande" userId="7649d0e3-63cc-40f6-bad1-46fd6efa90af" providerId="ADAL" clId="{FC53BD6A-157D-4D26-975A-EFAD831AFB57}" dt="2026-09-29T04:40:58.285" v="13712" actId="1076"/>
          <ac:cxnSpMkLst>
            <pc:docMk/>
            <pc:sldMk cId="812954616" sldId="317"/>
            <ac:cxnSpMk id="15" creationId="{56829E20-E480-DE36-A6FF-29F964CE679E}"/>
          </ac:cxnSpMkLst>
        </pc:cxnChg>
        <pc:cxnChg chg="add mod">
          <ac:chgData name="Vivek Kande" userId="7649d0e3-63cc-40f6-bad1-46fd6efa90af" providerId="ADAL" clId="{FC53BD6A-157D-4D26-975A-EFAD831AFB57}" dt="2026-09-29T04:40:58.285" v="13712" actId="1076"/>
          <ac:cxnSpMkLst>
            <pc:docMk/>
            <pc:sldMk cId="812954616" sldId="317"/>
            <ac:cxnSpMk id="16" creationId="{D3BD363A-C6A5-3720-6A60-AAE20D238F23}"/>
          </ac:cxnSpMkLst>
        </pc:cxnChg>
        <pc:cxnChg chg="add mod">
          <ac:chgData name="Vivek Kande" userId="7649d0e3-63cc-40f6-bad1-46fd6efa90af" providerId="ADAL" clId="{FC53BD6A-157D-4D26-975A-EFAD831AFB57}" dt="2026-09-29T04:40:58.285" v="13712" actId="1076"/>
          <ac:cxnSpMkLst>
            <pc:docMk/>
            <pc:sldMk cId="812954616" sldId="317"/>
            <ac:cxnSpMk id="18" creationId="{6E414100-6887-8DC2-9449-480080D8C810}"/>
          </ac:cxnSpMkLst>
        </pc:cxnChg>
        <pc:cxnChg chg="mod">
          <ac:chgData name="Vivek Kande" userId="7649d0e3-63cc-40f6-bad1-46fd6efa90af" providerId="ADAL" clId="{FC53BD6A-157D-4D26-975A-EFAD831AFB57}" dt="2026-09-29T05:10:24.701" v="13800" actId="14100"/>
          <ac:cxnSpMkLst>
            <pc:docMk/>
            <pc:sldMk cId="812954616" sldId="317"/>
            <ac:cxnSpMk id="24" creationId="{2CF19440-3EBE-4694-FCA8-B6B36EFDB948}"/>
          </ac:cxnSpMkLst>
        </pc:cxnChg>
        <pc:cxnChg chg="add mod">
          <ac:chgData name="Vivek Kande" userId="7649d0e3-63cc-40f6-bad1-46fd6efa90af" providerId="ADAL" clId="{FC53BD6A-157D-4D26-975A-EFAD831AFB57}" dt="2026-09-29T05:37:30.173" v="14237" actId="208"/>
          <ac:cxnSpMkLst>
            <pc:docMk/>
            <pc:sldMk cId="812954616" sldId="317"/>
            <ac:cxnSpMk id="45" creationId="{0C333E2A-845E-B853-921B-38E9FBF49F2D}"/>
          </ac:cxnSpMkLst>
        </pc:cxnChg>
      </pc:sldChg>
      <pc:sldChg chg="addSp delSp modSp add mod modAnim">
        <pc:chgData name="Vivek Kande" userId="7649d0e3-63cc-40f6-bad1-46fd6efa90af" providerId="ADAL" clId="{FC53BD6A-157D-4D26-975A-EFAD831AFB57}" dt="2026-09-29T09:12:56.568" v="16923" actId="1076"/>
        <pc:sldMkLst>
          <pc:docMk/>
          <pc:sldMk cId="3653816618" sldId="318"/>
        </pc:sldMkLst>
        <pc:spChg chg="mod">
          <ac:chgData name="Vivek Kande" userId="7649d0e3-63cc-40f6-bad1-46fd6efa90af" providerId="ADAL" clId="{FC53BD6A-157D-4D26-975A-EFAD831AFB57}" dt="2026-09-29T05:49:50.505" v="14278" actId="20577"/>
          <ac:spMkLst>
            <pc:docMk/>
            <pc:sldMk cId="3653816618" sldId="318"/>
            <ac:spMk id="4" creationId="{832CA87C-0C76-8855-6154-555ED51173A9}"/>
          </ac:spMkLst>
        </pc:spChg>
        <pc:spChg chg="add del mod">
          <ac:chgData name="Vivek Kande" userId="7649d0e3-63cc-40f6-bad1-46fd6efa90af" providerId="ADAL" clId="{FC53BD6A-157D-4D26-975A-EFAD831AFB57}" dt="2026-09-29T05:57:21.360" v="14468" actId="14100"/>
          <ac:spMkLst>
            <pc:docMk/>
            <pc:sldMk cId="3653816618" sldId="318"/>
            <ac:spMk id="5" creationId="{49981703-0C86-CF4F-75DA-B5A5BF0B0BB6}"/>
          </ac:spMkLst>
        </pc:spChg>
        <pc:spChg chg="add mod">
          <ac:chgData name="Vivek Kande" userId="7649d0e3-63cc-40f6-bad1-46fd6efa90af" providerId="ADAL" clId="{FC53BD6A-157D-4D26-975A-EFAD831AFB57}" dt="2026-09-29T05:57:27.133" v="14469" actId="1076"/>
          <ac:spMkLst>
            <pc:docMk/>
            <pc:sldMk cId="3653816618" sldId="318"/>
            <ac:spMk id="6" creationId="{8FD99384-E843-6027-438D-ABA7C82D77E1}"/>
          </ac:spMkLst>
        </pc:spChg>
        <pc:spChg chg="add mod">
          <ac:chgData name="Vivek Kande" userId="7649d0e3-63cc-40f6-bad1-46fd6efa90af" providerId="ADAL" clId="{FC53BD6A-157D-4D26-975A-EFAD831AFB57}" dt="2026-09-29T09:12:56.568" v="16923" actId="1076"/>
          <ac:spMkLst>
            <pc:docMk/>
            <pc:sldMk cId="3653816618" sldId="318"/>
            <ac:spMk id="7" creationId="{6BEA0AD7-8CE6-D5F2-D4B1-DB57DF29FAA3}"/>
          </ac:spMkLst>
        </pc:spChg>
        <pc:spChg chg="add mod">
          <ac:chgData name="Vivek Kande" userId="7649d0e3-63cc-40f6-bad1-46fd6efa90af" providerId="ADAL" clId="{FC53BD6A-157D-4D26-975A-EFAD831AFB57}" dt="2026-09-29T05:57:27.133" v="14469" actId="1076"/>
          <ac:spMkLst>
            <pc:docMk/>
            <pc:sldMk cId="3653816618" sldId="318"/>
            <ac:spMk id="9" creationId="{AC926B06-CEEF-58D9-C08A-F864179FA0DA}"/>
          </ac:spMkLst>
        </pc:spChg>
        <pc:spChg chg="add mod">
          <ac:chgData name="Vivek Kande" userId="7649d0e3-63cc-40f6-bad1-46fd6efa90af" providerId="ADAL" clId="{FC53BD6A-157D-4D26-975A-EFAD831AFB57}" dt="2026-09-29T05:57:27.133" v="14469" actId="1076"/>
          <ac:spMkLst>
            <pc:docMk/>
            <pc:sldMk cId="3653816618" sldId="318"/>
            <ac:spMk id="10" creationId="{82BC1526-9845-0C65-66E1-255E82F85F28}"/>
          </ac:spMkLst>
        </pc:spChg>
        <pc:spChg chg="add mod">
          <ac:chgData name="Vivek Kande" userId="7649d0e3-63cc-40f6-bad1-46fd6efa90af" providerId="ADAL" clId="{FC53BD6A-157D-4D26-975A-EFAD831AFB57}" dt="2026-09-29T05:57:27.133" v="14469" actId="1076"/>
          <ac:spMkLst>
            <pc:docMk/>
            <pc:sldMk cId="3653816618" sldId="318"/>
            <ac:spMk id="11" creationId="{E0B06177-E39C-B751-D27E-89E1D6EE60BD}"/>
          </ac:spMkLst>
        </pc:spChg>
        <pc:spChg chg="add mod">
          <ac:chgData name="Vivek Kande" userId="7649d0e3-63cc-40f6-bad1-46fd6efa90af" providerId="ADAL" clId="{FC53BD6A-157D-4D26-975A-EFAD831AFB57}" dt="2026-09-29T05:58:05.845" v="14473" actId="207"/>
          <ac:spMkLst>
            <pc:docMk/>
            <pc:sldMk cId="3653816618" sldId="318"/>
            <ac:spMk id="12" creationId="{DD0DB910-59C5-DFDF-6FAA-F2DD5D0A7159}"/>
          </ac:spMkLst>
        </pc:spChg>
        <pc:spChg chg="add mod">
          <ac:chgData name="Vivek Kande" userId="7649d0e3-63cc-40f6-bad1-46fd6efa90af" providerId="ADAL" clId="{FC53BD6A-157D-4D26-975A-EFAD831AFB57}" dt="2026-09-29T05:58:43.127" v="14482" actId="571"/>
          <ac:spMkLst>
            <pc:docMk/>
            <pc:sldMk cId="3653816618" sldId="318"/>
            <ac:spMk id="16" creationId="{A066EC78-D946-28AA-3783-720FBE16EED3}"/>
          </ac:spMkLst>
        </pc:spChg>
        <pc:picChg chg="add mod">
          <ac:chgData name="Vivek Kande" userId="7649d0e3-63cc-40f6-bad1-46fd6efa90af" providerId="ADAL" clId="{FC53BD6A-157D-4D26-975A-EFAD831AFB57}" dt="2026-09-29T07:34:22.211" v="15014" actId="1076"/>
          <ac:picMkLst>
            <pc:docMk/>
            <pc:sldMk cId="3653816618" sldId="318"/>
            <ac:picMk id="17" creationId="{4C21A482-59B4-9965-D224-01BE75C8026B}"/>
          </ac:picMkLst>
        </pc:picChg>
        <pc:cxnChg chg="add mod">
          <ac:chgData name="Vivek Kande" userId="7649d0e3-63cc-40f6-bad1-46fd6efa90af" providerId="ADAL" clId="{FC53BD6A-157D-4D26-975A-EFAD831AFB57}" dt="2026-09-29T05:57:27.133" v="14469" actId="1076"/>
          <ac:cxnSpMkLst>
            <pc:docMk/>
            <pc:sldMk cId="3653816618" sldId="318"/>
            <ac:cxnSpMk id="13" creationId="{9A53504C-7D7D-A5B2-92CF-2256004A1527}"/>
          </ac:cxnSpMkLst>
        </pc:cxnChg>
        <pc:cxnChg chg="add mod">
          <ac:chgData name="Vivek Kande" userId="7649d0e3-63cc-40f6-bad1-46fd6efa90af" providerId="ADAL" clId="{FC53BD6A-157D-4D26-975A-EFAD831AFB57}" dt="2026-09-29T05:57:27.133" v="14469" actId="1076"/>
          <ac:cxnSpMkLst>
            <pc:docMk/>
            <pc:sldMk cId="3653816618" sldId="318"/>
            <ac:cxnSpMk id="14" creationId="{FD7B0141-B144-A571-12C6-034170B06C86}"/>
          </ac:cxnSpMkLst>
        </pc:cxnChg>
        <pc:cxnChg chg="add mod">
          <ac:chgData name="Vivek Kande" userId="7649d0e3-63cc-40f6-bad1-46fd6efa90af" providerId="ADAL" clId="{FC53BD6A-157D-4D26-975A-EFAD831AFB57}" dt="2026-09-29T05:57:27.133" v="14469" actId="1076"/>
          <ac:cxnSpMkLst>
            <pc:docMk/>
            <pc:sldMk cId="3653816618" sldId="318"/>
            <ac:cxnSpMk id="15" creationId="{9EEDBE89-8567-37CE-61F7-21D97A5654DC}"/>
          </ac:cxnSpMkLst>
        </pc:cxnChg>
        <pc:cxnChg chg="add mod">
          <ac:chgData name="Vivek Kande" userId="7649d0e3-63cc-40f6-bad1-46fd6efa90af" providerId="ADAL" clId="{FC53BD6A-157D-4D26-975A-EFAD831AFB57}" dt="2026-09-29T07:34:22.211" v="15014" actId="1076"/>
          <ac:cxnSpMkLst>
            <pc:docMk/>
            <pc:sldMk cId="3653816618" sldId="318"/>
            <ac:cxnSpMk id="19" creationId="{E09992C0-420E-FC80-2782-3A463B0B1352}"/>
          </ac:cxnSpMkLst>
        </pc:cxnChg>
        <pc:cxnChg chg="add mod">
          <ac:chgData name="Vivek Kande" userId="7649d0e3-63cc-40f6-bad1-46fd6efa90af" providerId="ADAL" clId="{FC53BD6A-157D-4D26-975A-EFAD831AFB57}" dt="2026-09-29T07:34:22.211" v="15014" actId="1076"/>
          <ac:cxnSpMkLst>
            <pc:docMk/>
            <pc:sldMk cId="3653816618" sldId="318"/>
            <ac:cxnSpMk id="20" creationId="{B09EE2E6-82A8-8424-9A9D-3D15CE68CB92}"/>
          </ac:cxnSpMkLst>
        </pc:cxnChg>
        <pc:cxnChg chg="add mod">
          <ac:chgData name="Vivek Kande" userId="7649d0e3-63cc-40f6-bad1-46fd6efa90af" providerId="ADAL" clId="{FC53BD6A-157D-4D26-975A-EFAD831AFB57}" dt="2026-09-29T07:34:22.211" v="15014" actId="1076"/>
          <ac:cxnSpMkLst>
            <pc:docMk/>
            <pc:sldMk cId="3653816618" sldId="318"/>
            <ac:cxnSpMk id="21" creationId="{CF287766-9E53-AB57-9741-B598C2D84B12}"/>
          </ac:cxnSpMkLst>
        </pc:cxnChg>
      </pc:sldChg>
      <pc:sldChg chg="addSp delSp modSp add mod addAnim delAnim modAnim modNotesTx">
        <pc:chgData name="Vivek Kande" userId="7649d0e3-63cc-40f6-bad1-46fd6efa90af" providerId="ADAL" clId="{FC53BD6A-157D-4D26-975A-EFAD831AFB57}" dt="2026-09-30T08:10:38.803" v="24377" actId="688"/>
        <pc:sldMkLst>
          <pc:docMk/>
          <pc:sldMk cId="1865771871" sldId="319"/>
        </pc:sldMkLst>
        <pc:spChg chg="mod">
          <ac:chgData name="Vivek Kande" userId="7649d0e3-63cc-40f6-bad1-46fd6efa90af" providerId="ADAL" clId="{FC53BD6A-157D-4D26-975A-EFAD831AFB57}" dt="2026-09-30T08:10:38.803" v="24377" actId="688"/>
          <ac:spMkLst>
            <pc:docMk/>
            <pc:sldMk cId="1865771871" sldId="319"/>
            <ac:spMk id="3" creationId="{9C3707EF-C6FA-C12B-60F1-7757FCBE2D62}"/>
          </ac:spMkLst>
        </pc:spChg>
        <pc:spChg chg="mod">
          <ac:chgData name="Vivek Kande" userId="7649d0e3-63cc-40f6-bad1-46fd6efa90af" providerId="ADAL" clId="{FC53BD6A-157D-4D26-975A-EFAD831AFB57}" dt="2026-09-27T18:04:26.633" v="5220" actId="21"/>
          <ac:spMkLst>
            <pc:docMk/>
            <pc:sldMk cId="1865771871" sldId="319"/>
            <ac:spMk id="4" creationId="{7D2552E1-A545-BED7-D7A9-789E5689D9EA}"/>
          </ac:spMkLst>
        </pc:spChg>
        <pc:spChg chg="add mod">
          <ac:chgData name="Vivek Kande" userId="7649d0e3-63cc-40f6-bad1-46fd6efa90af" providerId="ADAL" clId="{FC53BD6A-157D-4D26-975A-EFAD831AFB57}" dt="2026-09-28T07:19:43.854" v="7443" actId="1076"/>
          <ac:spMkLst>
            <pc:docMk/>
            <pc:sldMk cId="1865771871" sldId="319"/>
            <ac:spMk id="7" creationId="{485EE627-2BF1-7614-8322-DA71F26FAAEB}"/>
          </ac:spMkLst>
        </pc:spChg>
        <pc:spChg chg="add mod">
          <ac:chgData name="Vivek Kande" userId="7649d0e3-63cc-40f6-bad1-46fd6efa90af" providerId="ADAL" clId="{FC53BD6A-157D-4D26-975A-EFAD831AFB57}" dt="2026-09-28T07:19:43.854" v="7443" actId="1076"/>
          <ac:spMkLst>
            <pc:docMk/>
            <pc:sldMk cId="1865771871" sldId="319"/>
            <ac:spMk id="8" creationId="{1922084F-4D0B-2F14-F183-469FC55AEE3C}"/>
          </ac:spMkLst>
        </pc:spChg>
        <pc:spChg chg="add mod">
          <ac:chgData name="Vivek Kande" userId="7649d0e3-63cc-40f6-bad1-46fd6efa90af" providerId="ADAL" clId="{FC53BD6A-157D-4D26-975A-EFAD831AFB57}" dt="2026-09-29T06:00:14.433" v="14519" actId="21"/>
          <ac:spMkLst>
            <pc:docMk/>
            <pc:sldMk cId="1865771871" sldId="319"/>
            <ac:spMk id="16" creationId="{F77150AB-DF77-DE19-383C-C50FFC824C7B}"/>
          </ac:spMkLst>
        </pc:spChg>
        <pc:spChg chg="add mod">
          <ac:chgData name="Vivek Kande" userId="7649d0e3-63cc-40f6-bad1-46fd6efa90af" providerId="ADAL" clId="{FC53BD6A-157D-4D26-975A-EFAD831AFB57}" dt="2026-09-28T07:33:30.390" v="7893" actId="1035"/>
          <ac:spMkLst>
            <pc:docMk/>
            <pc:sldMk cId="1865771871" sldId="319"/>
            <ac:spMk id="18" creationId="{06C932A5-E48B-4583-32E1-A3A75DD77D73}"/>
          </ac:spMkLst>
        </pc:spChg>
        <pc:spChg chg="add mod">
          <ac:chgData name="Vivek Kande" userId="7649d0e3-63cc-40f6-bad1-46fd6efa90af" providerId="ADAL" clId="{FC53BD6A-157D-4D26-975A-EFAD831AFB57}" dt="2026-09-29T06:00:11.651" v="14518"/>
          <ac:spMkLst>
            <pc:docMk/>
            <pc:sldMk cId="1865771871" sldId="319"/>
            <ac:spMk id="19" creationId="{92AED855-7E74-C3E7-4A26-08B0F49A5F48}"/>
          </ac:spMkLst>
        </pc:spChg>
        <pc:spChg chg="add mod">
          <ac:chgData name="Vivek Kande" userId="7649d0e3-63cc-40f6-bad1-46fd6efa90af" providerId="ADAL" clId="{FC53BD6A-157D-4D26-975A-EFAD831AFB57}" dt="2026-09-29T06:00:37.627" v="14529" actId="1076"/>
          <ac:spMkLst>
            <pc:docMk/>
            <pc:sldMk cId="1865771871" sldId="319"/>
            <ac:spMk id="20" creationId="{1D0BB0FC-68A5-FC85-C0C0-18537992BB7D}"/>
          </ac:spMkLst>
        </pc:spChg>
        <pc:spChg chg="add mod">
          <ac:chgData name="Vivek Kande" userId="7649d0e3-63cc-40f6-bad1-46fd6efa90af" providerId="ADAL" clId="{FC53BD6A-157D-4D26-975A-EFAD831AFB57}" dt="2026-09-29T05:59:44.762" v="14487" actId="6549"/>
          <ac:spMkLst>
            <pc:docMk/>
            <pc:sldMk cId="1865771871" sldId="319"/>
            <ac:spMk id="21" creationId="{28C6B097-0744-10C2-3F82-8FCB66554BF2}"/>
          </ac:spMkLst>
        </pc:spChg>
        <pc:spChg chg="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166" creationId="{92EAF9C9-C500-E1DD-0C7F-0203801ADEBC}"/>
          </ac:spMkLst>
        </pc:spChg>
        <pc:spChg chg="mod">
          <ac:chgData name="Vivek Kande" userId="7649d0e3-63cc-40f6-bad1-46fd6efa90af" providerId="ADAL" clId="{FC53BD6A-157D-4D26-975A-EFAD831AFB57}" dt="2026-09-29T06:07:57.005" v="14573" actId="1036"/>
          <ac:spMkLst>
            <pc:docMk/>
            <pc:sldMk cId="1865771871" sldId="319"/>
            <ac:spMk id="167" creationId="{D8762815-B627-8840-7E2B-FB6289F443B7}"/>
          </ac:spMkLst>
        </pc:spChg>
        <pc:spChg chg="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168" creationId="{D578B93A-4C4B-6A7B-7BBF-130C5DB7053F}"/>
          </ac:spMkLst>
        </pc:spChg>
        <pc:spChg chg="mod">
          <ac:chgData name="Vivek Kande" userId="7649d0e3-63cc-40f6-bad1-46fd6efa90af" providerId="ADAL" clId="{FC53BD6A-157D-4D26-975A-EFAD831AFB57}" dt="2026-09-29T06:06:05.185" v="14560" actId="1037"/>
          <ac:spMkLst>
            <pc:docMk/>
            <pc:sldMk cId="1865771871" sldId="319"/>
            <ac:spMk id="172" creationId="{1B454ACB-19EB-D176-E317-CD8EA4783644}"/>
          </ac:spMkLst>
        </pc:spChg>
        <pc:spChg chg="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173" creationId="{2AE1936C-C582-761F-2390-FE62A73F56B5}"/>
          </ac:spMkLst>
        </pc:spChg>
        <pc:spChg chg="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192" creationId="{A2D61303-2BC8-018D-5AE9-CCBE85549EE7}"/>
          </ac:spMkLst>
        </pc:spChg>
        <pc:spChg chg="mod">
          <ac:chgData name="Vivek Kande" userId="7649d0e3-63cc-40f6-bad1-46fd6efa90af" providerId="ADAL" clId="{FC53BD6A-157D-4D26-975A-EFAD831AFB57}" dt="2026-09-29T06:06:14.910" v="14561" actId="14100"/>
          <ac:spMkLst>
            <pc:docMk/>
            <pc:sldMk cId="1865771871" sldId="319"/>
            <ac:spMk id="193" creationId="{7EC4219B-F378-C42D-ABD0-1251E0FD5A10}"/>
          </ac:spMkLst>
        </pc:spChg>
        <pc:spChg chg="add mod">
          <ac:chgData name="Vivek Kande" userId="7649d0e3-63cc-40f6-bad1-46fd6efa90af" providerId="ADAL" clId="{FC53BD6A-157D-4D26-975A-EFAD831AFB57}" dt="2026-09-29T06:05:54.640" v="14545" actId="164"/>
          <ac:spMkLst>
            <pc:docMk/>
            <pc:sldMk cId="1865771871" sldId="319"/>
            <ac:spMk id="195" creationId="{A586DD0C-0B5B-EAF8-18BC-29C59C34CF19}"/>
          </ac:spMkLst>
        </pc:spChg>
        <pc:spChg chg="add 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214" creationId="{0C2EFE9D-D5B3-55AE-787A-8E50AE4081C6}"/>
          </ac:spMkLst>
        </pc:spChg>
        <pc:spChg chg="add 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215" creationId="{AD70DA95-5DAA-1F97-1F8B-A19A67B08266}"/>
          </ac:spMkLst>
        </pc:spChg>
        <pc:spChg chg="add mod">
          <ac:chgData name="Vivek Kande" userId="7649d0e3-63cc-40f6-bad1-46fd6efa90af" providerId="ADAL" clId="{FC53BD6A-157D-4D26-975A-EFAD831AFB57}" dt="2026-09-29T06:07:00.877" v="14567" actId="1076"/>
          <ac:spMkLst>
            <pc:docMk/>
            <pc:sldMk cId="1865771871" sldId="319"/>
            <ac:spMk id="216" creationId="{EE11148D-0074-5798-866D-69080008BCE6}"/>
          </ac:spMkLst>
        </pc:spChg>
        <pc:spChg chg="add mod">
          <ac:chgData name="Vivek Kande" userId="7649d0e3-63cc-40f6-bad1-46fd6efa90af" providerId="ADAL" clId="{FC53BD6A-157D-4D26-975A-EFAD831AFB57}" dt="2026-09-29T06:06:48.240" v="14566" actId="1076"/>
          <ac:spMkLst>
            <pc:docMk/>
            <pc:sldMk cId="1865771871" sldId="319"/>
            <ac:spMk id="219" creationId="{587B1CB6-4562-207A-98FA-0F352E634CA0}"/>
          </ac:spMkLst>
        </pc:spChg>
        <pc:spChg chg="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220" creationId="{1FCD5927-E1CF-425F-0D8B-3C3BAD2C6527}"/>
          </ac:spMkLst>
        </pc:spChg>
        <pc:spChg chg="add 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221" creationId="{6D1495B8-A139-75FF-5D4D-AAF298679173}"/>
          </ac:spMkLst>
        </pc:spChg>
        <pc:spChg chg="add 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228" creationId="{6E838E39-C121-0745-0CD3-35847986888D}"/>
          </ac:spMkLst>
        </pc:spChg>
        <pc:spChg chg="add mod">
          <ac:chgData name="Vivek Kande" userId="7649d0e3-63cc-40f6-bad1-46fd6efa90af" providerId="ADAL" clId="{FC53BD6A-157D-4D26-975A-EFAD831AFB57}" dt="2026-09-29T06:05:54.640" v="14545" actId="164"/>
          <ac:spMkLst>
            <pc:docMk/>
            <pc:sldMk cId="1865771871" sldId="319"/>
            <ac:spMk id="237" creationId="{8A26766A-5250-8DCE-F871-1BC13B5A4E7C}"/>
          </ac:spMkLst>
        </pc:spChg>
        <pc:spChg chg="mod">
          <ac:chgData name="Vivek Kande" userId="7649d0e3-63cc-40f6-bad1-46fd6efa90af" providerId="ADAL" clId="{FC53BD6A-157D-4D26-975A-EFAD831AFB57}" dt="2026-09-30T08:10:31.346" v="24375" actId="571"/>
          <ac:spMkLst>
            <pc:docMk/>
            <pc:sldMk cId="1865771871" sldId="319"/>
            <ac:spMk id="239" creationId="{5B72DDFE-66AB-F935-4330-29A3971F35A1}"/>
          </ac:spMkLst>
        </pc:spChg>
        <pc:spChg chg="add mod">
          <ac:chgData name="Vivek Kande" userId="7649d0e3-63cc-40f6-bad1-46fd6efa90af" providerId="ADAL" clId="{FC53BD6A-157D-4D26-975A-EFAD831AFB57}" dt="2026-09-29T06:06:19.334" v="14562" actId="1076"/>
          <ac:spMkLst>
            <pc:docMk/>
            <pc:sldMk cId="1865771871" sldId="319"/>
            <ac:spMk id="240" creationId="{1DEFB190-9703-B223-8A40-8B23AA3841F8}"/>
          </ac:spMkLst>
        </pc:spChg>
        <pc:spChg chg="add mod">
          <ac:chgData name="Vivek Kande" userId="7649d0e3-63cc-40f6-bad1-46fd6efa90af" providerId="ADAL" clId="{FC53BD6A-157D-4D26-975A-EFAD831AFB57}" dt="2026-09-29T08:51:48.571" v="16067" actId="20577"/>
          <ac:spMkLst>
            <pc:docMk/>
            <pc:sldMk cId="1865771871" sldId="319"/>
            <ac:spMk id="245" creationId="{101CEFF6-2E28-1060-BB03-699B52FE650E}"/>
          </ac:spMkLst>
        </pc:spChg>
        <pc:grpChg chg="mod">
          <ac:chgData name="Vivek Kande" userId="7649d0e3-63cc-40f6-bad1-46fd6efa90af" providerId="ADAL" clId="{FC53BD6A-157D-4D26-975A-EFAD831AFB57}" dt="2026-09-29T08:47:32.586" v="16012" actId="1076"/>
          <ac:grpSpMkLst>
            <pc:docMk/>
            <pc:sldMk cId="1865771871" sldId="319"/>
            <ac:grpSpMk id="242" creationId="{C8C1ACA1-777F-1505-03BB-A9E08DA380DE}"/>
          </ac:grpSpMkLst>
        </pc:grpChg>
        <pc:picChg chg="add mod">
          <ac:chgData name="Vivek Kande" userId="7649d0e3-63cc-40f6-bad1-46fd6efa90af" providerId="ADAL" clId="{FC53BD6A-157D-4D26-975A-EFAD831AFB57}" dt="2026-09-28T07:18:10.264" v="7381" actId="1076"/>
          <ac:picMkLst>
            <pc:docMk/>
            <pc:sldMk cId="1865771871" sldId="319"/>
            <ac:picMk id="5" creationId="{96EAD276-9C13-043F-4BC7-7FD703F19CA9}"/>
          </ac:picMkLst>
        </pc:picChg>
        <pc:picChg chg="add del mod">
          <ac:chgData name="Vivek Kande" userId="7649d0e3-63cc-40f6-bad1-46fd6efa90af" providerId="ADAL" clId="{FC53BD6A-157D-4D26-975A-EFAD831AFB57}" dt="2026-09-29T06:07:34.814" v="14570" actId="14100"/>
          <ac:picMkLst>
            <pc:docMk/>
            <pc:sldMk cId="1865771871" sldId="319"/>
            <ac:picMk id="10" creationId="{70BAEAEA-7924-E68D-36A4-E1C2793A7DA8}"/>
          </ac:picMkLst>
        </pc:picChg>
        <pc:cxnChg chg="mod">
          <ac:chgData name="Vivek Kande" userId="7649d0e3-63cc-40f6-bad1-46fd6efa90af" providerId="ADAL" clId="{FC53BD6A-157D-4D26-975A-EFAD831AFB57}" dt="2026-09-29T06:06:05.185" v="14560" actId="1037"/>
          <ac:cxnSpMkLst>
            <pc:docMk/>
            <pc:sldMk cId="1865771871" sldId="319"/>
            <ac:cxnSpMk id="171" creationId="{5AA2149E-BC8B-362B-8711-AFF4CD68D0DC}"/>
          </ac:cxnSpMkLst>
        </pc:cxnChg>
        <pc:cxnChg chg="mod">
          <ac:chgData name="Vivek Kande" userId="7649d0e3-63cc-40f6-bad1-46fd6efa90af" providerId="ADAL" clId="{FC53BD6A-157D-4D26-975A-EFAD831AFB57}" dt="2026-09-29T06:06:31.230" v="14565" actId="14100"/>
          <ac:cxnSpMkLst>
            <pc:docMk/>
            <pc:sldMk cId="1865771871" sldId="319"/>
            <ac:cxnSpMk id="174" creationId="{918FA2BE-BBAC-7659-2ED2-E746778A5B6C}"/>
          </ac:cxnSpMkLst>
        </pc:cxnChg>
        <pc:cxnChg chg="mod">
          <ac:chgData name="Vivek Kande" userId="7649d0e3-63cc-40f6-bad1-46fd6efa90af" providerId="ADAL" clId="{FC53BD6A-157D-4D26-975A-EFAD831AFB57}" dt="2026-09-29T06:06:48.240" v="14566" actId="1076"/>
          <ac:cxnSpMkLst>
            <pc:docMk/>
            <pc:sldMk cId="1865771871" sldId="319"/>
            <ac:cxnSpMk id="218" creationId="{AB1AFB9D-4F74-0731-9393-BBA79834A3BD}"/>
          </ac:cxnSpMkLst>
        </pc:cxnChg>
        <pc:cxnChg chg="mod">
          <ac:chgData name="Vivek Kande" userId="7649d0e3-63cc-40f6-bad1-46fd6efa90af" providerId="ADAL" clId="{FC53BD6A-157D-4D26-975A-EFAD831AFB57}" dt="2026-09-29T06:06:24.307" v="14564" actId="14100"/>
          <ac:cxnSpMkLst>
            <pc:docMk/>
            <pc:sldMk cId="1865771871" sldId="319"/>
            <ac:cxnSpMk id="241" creationId="{1AE9D7FF-C301-2936-6FDF-3A717E692835}"/>
          </ac:cxnSpMkLst>
        </pc:cxnChg>
      </pc:sldChg>
      <pc:sldChg chg="modSp add mod">
        <pc:chgData name="Vivek Kande" userId="7649d0e3-63cc-40f6-bad1-46fd6efa90af" providerId="ADAL" clId="{FC53BD6A-157D-4D26-975A-EFAD831AFB57}" dt="2026-09-27T18:05:13.866" v="5227" actId="108"/>
        <pc:sldMkLst>
          <pc:docMk/>
          <pc:sldMk cId="1506146708" sldId="320"/>
        </pc:sldMkLst>
        <pc:spChg chg="mod">
          <ac:chgData name="Vivek Kande" userId="7649d0e3-63cc-40f6-bad1-46fd6efa90af" providerId="ADAL" clId="{FC53BD6A-157D-4D26-975A-EFAD831AFB57}" dt="2026-09-27T18:05:13.866" v="5227" actId="108"/>
          <ac:spMkLst>
            <pc:docMk/>
            <pc:sldMk cId="1506146708" sldId="320"/>
            <ac:spMk id="10" creationId="{C2CB8FC7-8B40-70CC-41A3-CDC35208F3F9}"/>
          </ac:spMkLst>
        </pc:spChg>
        <pc:spChg chg="mod">
          <ac:chgData name="Vivek Kande" userId="7649d0e3-63cc-40f6-bad1-46fd6efa90af" providerId="ADAL" clId="{FC53BD6A-157D-4D26-975A-EFAD831AFB57}" dt="2026-09-27T18:05:10.433" v="5226" actId="108"/>
          <ac:spMkLst>
            <pc:docMk/>
            <pc:sldMk cId="1506146708" sldId="320"/>
            <ac:spMk id="12" creationId="{3730859F-8501-FC46-86EA-4F8AAC9DFBB7}"/>
          </ac:spMkLst>
        </pc:spChg>
        <pc:spChg chg="mod">
          <ac:chgData name="Vivek Kande" userId="7649d0e3-63cc-40f6-bad1-46fd6efa90af" providerId="ADAL" clId="{FC53BD6A-157D-4D26-975A-EFAD831AFB57}" dt="2026-09-27T18:05:06.229" v="5225" actId="1076"/>
          <ac:spMkLst>
            <pc:docMk/>
            <pc:sldMk cId="1506146708" sldId="320"/>
            <ac:spMk id="17" creationId="{16818B94-F497-2641-A5B7-83AEAA03710E}"/>
          </ac:spMkLst>
        </pc:spChg>
        <pc:spChg chg="mod">
          <ac:chgData name="Vivek Kande" userId="7649d0e3-63cc-40f6-bad1-46fd6efa90af" providerId="ADAL" clId="{FC53BD6A-157D-4D26-975A-EFAD831AFB57}" dt="2026-09-27T18:05:01.123" v="5224" actId="1076"/>
          <ac:spMkLst>
            <pc:docMk/>
            <pc:sldMk cId="1506146708" sldId="320"/>
            <ac:spMk id="19" creationId="{77BD2A08-B2BF-0EA8-13EF-28B3785DDAFB}"/>
          </ac:spMkLst>
        </pc:spChg>
      </pc:sldChg>
      <pc:sldChg chg="addSp modSp add mod ord">
        <pc:chgData name="Vivek Kande" userId="7649d0e3-63cc-40f6-bad1-46fd6efa90af" providerId="ADAL" clId="{FC53BD6A-157D-4D26-975A-EFAD831AFB57}" dt="2026-09-27T18:06:00.929" v="5238" actId="1076"/>
        <pc:sldMkLst>
          <pc:docMk/>
          <pc:sldMk cId="1364115717" sldId="321"/>
        </pc:sldMkLst>
        <pc:spChg chg="mod">
          <ac:chgData name="Vivek Kande" userId="7649d0e3-63cc-40f6-bad1-46fd6efa90af" providerId="ADAL" clId="{FC53BD6A-157D-4D26-975A-EFAD831AFB57}" dt="2026-09-27T18:05:40.904" v="5233" actId="14100"/>
          <ac:spMkLst>
            <pc:docMk/>
            <pc:sldMk cId="1364115717" sldId="321"/>
            <ac:spMk id="11" creationId="{89739AF6-BA12-367F-E627-B56E4681E30C}"/>
          </ac:spMkLst>
        </pc:spChg>
        <pc:spChg chg="mod">
          <ac:chgData name="Vivek Kande" userId="7649d0e3-63cc-40f6-bad1-46fd6efa90af" providerId="ADAL" clId="{FC53BD6A-157D-4D26-975A-EFAD831AFB57}" dt="2026-09-27T18:05:37.279" v="5232" actId="108"/>
          <ac:spMkLst>
            <pc:docMk/>
            <pc:sldMk cId="1364115717" sldId="321"/>
            <ac:spMk id="12" creationId="{BEF359E3-4E69-2FB8-D4FF-89148BD9BE52}"/>
          </ac:spMkLst>
        </pc:spChg>
        <pc:spChg chg="mod">
          <ac:chgData name="Vivek Kande" userId="7649d0e3-63cc-40f6-bad1-46fd6efa90af" providerId="ADAL" clId="{FC53BD6A-157D-4D26-975A-EFAD831AFB57}" dt="2026-09-27T18:06:00.929" v="5238" actId="1076"/>
          <ac:spMkLst>
            <pc:docMk/>
            <pc:sldMk cId="1364115717" sldId="321"/>
            <ac:spMk id="17" creationId="{0FED888F-83C7-8CE5-5D9E-C518DB823533}"/>
          </ac:spMkLst>
        </pc:spChg>
        <pc:spChg chg="mod">
          <ac:chgData name="Vivek Kande" userId="7649d0e3-63cc-40f6-bad1-46fd6efa90af" providerId="ADAL" clId="{FC53BD6A-157D-4D26-975A-EFAD831AFB57}" dt="2026-09-27T18:05:53.654" v="5237" actId="1076"/>
          <ac:spMkLst>
            <pc:docMk/>
            <pc:sldMk cId="1364115717" sldId="321"/>
            <ac:spMk id="18" creationId="{84FA1DCD-E272-54FB-A1E3-5B78CBA56271}"/>
          </ac:spMkLst>
        </pc:spChg>
      </pc:sldChg>
      <pc:sldChg chg="addSp delSp modSp new mod ord delAnim modAnim">
        <pc:chgData name="Vivek Kande" userId="7649d0e3-63cc-40f6-bad1-46fd6efa90af" providerId="ADAL" clId="{FC53BD6A-157D-4D26-975A-EFAD831AFB57}" dt="2026-09-30T09:31:49.304" v="24673" actId="20577"/>
        <pc:sldMkLst>
          <pc:docMk/>
          <pc:sldMk cId="808200459" sldId="322"/>
        </pc:sldMkLst>
        <pc:spChg chg="add mod">
          <ac:chgData name="Vivek Kande" userId="7649d0e3-63cc-40f6-bad1-46fd6efa90af" providerId="ADAL" clId="{FC53BD6A-157D-4D26-975A-EFAD831AFB57}" dt="2026-09-29T01:24:05.132" v="13528"/>
          <ac:spMkLst>
            <pc:docMk/>
            <pc:sldMk cId="808200459" sldId="322"/>
            <ac:spMk id="2" creationId="{86938467-63F8-88F4-DE13-F5EA7436EB31}"/>
          </ac:spMkLst>
        </pc:spChg>
        <pc:spChg chg="mod">
          <ac:chgData name="Vivek Kande" userId="7649d0e3-63cc-40f6-bad1-46fd6efa90af" providerId="ADAL" clId="{FC53BD6A-157D-4D26-975A-EFAD831AFB57}" dt="2026-09-29T07:22:41.638" v="14862" actId="207"/>
          <ac:spMkLst>
            <pc:docMk/>
            <pc:sldMk cId="808200459" sldId="322"/>
            <ac:spMk id="4" creationId="{854AB240-107A-04D0-5C95-4CE5C04DAD33}"/>
          </ac:spMkLst>
        </pc:spChg>
        <pc:spChg chg="mod">
          <ac:chgData name="Vivek Kande" userId="7649d0e3-63cc-40f6-bad1-46fd6efa90af" providerId="ADAL" clId="{FC53BD6A-157D-4D26-975A-EFAD831AFB57}" dt="2026-09-29T18:52:39.500" v="19756" actId="313"/>
          <ac:spMkLst>
            <pc:docMk/>
            <pc:sldMk cId="808200459" sldId="322"/>
            <ac:spMk id="5" creationId="{83F2FCC0-34D1-8425-74C1-C3E76C0964AE}"/>
          </ac:spMkLst>
        </pc:spChg>
        <pc:spChg chg="add mod">
          <ac:chgData name="Vivek Kande" userId="7649d0e3-63cc-40f6-bad1-46fd6efa90af" providerId="ADAL" clId="{FC53BD6A-157D-4D26-975A-EFAD831AFB57}" dt="2026-09-30T09:31:49.304" v="24673" actId="20577"/>
          <ac:spMkLst>
            <pc:docMk/>
            <pc:sldMk cId="808200459" sldId="322"/>
            <ac:spMk id="9" creationId="{B82C5C30-0BC2-22B3-F2A0-EAB88E75ED2D}"/>
          </ac:spMkLst>
        </pc:spChg>
        <pc:spChg chg="add mod">
          <ac:chgData name="Vivek Kande" userId="7649d0e3-63cc-40f6-bad1-46fd6efa90af" providerId="ADAL" clId="{FC53BD6A-157D-4D26-975A-EFAD831AFB57}" dt="2026-09-28T07:00:17.685" v="6976" actId="1076"/>
          <ac:spMkLst>
            <pc:docMk/>
            <pc:sldMk cId="808200459" sldId="322"/>
            <ac:spMk id="12" creationId="{9B38D609-E485-15DA-4D1B-D3181867F86F}"/>
          </ac:spMkLst>
        </pc:spChg>
        <pc:spChg chg="add mod">
          <ac:chgData name="Vivek Kande" userId="7649d0e3-63cc-40f6-bad1-46fd6efa90af" providerId="ADAL" clId="{FC53BD6A-157D-4D26-975A-EFAD831AFB57}" dt="2026-09-28T07:00:17.685" v="6976" actId="1076"/>
          <ac:spMkLst>
            <pc:docMk/>
            <pc:sldMk cId="808200459" sldId="322"/>
            <ac:spMk id="13" creationId="{EFE72BA9-05AC-64D9-D0DB-8AF0361FA83C}"/>
          </ac:spMkLst>
        </pc:spChg>
        <pc:spChg chg="add mod">
          <ac:chgData name="Vivek Kande" userId="7649d0e3-63cc-40f6-bad1-46fd6efa90af" providerId="ADAL" clId="{FC53BD6A-157D-4D26-975A-EFAD831AFB57}" dt="2026-09-28T07:00:17.685" v="6976" actId="1076"/>
          <ac:spMkLst>
            <pc:docMk/>
            <pc:sldMk cId="808200459" sldId="322"/>
            <ac:spMk id="42" creationId="{945D18CA-B025-FE94-0FCC-5F540F1EF5E2}"/>
          </ac:spMkLst>
        </pc:spChg>
        <pc:spChg chg="add mo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77" creationId="{526E568C-E970-8E82-EAB1-EA51FFEDB9FD}"/>
          </ac:spMkLst>
        </pc:spChg>
        <pc:spChg chg="add mod">
          <ac:chgData name="Vivek Kande" userId="7649d0e3-63cc-40f6-bad1-46fd6efa90af" providerId="ADAL" clId="{FC53BD6A-157D-4D26-975A-EFAD831AFB57}" dt="2026-09-28T07:00:17.685" v="6976" actId="1076"/>
          <ac:spMkLst>
            <pc:docMk/>
            <pc:sldMk cId="808200459" sldId="322"/>
            <ac:spMk id="78" creationId="{EE13C671-1A79-1D3E-F1B8-F0D13CBA0601}"/>
          </ac:spMkLst>
        </pc:spChg>
        <pc:spChg chg="add mod">
          <ac:chgData name="Vivek Kande" userId="7649d0e3-63cc-40f6-bad1-46fd6efa90af" providerId="ADAL" clId="{FC53BD6A-157D-4D26-975A-EFAD831AFB57}" dt="2026-09-29T05:14:32.264" v="13890" actId="20577"/>
          <ac:spMkLst>
            <pc:docMk/>
            <pc:sldMk cId="808200459" sldId="322"/>
            <ac:spMk id="83" creationId="{0D49ECB9-7073-DDCA-D322-6EA4E04BADF8}"/>
          </ac:spMkLst>
        </pc:spChg>
        <pc:spChg chg="add mo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105" creationId="{9D93BBA9-8E28-EDB2-80A9-F4C301A0BC2A}"/>
          </ac:spMkLst>
        </pc:spChg>
        <pc:spChg chg="add mo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106" creationId="{45A5A8A2-4885-BA21-0723-FF627B7D2C98}"/>
          </ac:spMkLst>
        </pc:spChg>
        <pc:spChg chg="add mo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107" creationId="{D8664AE0-A8DB-0AE2-321F-D5ABC9DA24AA}"/>
          </ac:spMkLst>
        </pc:spChg>
        <pc:spChg chg="add mo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108" creationId="{5B2D91BA-0DD7-68D5-0B42-369A43554191}"/>
          </ac:spMkLst>
        </pc:spChg>
        <pc:spChg chg="add mo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109" creationId="{072877C3-FF8E-2506-C664-836657519D47}"/>
          </ac:spMkLst>
        </pc:spChg>
        <pc:spChg chg="add mod or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122" creationId="{4DE2F02A-05BF-0BF7-F23A-E47E5D6C35ED}"/>
          </ac:spMkLst>
        </pc:spChg>
        <pc:spChg chg="add mod">
          <ac:chgData name="Vivek Kande" userId="7649d0e3-63cc-40f6-bad1-46fd6efa90af" providerId="ADAL" clId="{FC53BD6A-157D-4D26-975A-EFAD831AFB57}" dt="2026-09-29T01:44:21.626" v="13612" actId="1076"/>
          <ac:spMkLst>
            <pc:docMk/>
            <pc:sldMk cId="808200459" sldId="322"/>
            <ac:spMk id="153" creationId="{E08186A2-7869-AD73-E523-757BFECC731A}"/>
          </ac:spMkLst>
        </pc:spChg>
        <pc:spChg chg="add mod">
          <ac:chgData name="Vivek Kande" userId="7649d0e3-63cc-40f6-bad1-46fd6efa90af" providerId="ADAL" clId="{FC53BD6A-157D-4D26-975A-EFAD831AFB57}" dt="2026-09-29T09:11:35.152" v="16917" actId="1076"/>
          <ac:spMkLst>
            <pc:docMk/>
            <pc:sldMk cId="808200459" sldId="322"/>
            <ac:spMk id="158" creationId="{42C82944-2809-358F-67FE-55A1A61F22D5}"/>
          </ac:spMkLst>
        </pc:spChg>
        <pc:grpChg chg="add mod">
          <ac:chgData name="Vivek Kande" userId="7649d0e3-63cc-40f6-bad1-46fd6efa90af" providerId="ADAL" clId="{FC53BD6A-157D-4D26-975A-EFAD831AFB57}" dt="2026-09-29T01:44:34.752" v="13614" actId="1076"/>
          <ac:grpSpMkLst>
            <pc:docMk/>
            <pc:sldMk cId="808200459" sldId="322"/>
            <ac:grpSpMk id="3" creationId="{45614778-055E-039E-4A2C-E11D01A0886C}"/>
          </ac:grpSpMkLst>
        </pc:grpChg>
        <pc:picChg chg="add mod modCrop">
          <ac:chgData name="Vivek Kande" userId="7649d0e3-63cc-40f6-bad1-46fd6efa90af" providerId="ADAL" clId="{FC53BD6A-157D-4D26-975A-EFAD831AFB57}" dt="2026-09-28T07:00:17.685" v="6976" actId="1076"/>
          <ac:picMkLst>
            <pc:docMk/>
            <pc:sldMk cId="808200459" sldId="322"/>
            <ac:picMk id="26" creationId="{756E2A34-2E45-7D2E-638F-0A09E727AC64}"/>
          </ac:picMkLst>
        </pc:picChg>
        <pc:cxnChg chg="add mod">
          <ac:chgData name="Vivek Kande" userId="7649d0e3-63cc-40f6-bad1-46fd6efa90af" providerId="ADAL" clId="{FC53BD6A-157D-4D26-975A-EFAD831AFB57}" dt="2026-09-28T06:31:33.940" v="5783" actId="1076"/>
          <ac:cxnSpMkLst>
            <pc:docMk/>
            <pc:sldMk cId="808200459" sldId="322"/>
            <ac:cxnSpMk id="15" creationId="{FD7DB92E-AD32-FF1F-A394-7D2CC049AA36}"/>
          </ac:cxnSpMkLst>
        </pc:cxnChg>
        <pc:cxnChg chg="add mod">
          <ac:chgData name="Vivek Kande" userId="7649d0e3-63cc-40f6-bad1-46fd6efa90af" providerId="ADAL" clId="{FC53BD6A-157D-4D26-975A-EFAD831AFB57}" dt="2026-09-28T07:00:17.685" v="6976" actId="1076"/>
          <ac:cxnSpMkLst>
            <pc:docMk/>
            <pc:sldMk cId="808200459" sldId="322"/>
            <ac:cxnSpMk id="18" creationId="{BAFB77B5-2E33-076B-BD36-D861D7FBC06A}"/>
          </ac:cxnSpMkLst>
        </pc:cxnChg>
        <pc:cxnChg chg="add mod">
          <ac:chgData name="Vivek Kande" userId="7649d0e3-63cc-40f6-bad1-46fd6efa90af" providerId="ADAL" clId="{FC53BD6A-157D-4D26-975A-EFAD831AFB57}" dt="2026-09-28T06:31:33.940" v="5783" actId="1076"/>
          <ac:cxnSpMkLst>
            <pc:docMk/>
            <pc:sldMk cId="808200459" sldId="322"/>
            <ac:cxnSpMk id="19" creationId="{856A4852-B929-9C4A-1AE5-B9740F7974B9}"/>
          </ac:cxnSpMkLst>
        </pc:cxnChg>
        <pc:cxnChg chg="add mod">
          <ac:chgData name="Vivek Kande" userId="7649d0e3-63cc-40f6-bad1-46fd6efa90af" providerId="ADAL" clId="{FC53BD6A-157D-4D26-975A-EFAD831AFB57}" dt="2026-09-28T06:31:23.017" v="5780" actId="1076"/>
          <ac:cxnSpMkLst>
            <pc:docMk/>
            <pc:sldMk cId="808200459" sldId="322"/>
            <ac:cxnSpMk id="21" creationId="{AC1C2F37-52FA-C1DD-9D1F-475EA8DCD0BE}"/>
          </ac:cxnSpMkLst>
        </pc:cxnChg>
        <pc:cxnChg chg="add mod">
          <ac:chgData name="Vivek Kande" userId="7649d0e3-63cc-40f6-bad1-46fd6efa90af" providerId="ADAL" clId="{FC53BD6A-157D-4D26-975A-EFAD831AFB57}" dt="2026-09-28T06:31:23.017" v="5780" actId="1076"/>
          <ac:cxnSpMkLst>
            <pc:docMk/>
            <pc:sldMk cId="808200459" sldId="322"/>
            <ac:cxnSpMk id="22" creationId="{610A69FC-B737-7901-D91B-34CD12C426C8}"/>
          </ac:cxnSpMkLst>
        </pc:cxnChg>
        <pc:cxnChg chg="add mod">
          <ac:chgData name="Vivek Kande" userId="7649d0e3-63cc-40f6-bad1-46fd6efa90af" providerId="ADAL" clId="{FC53BD6A-157D-4D26-975A-EFAD831AFB57}" dt="2026-09-28T06:31:23.017" v="5780" actId="1076"/>
          <ac:cxnSpMkLst>
            <pc:docMk/>
            <pc:sldMk cId="808200459" sldId="322"/>
            <ac:cxnSpMk id="23" creationId="{0E1692CB-B79D-D85A-DD4C-12E6AB42B2D3}"/>
          </ac:cxnSpMkLst>
        </pc:cxnChg>
        <pc:cxnChg chg="add mod">
          <ac:chgData name="Vivek Kande" userId="7649d0e3-63cc-40f6-bad1-46fd6efa90af" providerId="ADAL" clId="{FC53BD6A-157D-4D26-975A-EFAD831AFB57}" dt="2026-09-28T07:00:17.685" v="6976" actId="1076"/>
          <ac:cxnSpMkLst>
            <pc:docMk/>
            <pc:sldMk cId="808200459" sldId="322"/>
            <ac:cxnSpMk id="24" creationId="{8F0F801F-1133-0863-4E07-39E9D16AF4E3}"/>
          </ac:cxnSpMkLst>
        </pc:cxnChg>
        <pc:cxnChg chg="add mod topLvl">
          <ac:chgData name="Vivek Kande" userId="7649d0e3-63cc-40f6-bad1-46fd6efa90af" providerId="ADAL" clId="{FC53BD6A-157D-4D26-975A-EFAD831AFB57}" dt="2026-09-28T06:31:23.017" v="5780" actId="1076"/>
          <ac:cxnSpMkLst>
            <pc:docMk/>
            <pc:sldMk cId="808200459" sldId="322"/>
            <ac:cxnSpMk id="27" creationId="{EEDB25A9-31DC-EC95-DE23-CAEA43F9520F}"/>
          </ac:cxnSpMkLst>
        </pc:cxnChg>
        <pc:cxnChg chg="add mod topLvl">
          <ac:chgData name="Vivek Kande" userId="7649d0e3-63cc-40f6-bad1-46fd6efa90af" providerId="ADAL" clId="{FC53BD6A-157D-4D26-975A-EFAD831AFB57}" dt="2026-09-28T06:30:21.206" v="5752" actId="1076"/>
          <ac:cxnSpMkLst>
            <pc:docMk/>
            <pc:sldMk cId="808200459" sldId="322"/>
            <ac:cxnSpMk id="28" creationId="{F81BBC12-FB7E-5E7B-BB55-C1ED47433ADB}"/>
          </ac:cxnSpMkLst>
        </pc:cxnChg>
        <pc:cxnChg chg="add mod topLvl">
          <ac:chgData name="Vivek Kande" userId="7649d0e3-63cc-40f6-bad1-46fd6efa90af" providerId="ADAL" clId="{FC53BD6A-157D-4D26-975A-EFAD831AFB57}" dt="2026-09-28T06:31:23.017" v="5780" actId="1076"/>
          <ac:cxnSpMkLst>
            <pc:docMk/>
            <pc:sldMk cId="808200459" sldId="322"/>
            <ac:cxnSpMk id="29" creationId="{46F016E4-5B64-C658-4BE8-547246DFDD4F}"/>
          </ac:cxnSpMkLst>
        </pc:cxnChg>
        <pc:cxnChg chg="add mod topLvl">
          <ac:chgData name="Vivek Kande" userId="7649d0e3-63cc-40f6-bad1-46fd6efa90af" providerId="ADAL" clId="{FC53BD6A-157D-4D26-975A-EFAD831AFB57}" dt="2026-09-28T07:00:17.685" v="6976" actId="1076"/>
          <ac:cxnSpMkLst>
            <pc:docMk/>
            <pc:sldMk cId="808200459" sldId="322"/>
            <ac:cxnSpMk id="30" creationId="{1DAF399C-07AE-D2D6-4796-467283F8191C}"/>
          </ac:cxnSpMkLst>
        </pc:cxnChg>
        <pc:cxnChg chg="add mod">
          <ac:chgData name="Vivek Kande" userId="7649d0e3-63cc-40f6-bad1-46fd6efa90af" providerId="ADAL" clId="{FC53BD6A-157D-4D26-975A-EFAD831AFB57}" dt="2026-09-28T07:00:17.685" v="6976" actId="1076"/>
          <ac:cxnSpMkLst>
            <pc:docMk/>
            <pc:sldMk cId="808200459" sldId="322"/>
            <ac:cxnSpMk id="33" creationId="{DEB28682-7EF7-E389-423F-B379C7836C69}"/>
          </ac:cxnSpMkLst>
        </pc:cxnChg>
        <pc:cxnChg chg="add mod">
          <ac:chgData name="Vivek Kande" userId="7649d0e3-63cc-40f6-bad1-46fd6efa90af" providerId="ADAL" clId="{FC53BD6A-157D-4D26-975A-EFAD831AFB57}" dt="2026-09-28T06:31:23.017" v="5780" actId="1076"/>
          <ac:cxnSpMkLst>
            <pc:docMk/>
            <pc:sldMk cId="808200459" sldId="322"/>
            <ac:cxnSpMk id="39" creationId="{486E8045-C5EB-AB07-0DE2-A14E1F8169B2}"/>
          </ac:cxnSpMkLst>
        </pc:cxnChg>
        <pc:cxnChg chg="add mod">
          <ac:chgData name="Vivek Kande" userId="7649d0e3-63cc-40f6-bad1-46fd6efa90af" providerId="ADAL" clId="{FC53BD6A-157D-4D26-975A-EFAD831AFB57}" dt="2026-09-28T06:44:58.778" v="6293" actId="208"/>
          <ac:cxnSpMkLst>
            <pc:docMk/>
            <pc:sldMk cId="808200459" sldId="322"/>
            <ac:cxnSpMk id="85" creationId="{78F0D4B4-B531-6EF4-B50A-371AD03C701F}"/>
          </ac:cxnSpMkLst>
        </pc:cxnChg>
      </pc:sldChg>
      <pc:sldChg chg="addSp delSp modSp new del mod modAnim">
        <pc:chgData name="Vivek Kande" userId="7649d0e3-63cc-40f6-bad1-46fd6efa90af" providerId="ADAL" clId="{FC53BD6A-157D-4D26-975A-EFAD831AFB57}" dt="2026-10-17T13:26:25.130" v="24786" actId="47"/>
        <pc:sldMkLst>
          <pc:docMk/>
          <pc:sldMk cId="2906604651" sldId="323"/>
        </pc:sldMkLst>
        <pc:spChg chg="add mod">
          <ac:chgData name="Vivek Kande" userId="7649d0e3-63cc-40f6-bad1-46fd6efa90af" providerId="ADAL" clId="{FC53BD6A-157D-4D26-975A-EFAD831AFB57}" dt="2026-09-28T07:25:30.660" v="7557" actId="1076"/>
          <ac:spMkLst>
            <pc:docMk/>
            <pc:sldMk cId="2906604651" sldId="323"/>
            <ac:spMk id="8" creationId="{146C3FA6-5821-3A9C-D4F3-983CDE0C5846}"/>
          </ac:spMkLst>
        </pc:spChg>
        <pc:spChg chg="add mod">
          <ac:chgData name="Vivek Kande" userId="7649d0e3-63cc-40f6-bad1-46fd6efa90af" providerId="ADAL" clId="{FC53BD6A-157D-4D26-975A-EFAD831AFB57}" dt="2026-09-28T07:25:30.660" v="7557" actId="1076"/>
          <ac:spMkLst>
            <pc:docMk/>
            <pc:sldMk cId="2906604651" sldId="323"/>
            <ac:spMk id="10" creationId="{0AA83047-D773-3AC8-7A74-74FBF7FB11F4}"/>
          </ac:spMkLst>
        </pc:spChg>
        <pc:spChg chg="add mod">
          <ac:chgData name="Vivek Kande" userId="7649d0e3-63cc-40f6-bad1-46fd6efa90af" providerId="ADAL" clId="{FC53BD6A-157D-4D26-975A-EFAD831AFB57}" dt="2026-09-28T07:25:30.660" v="7557" actId="1076"/>
          <ac:spMkLst>
            <pc:docMk/>
            <pc:sldMk cId="2906604651" sldId="323"/>
            <ac:spMk id="13" creationId="{8A96D0FE-8B1C-CB19-9890-396014E4BE65}"/>
          </ac:spMkLst>
        </pc:spChg>
        <pc:spChg chg="add mod">
          <ac:chgData name="Vivek Kande" userId="7649d0e3-63cc-40f6-bad1-46fd6efa90af" providerId="ADAL" clId="{FC53BD6A-157D-4D26-975A-EFAD831AFB57}" dt="2026-09-28T07:25:30.660" v="7557" actId="1076"/>
          <ac:spMkLst>
            <pc:docMk/>
            <pc:sldMk cId="2906604651" sldId="323"/>
            <ac:spMk id="15" creationId="{0D920DAE-E7CB-835E-A433-2A0606B137BF}"/>
          </ac:spMkLst>
        </pc:spChg>
        <pc:spChg chg="add mod">
          <ac:chgData name="Vivek Kande" userId="7649d0e3-63cc-40f6-bad1-46fd6efa90af" providerId="ADAL" clId="{FC53BD6A-157D-4D26-975A-EFAD831AFB57}" dt="2026-09-28T07:25:30.660" v="7557" actId="1076"/>
          <ac:spMkLst>
            <pc:docMk/>
            <pc:sldMk cId="2906604651" sldId="323"/>
            <ac:spMk id="17" creationId="{CF8425F4-5680-5E6B-0166-B4D68191B198}"/>
          </ac:spMkLst>
        </pc:spChg>
        <pc:spChg chg="add mod">
          <ac:chgData name="Vivek Kande" userId="7649d0e3-63cc-40f6-bad1-46fd6efa90af" providerId="ADAL" clId="{FC53BD6A-157D-4D26-975A-EFAD831AFB57}" dt="2026-09-28T07:25:27.494" v="7555" actId="1076"/>
          <ac:spMkLst>
            <pc:docMk/>
            <pc:sldMk cId="2906604651" sldId="323"/>
            <ac:spMk id="43" creationId="{0D8C4582-F5C1-2E29-FBCF-BA52427E5818}"/>
          </ac:spMkLst>
        </pc:spChg>
        <pc:spChg chg="add mod">
          <ac:chgData name="Vivek Kande" userId="7649d0e3-63cc-40f6-bad1-46fd6efa90af" providerId="ADAL" clId="{FC53BD6A-157D-4D26-975A-EFAD831AFB57}" dt="2026-09-28T07:25:27.494" v="7555" actId="1076"/>
          <ac:spMkLst>
            <pc:docMk/>
            <pc:sldMk cId="2906604651" sldId="323"/>
            <ac:spMk id="44" creationId="{1AD12BDE-1EEE-A7CB-D0DE-E0682CEBC3C6}"/>
          </ac:spMkLst>
        </pc:spChg>
        <pc:spChg chg="add mod">
          <ac:chgData name="Vivek Kande" userId="7649d0e3-63cc-40f6-bad1-46fd6efa90af" providerId="ADAL" clId="{FC53BD6A-157D-4D26-975A-EFAD831AFB57}" dt="2026-09-28T07:25:27.494" v="7555" actId="1076"/>
          <ac:spMkLst>
            <pc:docMk/>
            <pc:sldMk cId="2906604651" sldId="323"/>
            <ac:spMk id="45" creationId="{9166C790-1913-628F-83BC-FDEE9B04AFAC}"/>
          </ac:spMkLst>
        </pc:spChg>
        <pc:spChg chg="add mod">
          <ac:chgData name="Vivek Kande" userId="7649d0e3-63cc-40f6-bad1-46fd6efa90af" providerId="ADAL" clId="{FC53BD6A-157D-4D26-975A-EFAD831AFB57}" dt="2026-09-28T07:25:27.494" v="7555" actId="1076"/>
          <ac:spMkLst>
            <pc:docMk/>
            <pc:sldMk cId="2906604651" sldId="323"/>
            <ac:spMk id="79" creationId="{629BC3B5-05E7-24E9-53DC-C7FEF4AE664C}"/>
          </ac:spMkLst>
        </pc:spChg>
        <pc:grpChg chg="add mod">
          <ac:chgData name="Vivek Kande" userId="7649d0e3-63cc-40f6-bad1-46fd6efa90af" providerId="ADAL" clId="{FC53BD6A-157D-4D26-975A-EFAD831AFB57}" dt="2026-09-28T07:25:27.494" v="7555" actId="1076"/>
          <ac:grpSpMkLst>
            <pc:docMk/>
            <pc:sldMk cId="2906604651" sldId="323"/>
            <ac:grpSpMk id="59" creationId="{6EEE31BC-40B7-7CD5-5F36-74FFA5ECCE06}"/>
          </ac:grpSpMkLst>
        </pc:grpChg>
        <pc:picChg chg="add mod">
          <ac:chgData name="Vivek Kande" userId="7649d0e3-63cc-40f6-bad1-46fd6efa90af" providerId="ADAL" clId="{FC53BD6A-157D-4D26-975A-EFAD831AFB57}" dt="2026-09-28T07:25:30.660" v="7557" actId="1076"/>
          <ac:picMkLst>
            <pc:docMk/>
            <pc:sldMk cId="2906604651" sldId="323"/>
            <ac:picMk id="6" creationId="{8339BA53-1407-5429-F95C-CCD3CA7F6115}"/>
          </ac:picMkLst>
        </pc:picChg>
        <pc:picChg chg="add mod">
          <ac:chgData name="Vivek Kande" userId="7649d0e3-63cc-40f6-bad1-46fd6efa90af" providerId="ADAL" clId="{FC53BD6A-157D-4D26-975A-EFAD831AFB57}" dt="2026-09-28T07:25:27.494" v="7555" actId="1076"/>
          <ac:picMkLst>
            <pc:docMk/>
            <pc:sldMk cId="2906604651" sldId="323"/>
            <ac:picMk id="11" creationId="{B5C7A50F-8BF8-6F42-4749-03E9564DB24B}"/>
          </ac:picMkLst>
        </pc:picChg>
        <pc:cxnChg chg="mod">
          <ac:chgData name="Vivek Kande" userId="7649d0e3-63cc-40f6-bad1-46fd6efa90af" providerId="ADAL" clId="{FC53BD6A-157D-4D26-975A-EFAD831AFB57}" dt="2026-09-28T06:59:24.913" v="6969"/>
          <ac:cxnSpMkLst>
            <pc:docMk/>
            <pc:sldMk cId="2906604651" sldId="323"/>
            <ac:cxnSpMk id="47" creationId="{2811DA4E-1605-D73F-636D-5555F4FC2512}"/>
          </ac:cxnSpMkLst>
        </pc:cxnChg>
        <pc:cxnChg chg="add mod">
          <ac:chgData name="Vivek Kande" userId="7649d0e3-63cc-40f6-bad1-46fd6efa90af" providerId="ADAL" clId="{FC53BD6A-157D-4D26-975A-EFAD831AFB57}" dt="2026-09-28T07:25:27.494" v="7555" actId="1076"/>
          <ac:cxnSpMkLst>
            <pc:docMk/>
            <pc:sldMk cId="2906604651" sldId="323"/>
            <ac:cxnSpMk id="49" creationId="{AEEED5BD-E40C-20D0-0625-1291F5D38036}"/>
          </ac:cxnSpMkLst>
        </pc:cxnChg>
        <pc:cxnChg chg="add mod">
          <ac:chgData name="Vivek Kande" userId="7649d0e3-63cc-40f6-bad1-46fd6efa90af" providerId="ADAL" clId="{FC53BD6A-157D-4D26-975A-EFAD831AFB57}" dt="2026-09-28T07:25:27.494" v="7555" actId="1076"/>
          <ac:cxnSpMkLst>
            <pc:docMk/>
            <pc:sldMk cId="2906604651" sldId="323"/>
            <ac:cxnSpMk id="58" creationId="{B4B78F65-C129-FE0F-6BD4-647CBE68C5E9}"/>
          </ac:cxnSpMkLst>
        </pc:cxnChg>
        <pc:cxnChg chg="add mod">
          <ac:chgData name="Vivek Kande" userId="7649d0e3-63cc-40f6-bad1-46fd6efa90af" providerId="ADAL" clId="{FC53BD6A-157D-4D26-975A-EFAD831AFB57}" dt="2026-09-28T07:25:27.494" v="7555" actId="1076"/>
          <ac:cxnSpMkLst>
            <pc:docMk/>
            <pc:sldMk cId="2906604651" sldId="323"/>
            <ac:cxnSpMk id="64" creationId="{42439E4E-310A-0114-DC1E-DFEC0F154F73}"/>
          </ac:cxnSpMkLst>
        </pc:cxnChg>
        <pc:cxnChg chg="mod">
          <ac:chgData name="Vivek Kande" userId="7649d0e3-63cc-40f6-bad1-46fd6efa90af" providerId="ADAL" clId="{FC53BD6A-157D-4D26-975A-EFAD831AFB57}" dt="2026-09-28T07:25:27.494" v="7555" actId="1076"/>
          <ac:cxnSpMkLst>
            <pc:docMk/>
            <pc:sldMk cId="2906604651" sldId="323"/>
            <ac:cxnSpMk id="65" creationId="{CFB02EE4-4030-B550-BD55-4B96B83F57A1}"/>
          </ac:cxnSpMkLst>
        </pc:cxnChg>
      </pc:sldChg>
      <pc:sldChg chg="modSp add mod">
        <pc:chgData name="Vivek Kande" userId="7649d0e3-63cc-40f6-bad1-46fd6efa90af" providerId="ADAL" clId="{FC53BD6A-157D-4D26-975A-EFAD831AFB57}" dt="2026-09-28T08:09:13.074" v="8417" actId="1038"/>
        <pc:sldMkLst>
          <pc:docMk/>
          <pc:sldMk cId="3629761716" sldId="324"/>
        </pc:sldMkLst>
        <pc:spChg chg="mod">
          <ac:chgData name="Vivek Kande" userId="7649d0e3-63cc-40f6-bad1-46fd6efa90af" providerId="ADAL" clId="{FC53BD6A-157D-4D26-975A-EFAD831AFB57}" dt="2026-09-28T07:38:26.048" v="8091" actId="108"/>
          <ac:spMkLst>
            <pc:docMk/>
            <pc:sldMk cId="3629761716" sldId="324"/>
            <ac:spMk id="12" creationId="{2E49E73A-2B1F-C575-3D9B-EF731D426769}"/>
          </ac:spMkLst>
        </pc:spChg>
        <pc:spChg chg="mod">
          <ac:chgData name="Vivek Kande" userId="7649d0e3-63cc-40f6-bad1-46fd6efa90af" providerId="ADAL" clId="{FC53BD6A-157D-4D26-975A-EFAD831AFB57}" dt="2026-09-28T07:38:21.672" v="8090" actId="108"/>
          <ac:spMkLst>
            <pc:docMk/>
            <pc:sldMk cId="3629761716" sldId="324"/>
            <ac:spMk id="13" creationId="{2E67B7EB-0B9F-1BE1-B40B-58F43AF4D0A1}"/>
          </ac:spMkLst>
        </pc:spChg>
        <pc:spChg chg="mod">
          <ac:chgData name="Vivek Kande" userId="7649d0e3-63cc-40f6-bad1-46fd6efa90af" providerId="ADAL" clId="{FC53BD6A-157D-4D26-975A-EFAD831AFB57}" dt="2026-09-28T08:09:13.074" v="8417" actId="1038"/>
          <ac:spMkLst>
            <pc:docMk/>
            <pc:sldMk cId="3629761716" sldId="324"/>
            <ac:spMk id="17" creationId="{7A43BF27-6B1F-97BF-DC68-556A4DD7A568}"/>
          </ac:spMkLst>
        </pc:spChg>
        <pc:spChg chg="mod">
          <ac:chgData name="Vivek Kande" userId="7649d0e3-63cc-40f6-bad1-46fd6efa90af" providerId="ADAL" clId="{FC53BD6A-157D-4D26-975A-EFAD831AFB57}" dt="2026-09-28T08:09:13.074" v="8417" actId="1038"/>
          <ac:spMkLst>
            <pc:docMk/>
            <pc:sldMk cId="3629761716" sldId="324"/>
            <ac:spMk id="20" creationId="{CC3817C1-93B3-2A37-B5BE-5F8FB7661F36}"/>
          </ac:spMkLst>
        </pc:spChg>
      </pc:sldChg>
      <pc:sldChg chg="add del">
        <pc:chgData name="Vivek Kande" userId="7649d0e3-63cc-40f6-bad1-46fd6efa90af" providerId="ADAL" clId="{FC53BD6A-157D-4D26-975A-EFAD831AFB57}" dt="2026-10-17T13:26:01.403" v="24779" actId="47"/>
        <pc:sldMkLst>
          <pc:docMk/>
          <pc:sldMk cId="296712859" sldId="325"/>
        </pc:sldMkLst>
      </pc:sldChg>
      <pc:sldChg chg="addSp delSp modSp add mod ord modNotesTx">
        <pc:chgData name="Vivek Kande" userId="7649d0e3-63cc-40f6-bad1-46fd6efa90af" providerId="ADAL" clId="{FC53BD6A-157D-4D26-975A-EFAD831AFB57}" dt="2026-10-17T13:23:54.973" v="24760" actId="313"/>
        <pc:sldMkLst>
          <pc:docMk/>
          <pc:sldMk cId="603306912" sldId="326"/>
        </pc:sldMkLst>
        <pc:spChg chg="mod">
          <ac:chgData name="Vivek Kande" userId="7649d0e3-63cc-40f6-bad1-46fd6efa90af" providerId="ADAL" clId="{FC53BD6A-157D-4D26-975A-EFAD831AFB57}" dt="2026-09-28T08:02:16.481" v="8309" actId="20577"/>
          <ac:spMkLst>
            <pc:docMk/>
            <pc:sldMk cId="603306912" sldId="326"/>
            <ac:spMk id="3" creationId="{FC249E24-BE88-4DE9-4D91-ACADB82C5E2D}"/>
          </ac:spMkLst>
        </pc:spChg>
        <pc:spChg chg="mod">
          <ac:chgData name="Vivek Kande" userId="7649d0e3-63cc-40f6-bad1-46fd6efa90af" providerId="ADAL" clId="{FC53BD6A-157D-4D26-975A-EFAD831AFB57}" dt="2026-09-29T07:40:18.632" v="15238"/>
          <ac:spMkLst>
            <pc:docMk/>
            <pc:sldMk cId="603306912" sldId="326"/>
            <ac:spMk id="7" creationId="{6F4D8A3E-5077-5414-55C0-86F37CC28DDE}"/>
          </ac:spMkLst>
        </pc:spChg>
        <pc:spChg chg="mod">
          <ac:chgData name="Vivek Kande" userId="7649d0e3-63cc-40f6-bad1-46fd6efa90af" providerId="ADAL" clId="{FC53BD6A-157D-4D26-975A-EFAD831AFB57}" dt="2026-09-29T07:40:18.632" v="15238"/>
          <ac:spMkLst>
            <pc:docMk/>
            <pc:sldMk cId="603306912" sldId="326"/>
            <ac:spMk id="8" creationId="{F9FAB4E0-B843-0627-AC76-4CD04F5A8846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27" creationId="{428A4CD6-82DD-3C36-BB58-A906105ACAC3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33" creationId="{9B9ED7AF-59FD-C97C-DE04-F560CA0AAF85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35" creationId="{E5366286-4181-BFF4-80DC-AEB6D4A9D47D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37" creationId="{711F4897-9D37-EE2B-7B44-4282BB01E9F7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38" creationId="{6FD4A431-98DC-E669-A70A-DE6C6642476D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40" creationId="{E1AD35F2-A4D1-355A-90C4-D58FAE0E99E0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56" creationId="{3C727C7A-CC73-E7CA-CA9C-D0EA04B7CCF3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57" creationId="{696B2993-4303-B9EE-B88F-F6C66BF19D02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62" creationId="{196C9AB6-785A-E57C-1F75-9A44E3A7AB2D}"/>
          </ac:spMkLst>
        </pc:spChg>
        <pc:spChg chg="mod">
          <ac:chgData name="Vivek Kande" userId="7649d0e3-63cc-40f6-bad1-46fd6efa90af" providerId="ADAL" clId="{FC53BD6A-157D-4D26-975A-EFAD831AFB57}" dt="2026-09-28T08:02:32.506" v="8315" actId="403"/>
          <ac:spMkLst>
            <pc:docMk/>
            <pc:sldMk cId="603306912" sldId="326"/>
            <ac:spMk id="64" creationId="{9BC29E03-D8D0-A6E8-D56B-E61B32F897FA}"/>
          </ac:spMkLst>
        </pc:spChg>
        <pc:spChg chg="add">
          <ac:chgData name="Vivek Kande" userId="7649d0e3-63cc-40f6-bad1-46fd6efa90af" providerId="ADAL" clId="{FC53BD6A-157D-4D26-975A-EFAD831AFB57}" dt="2026-09-28T08:02:55.396" v="8321" actId="22"/>
          <ac:spMkLst>
            <pc:docMk/>
            <pc:sldMk cId="603306912" sldId="326"/>
            <ac:spMk id="70" creationId="{1A153171-6285-1B38-82D4-551C64D9850D}"/>
          </ac:spMkLst>
        </pc:spChg>
        <pc:grpChg chg="add mod">
          <ac:chgData name="Vivek Kande" userId="7649d0e3-63cc-40f6-bad1-46fd6efa90af" providerId="ADAL" clId="{FC53BD6A-157D-4D26-975A-EFAD831AFB57}" dt="2026-09-29T07:40:20.635" v="15239" actId="1076"/>
          <ac:grpSpMkLst>
            <pc:docMk/>
            <pc:sldMk cId="603306912" sldId="326"/>
            <ac:grpSpMk id="2" creationId="{C254E5C8-C733-EDD4-F467-43FBE44BD7A2}"/>
          </ac:grpSpMkLst>
        </pc:grpChg>
        <pc:grpChg chg="mod">
          <ac:chgData name="Vivek Kande" userId="7649d0e3-63cc-40f6-bad1-46fd6efa90af" providerId="ADAL" clId="{FC53BD6A-157D-4D26-975A-EFAD831AFB57}" dt="2026-09-28T08:02:45.824" v="8319" actId="1076"/>
          <ac:grpSpMkLst>
            <pc:docMk/>
            <pc:sldMk cId="603306912" sldId="326"/>
            <ac:grpSpMk id="47" creationId="{C9E141B0-2F19-408D-36C0-BFBC1E2E27AA}"/>
          </ac:grpSpMkLst>
        </pc:grpChg>
        <pc:grpChg chg="mod">
          <ac:chgData name="Vivek Kande" userId="7649d0e3-63cc-40f6-bad1-46fd6efa90af" providerId="ADAL" clId="{FC53BD6A-157D-4D26-975A-EFAD831AFB57}" dt="2026-09-28T08:02:37.369" v="8317" actId="1076"/>
          <ac:grpSpMkLst>
            <pc:docMk/>
            <pc:sldMk cId="603306912" sldId="326"/>
            <ac:grpSpMk id="49" creationId="{2AF20028-F706-2769-87B1-0B4AC1213AF8}"/>
          </ac:grpSpMkLst>
        </pc:grpChg>
        <pc:picChg chg="mod">
          <ac:chgData name="Vivek Kande" userId="7649d0e3-63cc-40f6-bad1-46fd6efa90af" providerId="ADAL" clId="{FC53BD6A-157D-4D26-975A-EFAD831AFB57}" dt="2026-09-28T07:57:03.132" v="8265" actId="1076"/>
          <ac:picMkLst>
            <pc:docMk/>
            <pc:sldMk cId="603306912" sldId="326"/>
            <ac:picMk id="4" creationId="{B6D09067-FBD5-BA56-1847-11D88359477C}"/>
          </ac:picMkLst>
        </pc:picChg>
        <pc:picChg chg="add mod">
          <ac:chgData name="Vivek Kande" userId="7649d0e3-63cc-40f6-bad1-46fd6efa90af" providerId="ADAL" clId="{FC53BD6A-157D-4D26-975A-EFAD831AFB57}" dt="2026-09-28T08:02:47.690" v="8320" actId="1076"/>
          <ac:picMkLst>
            <pc:docMk/>
            <pc:sldMk cId="603306912" sldId="326"/>
            <ac:picMk id="21" creationId="{194A2A16-E616-A9A9-1293-67BBD68FE71F}"/>
          </ac:picMkLst>
        </pc:picChg>
        <pc:cxnChg chg="mod">
          <ac:chgData name="Vivek Kande" userId="7649d0e3-63cc-40f6-bad1-46fd6efa90af" providerId="ADAL" clId="{FC53BD6A-157D-4D26-975A-EFAD831AFB57}" dt="2026-09-29T07:40:18.632" v="15238"/>
          <ac:cxnSpMkLst>
            <pc:docMk/>
            <pc:sldMk cId="603306912" sldId="326"/>
            <ac:cxnSpMk id="5" creationId="{C167C971-6F34-0D02-097C-67BF8044A49D}"/>
          </ac:cxnSpMkLst>
        </pc:cxnChg>
        <pc:cxnChg chg="mod">
          <ac:chgData name="Vivek Kande" userId="7649d0e3-63cc-40f6-bad1-46fd6efa90af" providerId="ADAL" clId="{FC53BD6A-157D-4D26-975A-EFAD831AFB57}" dt="2026-09-29T07:40:18.632" v="15238"/>
          <ac:cxnSpMkLst>
            <pc:docMk/>
            <pc:sldMk cId="603306912" sldId="326"/>
            <ac:cxnSpMk id="6" creationId="{4F78A68E-16CA-E049-7E03-7A44F524808F}"/>
          </ac:cxnSpMkLst>
        </pc:cxnChg>
      </pc:sldChg>
      <pc:sldChg chg="modSp add mod ord">
        <pc:chgData name="Vivek Kande" userId="7649d0e3-63cc-40f6-bad1-46fd6efa90af" providerId="ADAL" clId="{FC53BD6A-157D-4D26-975A-EFAD831AFB57}" dt="2026-09-28T08:10:15.631" v="8432" actId="1038"/>
        <pc:sldMkLst>
          <pc:docMk/>
          <pc:sldMk cId="1954432341" sldId="327"/>
        </pc:sldMkLst>
        <pc:spChg chg="mod">
          <ac:chgData name="Vivek Kande" userId="7649d0e3-63cc-40f6-bad1-46fd6efa90af" providerId="ADAL" clId="{FC53BD6A-157D-4D26-975A-EFAD831AFB57}" dt="2026-09-28T08:09:46.480" v="8425" actId="108"/>
          <ac:spMkLst>
            <pc:docMk/>
            <pc:sldMk cId="1954432341" sldId="327"/>
            <ac:spMk id="13" creationId="{1AA9C0F6-B4B5-F7DD-D6A3-3E37AE368E6A}"/>
          </ac:spMkLst>
        </pc:spChg>
        <pc:spChg chg="mod">
          <ac:chgData name="Vivek Kande" userId="7649d0e3-63cc-40f6-bad1-46fd6efa90af" providerId="ADAL" clId="{FC53BD6A-157D-4D26-975A-EFAD831AFB57}" dt="2026-09-28T08:09:37.135" v="8424" actId="108"/>
          <ac:spMkLst>
            <pc:docMk/>
            <pc:sldMk cId="1954432341" sldId="327"/>
            <ac:spMk id="14" creationId="{978C4403-250F-3F23-2F02-DB8870B38202}"/>
          </ac:spMkLst>
        </pc:spChg>
        <pc:spChg chg="mod">
          <ac:chgData name="Vivek Kande" userId="7649d0e3-63cc-40f6-bad1-46fd6efa90af" providerId="ADAL" clId="{FC53BD6A-157D-4D26-975A-EFAD831AFB57}" dt="2026-09-28T08:10:04.979" v="8431" actId="1037"/>
          <ac:spMkLst>
            <pc:docMk/>
            <pc:sldMk cId="1954432341" sldId="327"/>
            <ac:spMk id="17" creationId="{126EED48-4379-BF9E-0A62-2415A1897E86}"/>
          </ac:spMkLst>
        </pc:spChg>
        <pc:spChg chg="mod">
          <ac:chgData name="Vivek Kande" userId="7649d0e3-63cc-40f6-bad1-46fd6efa90af" providerId="ADAL" clId="{FC53BD6A-157D-4D26-975A-EFAD831AFB57}" dt="2026-09-28T08:10:15.631" v="8432" actId="1038"/>
          <ac:spMkLst>
            <pc:docMk/>
            <pc:sldMk cId="1954432341" sldId="327"/>
            <ac:spMk id="21" creationId="{B87BBE2E-0DB1-9140-52F7-E34C85FA8DC4}"/>
          </ac:spMkLst>
        </pc:spChg>
      </pc:sldChg>
      <pc:sldChg chg="addSp delSp modSp add mod">
        <pc:chgData name="Vivek Kande" userId="7649d0e3-63cc-40f6-bad1-46fd6efa90af" providerId="ADAL" clId="{FC53BD6A-157D-4D26-975A-EFAD831AFB57}" dt="2026-09-28T08:19:40.355" v="8461" actId="108"/>
        <pc:sldMkLst>
          <pc:docMk/>
          <pc:sldMk cId="2222576412" sldId="328"/>
        </pc:sldMkLst>
        <pc:spChg chg="mod">
          <ac:chgData name="Vivek Kande" userId="7649d0e3-63cc-40f6-bad1-46fd6efa90af" providerId="ADAL" clId="{FC53BD6A-157D-4D26-975A-EFAD831AFB57}" dt="2026-09-28T08:19:40.355" v="8461" actId="108"/>
          <ac:spMkLst>
            <pc:docMk/>
            <pc:sldMk cId="2222576412" sldId="328"/>
            <ac:spMk id="14" creationId="{4D546199-8718-3AFA-F53B-EA782ED19DFD}"/>
          </ac:spMkLst>
        </pc:spChg>
        <pc:spChg chg="mod">
          <ac:chgData name="Vivek Kande" userId="7649d0e3-63cc-40f6-bad1-46fd6efa90af" providerId="ADAL" clId="{FC53BD6A-157D-4D26-975A-EFAD831AFB57}" dt="2026-09-28T08:19:14.550" v="8459" actId="108"/>
          <ac:spMkLst>
            <pc:docMk/>
            <pc:sldMk cId="2222576412" sldId="328"/>
            <ac:spMk id="15" creationId="{3A919997-9A76-F92A-2ECE-1709399C7AD7}"/>
          </ac:spMkLst>
        </pc:spChg>
        <pc:spChg chg="mod">
          <ac:chgData name="Vivek Kande" userId="7649d0e3-63cc-40f6-bad1-46fd6efa90af" providerId="ADAL" clId="{FC53BD6A-157D-4D26-975A-EFAD831AFB57}" dt="2026-09-28T08:19:02.751" v="8456" actId="1076"/>
          <ac:spMkLst>
            <pc:docMk/>
            <pc:sldMk cId="2222576412" sldId="328"/>
            <ac:spMk id="17" creationId="{F1F88E11-6029-B30F-8CE2-9157C88225A4}"/>
          </ac:spMkLst>
        </pc:spChg>
        <pc:spChg chg="mod">
          <ac:chgData name="Vivek Kande" userId="7649d0e3-63cc-40f6-bad1-46fd6efa90af" providerId="ADAL" clId="{FC53BD6A-157D-4D26-975A-EFAD831AFB57}" dt="2026-09-28T08:19:07.024" v="8457" actId="1076"/>
          <ac:spMkLst>
            <pc:docMk/>
            <pc:sldMk cId="2222576412" sldId="328"/>
            <ac:spMk id="22" creationId="{C89FE372-0CE0-6ED8-7548-77F4400FC40A}"/>
          </ac:spMkLst>
        </pc:spChg>
      </pc:sldChg>
      <pc:sldChg chg="addSp delSp modSp add mod">
        <pc:chgData name="Vivek Kande" userId="7649d0e3-63cc-40f6-bad1-46fd6efa90af" providerId="ADAL" clId="{FC53BD6A-157D-4D26-975A-EFAD831AFB57}" dt="2026-09-28T08:20:25.396" v="8473" actId="108"/>
        <pc:sldMkLst>
          <pc:docMk/>
          <pc:sldMk cId="2578565119" sldId="329"/>
        </pc:sldMkLst>
        <pc:spChg chg="add mod">
          <ac:chgData name="Vivek Kande" userId="7649d0e3-63cc-40f6-bad1-46fd6efa90af" providerId="ADAL" clId="{FC53BD6A-157D-4D26-975A-EFAD831AFB57}" dt="2026-09-28T08:20:10.615" v="8468" actId="1076"/>
          <ac:spMkLst>
            <pc:docMk/>
            <pc:sldMk cId="2578565119" sldId="329"/>
            <ac:spMk id="3" creationId="{144FACEB-4F08-4CA8-CFC3-F7A4A2A5E12F}"/>
          </ac:spMkLst>
        </pc:spChg>
        <pc:spChg chg="mod">
          <ac:chgData name="Vivek Kande" userId="7649d0e3-63cc-40f6-bad1-46fd6efa90af" providerId="ADAL" clId="{FC53BD6A-157D-4D26-975A-EFAD831AFB57}" dt="2026-09-28T08:20:25.396" v="8473" actId="108"/>
          <ac:spMkLst>
            <pc:docMk/>
            <pc:sldMk cId="2578565119" sldId="329"/>
            <ac:spMk id="15" creationId="{F2958C42-73A7-8751-8A8E-E77E5E052F7D}"/>
          </ac:spMkLst>
        </pc:spChg>
        <pc:spChg chg="mod">
          <ac:chgData name="Vivek Kande" userId="7649d0e3-63cc-40f6-bad1-46fd6efa90af" providerId="ADAL" clId="{FC53BD6A-157D-4D26-975A-EFAD831AFB57}" dt="2026-09-28T08:20:20.676" v="8472" actId="108"/>
          <ac:spMkLst>
            <pc:docMk/>
            <pc:sldMk cId="2578565119" sldId="329"/>
            <ac:spMk id="16" creationId="{8E502D22-DF2C-1CC5-8102-CB362C697647}"/>
          </ac:spMkLst>
        </pc:spChg>
        <pc:spChg chg="mod">
          <ac:chgData name="Vivek Kande" userId="7649d0e3-63cc-40f6-bad1-46fd6efa90af" providerId="ADAL" clId="{FC53BD6A-157D-4D26-975A-EFAD831AFB57}" dt="2026-09-28T08:20:17.413" v="8471" actId="1076"/>
          <ac:spMkLst>
            <pc:docMk/>
            <pc:sldMk cId="2578565119" sldId="329"/>
            <ac:spMk id="17" creationId="{3282E450-760F-C663-CA9F-8F2F2FD7B3C8}"/>
          </ac:spMkLst>
        </pc:spChg>
      </pc:sldChg>
      <pc:sldChg chg="modSp add mod ord">
        <pc:chgData name="Vivek Kande" userId="7649d0e3-63cc-40f6-bad1-46fd6efa90af" providerId="ADAL" clId="{FC53BD6A-157D-4D26-975A-EFAD831AFB57}" dt="2026-09-28T08:20:58.352" v="8492" actId="20577"/>
        <pc:sldMkLst>
          <pc:docMk/>
          <pc:sldMk cId="951053890" sldId="330"/>
        </pc:sldMkLst>
        <pc:spChg chg="mod">
          <ac:chgData name="Vivek Kande" userId="7649d0e3-63cc-40f6-bad1-46fd6efa90af" providerId="ADAL" clId="{FC53BD6A-157D-4D26-975A-EFAD831AFB57}" dt="2026-09-28T08:20:58.352" v="8492" actId="20577"/>
          <ac:spMkLst>
            <pc:docMk/>
            <pc:sldMk cId="951053890" sldId="330"/>
            <ac:spMk id="3" creationId="{EFAE05C1-55FF-39B1-6A0F-36C320B19998}"/>
          </ac:spMkLst>
        </pc:spChg>
      </pc:sldChg>
      <pc:sldChg chg="addSp delSp modSp add mod ord addAnim delAnim modAnim modNotesTx">
        <pc:chgData name="Vivek Kande" userId="7649d0e3-63cc-40f6-bad1-46fd6efa90af" providerId="ADAL" clId="{FC53BD6A-157D-4D26-975A-EFAD831AFB57}" dt="2026-09-29T21:18:27.964" v="20842" actId="20577"/>
        <pc:sldMkLst>
          <pc:docMk/>
          <pc:sldMk cId="4137826838" sldId="331"/>
        </pc:sldMkLst>
        <pc:spChg chg="mod">
          <ac:chgData name="Vivek Kande" userId="7649d0e3-63cc-40f6-bad1-46fd6efa90af" providerId="ADAL" clId="{FC53BD6A-157D-4D26-975A-EFAD831AFB57}" dt="2026-09-28T13:37:44.828" v="9916" actId="1076"/>
          <ac:spMkLst>
            <pc:docMk/>
            <pc:sldMk cId="4137826838" sldId="331"/>
            <ac:spMk id="4" creationId="{9CF7EFCD-3B4C-86B5-9905-FD4FDBD56058}"/>
          </ac:spMkLst>
        </pc:spChg>
        <pc:spChg chg="add mod topLvl">
          <ac:chgData name="Vivek Kande" userId="7649d0e3-63cc-40f6-bad1-46fd6efa90af" providerId="ADAL" clId="{FC53BD6A-157D-4D26-975A-EFAD831AFB57}" dt="2026-09-29T14:58:38.997" v="18650" actId="571"/>
          <ac:spMkLst>
            <pc:docMk/>
            <pc:sldMk cId="4137826838" sldId="331"/>
            <ac:spMk id="19" creationId="{F23D482D-ADBA-E2C5-71DF-C3152DCB9CB2}"/>
          </ac:spMkLst>
        </pc:spChg>
        <pc:spChg chg="add mod">
          <ac:chgData name="Vivek Kande" userId="7649d0e3-63cc-40f6-bad1-46fd6efa90af" providerId="ADAL" clId="{FC53BD6A-157D-4D26-975A-EFAD831AFB57}" dt="2026-09-29T14:23:39.792" v="18639" actId="767"/>
          <ac:spMkLst>
            <pc:docMk/>
            <pc:sldMk cId="4137826838" sldId="331"/>
            <ac:spMk id="21" creationId="{50B98BEA-3D2A-32D2-63FD-3D38530F6B8B}"/>
          </ac:spMkLst>
        </pc:spChg>
        <pc:spChg chg="add mod ord topLvl">
          <ac:chgData name="Vivek Kande" userId="7649d0e3-63cc-40f6-bad1-46fd6efa90af" providerId="ADAL" clId="{FC53BD6A-157D-4D26-975A-EFAD831AFB57}" dt="2026-09-29T14:59:22.222" v="18655" actId="1076"/>
          <ac:spMkLst>
            <pc:docMk/>
            <pc:sldMk cId="4137826838" sldId="331"/>
            <ac:spMk id="23" creationId="{D13BB397-ED0E-8F63-A415-8A74AB041BA5}"/>
          </ac:spMkLst>
        </pc:spChg>
        <pc:spChg chg="add mod topLvl">
          <ac:chgData name="Vivek Kande" userId="7649d0e3-63cc-40f6-bad1-46fd6efa90af" providerId="ADAL" clId="{FC53BD6A-157D-4D26-975A-EFAD831AFB57}" dt="2026-09-29T15:00:36.659" v="18663" actId="14100"/>
          <ac:spMkLst>
            <pc:docMk/>
            <pc:sldMk cId="4137826838" sldId="331"/>
            <ac:spMk id="25" creationId="{D00057C4-AC14-63BE-59B7-856A353ECBAD}"/>
          </ac:spMkLst>
        </pc:spChg>
        <pc:spChg chg="add mod">
          <ac:chgData name="Vivek Kande" userId="7649d0e3-63cc-40f6-bad1-46fd6efa90af" providerId="ADAL" clId="{FC53BD6A-157D-4D26-975A-EFAD831AFB57}" dt="2026-09-29T14:58:47.647" v="18651" actId="1076"/>
          <ac:spMkLst>
            <pc:docMk/>
            <pc:sldMk cId="4137826838" sldId="331"/>
            <ac:spMk id="27" creationId="{E49917AD-0723-5599-4C70-DC9B4C8B193C}"/>
          </ac:spMkLst>
        </pc:spChg>
        <pc:spChg chg="add mod">
          <ac:chgData name="Vivek Kande" userId="7649d0e3-63cc-40f6-bad1-46fd6efa90af" providerId="ADAL" clId="{FC53BD6A-157D-4D26-975A-EFAD831AFB57}" dt="2026-09-28T14:30:44.049" v="10463" actId="164"/>
          <ac:spMkLst>
            <pc:docMk/>
            <pc:sldMk cId="4137826838" sldId="331"/>
            <ac:spMk id="31" creationId="{0070D271-DCB0-51A0-A6FD-5D3EC3293104}"/>
          </ac:spMkLst>
        </pc:spChg>
        <pc:spChg chg="add mod">
          <ac:chgData name="Vivek Kande" userId="7649d0e3-63cc-40f6-bad1-46fd6efa90af" providerId="ADAL" clId="{FC53BD6A-157D-4D26-975A-EFAD831AFB57}" dt="2026-09-28T14:30:44.049" v="10463" actId="164"/>
          <ac:spMkLst>
            <pc:docMk/>
            <pc:sldMk cId="4137826838" sldId="331"/>
            <ac:spMk id="45" creationId="{42B35F51-2FCA-510F-75D9-A3B4E0E47EFD}"/>
          </ac:spMkLst>
        </pc:spChg>
        <pc:spChg chg="add mod topLvl">
          <ac:chgData name="Vivek Kande" userId="7649d0e3-63cc-40f6-bad1-46fd6efa90af" providerId="ADAL" clId="{FC53BD6A-157D-4D26-975A-EFAD831AFB57}" dt="2026-09-29T14:58:38.997" v="18650" actId="571"/>
          <ac:spMkLst>
            <pc:docMk/>
            <pc:sldMk cId="4137826838" sldId="331"/>
            <ac:spMk id="46" creationId="{E1A905A3-480F-7DAB-FB86-6458C79FDA9C}"/>
          </ac:spMkLst>
        </pc:spChg>
        <pc:spChg chg="add mod topLvl">
          <ac:chgData name="Vivek Kande" userId="7649d0e3-63cc-40f6-bad1-46fd6efa90af" providerId="ADAL" clId="{FC53BD6A-157D-4D26-975A-EFAD831AFB57}" dt="2026-09-29T14:58:38.997" v="18650" actId="571"/>
          <ac:spMkLst>
            <pc:docMk/>
            <pc:sldMk cId="4137826838" sldId="331"/>
            <ac:spMk id="49" creationId="{1A209FF0-9AAD-1905-F1E0-DC12FF816E58}"/>
          </ac:spMkLst>
        </pc:spChg>
        <pc:spChg chg="add mod topLvl">
          <ac:chgData name="Vivek Kande" userId="7649d0e3-63cc-40f6-bad1-46fd6efa90af" providerId="ADAL" clId="{FC53BD6A-157D-4D26-975A-EFAD831AFB57}" dt="2026-09-29T14:58:38.997" v="18650" actId="571"/>
          <ac:spMkLst>
            <pc:docMk/>
            <pc:sldMk cId="4137826838" sldId="331"/>
            <ac:spMk id="51" creationId="{93D302D6-FF67-5468-192F-AE5CFEEFF544}"/>
          </ac:spMkLst>
        </pc:spChg>
        <pc:spChg chg="add mod topLvl">
          <ac:chgData name="Vivek Kande" userId="7649d0e3-63cc-40f6-bad1-46fd6efa90af" providerId="ADAL" clId="{FC53BD6A-157D-4D26-975A-EFAD831AFB57}" dt="2026-09-29T14:58:38.997" v="18650" actId="571"/>
          <ac:spMkLst>
            <pc:docMk/>
            <pc:sldMk cId="4137826838" sldId="331"/>
            <ac:spMk id="53" creationId="{C20B96A3-BE6C-E62A-A2BF-10FE93443EED}"/>
          </ac:spMkLst>
        </pc:spChg>
        <pc:spChg chg="mod">
          <ac:chgData name="Vivek Kande" userId="7649d0e3-63cc-40f6-bad1-46fd6efa90af" providerId="ADAL" clId="{FC53BD6A-157D-4D26-975A-EFAD831AFB57}" dt="2026-09-28T14:29:02.975" v="10444" actId="1076"/>
          <ac:spMkLst>
            <pc:docMk/>
            <pc:sldMk cId="4137826838" sldId="331"/>
            <ac:spMk id="172" creationId="{3B6D68B3-D36E-3147-4BCF-22F88DBDC8EB}"/>
          </ac:spMkLst>
        </pc:spChg>
        <pc:spChg chg="add mod">
          <ac:chgData name="Vivek Kande" userId="7649d0e3-63cc-40f6-bad1-46fd6efa90af" providerId="ADAL" clId="{FC53BD6A-157D-4D26-975A-EFAD831AFB57}" dt="2026-09-28T14:58:36.972" v="10771" actId="164"/>
          <ac:spMkLst>
            <pc:docMk/>
            <pc:sldMk cId="4137826838" sldId="331"/>
            <ac:spMk id="179" creationId="{B4569232-A0C3-2679-5B8D-1E51E2B5F18E}"/>
          </ac:spMkLst>
        </pc:spChg>
        <pc:spChg chg="add mod">
          <ac:chgData name="Vivek Kande" userId="7649d0e3-63cc-40f6-bad1-46fd6efa90af" providerId="ADAL" clId="{FC53BD6A-157D-4D26-975A-EFAD831AFB57}" dt="2026-09-28T14:58:36.972" v="10771" actId="164"/>
          <ac:spMkLst>
            <pc:docMk/>
            <pc:sldMk cId="4137826838" sldId="331"/>
            <ac:spMk id="186" creationId="{CF738A60-5981-9B8E-2727-EB64EB8057F5}"/>
          </ac:spMkLst>
        </pc:spChg>
        <pc:spChg chg="add mod">
          <ac:chgData name="Vivek Kande" userId="7649d0e3-63cc-40f6-bad1-46fd6efa90af" providerId="ADAL" clId="{FC53BD6A-157D-4D26-975A-EFAD831AFB57}" dt="2026-09-28T14:30:44.049" v="10463" actId="164"/>
          <ac:spMkLst>
            <pc:docMk/>
            <pc:sldMk cId="4137826838" sldId="331"/>
            <ac:spMk id="188" creationId="{62866AF0-11AD-5A4E-3BB9-BDF3322D9727}"/>
          </ac:spMkLst>
        </pc:spChg>
        <pc:spChg chg="add mod">
          <ac:chgData name="Vivek Kande" userId="7649d0e3-63cc-40f6-bad1-46fd6efa90af" providerId="ADAL" clId="{FC53BD6A-157D-4D26-975A-EFAD831AFB57}" dt="2026-09-29T14:58:38.997" v="18650" actId="571"/>
          <ac:spMkLst>
            <pc:docMk/>
            <pc:sldMk cId="4137826838" sldId="331"/>
            <ac:spMk id="216" creationId="{3841055B-A379-FB35-DAC1-5821A86E5ADF}"/>
          </ac:spMkLst>
        </pc:spChg>
        <pc:spChg chg="add mod">
          <ac:chgData name="Vivek Kande" userId="7649d0e3-63cc-40f6-bad1-46fd6efa90af" providerId="ADAL" clId="{FC53BD6A-157D-4D26-975A-EFAD831AFB57}" dt="2026-09-29T14:58:38.997" v="18650" actId="571"/>
          <ac:spMkLst>
            <pc:docMk/>
            <pc:sldMk cId="4137826838" sldId="331"/>
            <ac:spMk id="228" creationId="{BEE44CF4-3CBD-AACE-0499-C35CB1798BB1}"/>
          </ac:spMkLst>
        </pc:spChg>
        <pc:spChg chg="add mod ord">
          <ac:chgData name="Vivek Kande" userId="7649d0e3-63cc-40f6-bad1-46fd6efa90af" providerId="ADAL" clId="{FC53BD6A-157D-4D26-975A-EFAD831AFB57}" dt="2026-09-28T14:58:36.972" v="10771" actId="164"/>
          <ac:spMkLst>
            <pc:docMk/>
            <pc:sldMk cId="4137826838" sldId="331"/>
            <ac:spMk id="234" creationId="{66F97660-EBFE-F802-5D95-8A87DCC95EE7}"/>
          </ac:spMkLst>
        </pc:spChg>
        <pc:spChg chg="mod">
          <ac:chgData name="Vivek Kande" userId="7649d0e3-63cc-40f6-bad1-46fd6efa90af" providerId="ADAL" clId="{FC53BD6A-157D-4D26-975A-EFAD831AFB57}" dt="2026-09-28T14:29:10.046" v="10445" actId="14100"/>
          <ac:spMkLst>
            <pc:docMk/>
            <pc:sldMk cId="4137826838" sldId="331"/>
            <ac:spMk id="256" creationId="{61F56D26-CE2A-8B2A-BB34-1193766EB45A}"/>
          </ac:spMkLst>
        </pc:spChg>
        <pc:spChg chg="mod">
          <ac:chgData name="Vivek Kande" userId="7649d0e3-63cc-40f6-bad1-46fd6efa90af" providerId="ADAL" clId="{FC53BD6A-157D-4D26-975A-EFAD831AFB57}" dt="2026-09-29T05:04:32.885" v="13788" actId="20577"/>
          <ac:spMkLst>
            <pc:docMk/>
            <pc:sldMk cId="4137826838" sldId="331"/>
            <ac:spMk id="309" creationId="{FB40536C-20C9-DD3A-AA0F-016A55062F79}"/>
          </ac:spMkLst>
        </pc:spChg>
        <pc:spChg chg="mod">
          <ac:chgData name="Vivek Kande" userId="7649d0e3-63cc-40f6-bad1-46fd6efa90af" providerId="ADAL" clId="{FC53BD6A-157D-4D26-975A-EFAD831AFB57}" dt="2026-09-29T05:04:32.885" v="13788" actId="20577"/>
          <ac:spMkLst>
            <pc:docMk/>
            <pc:sldMk cId="4137826838" sldId="331"/>
            <ac:spMk id="310" creationId="{3326EB99-0E8B-F4C7-98F7-383AA5B3E51B}"/>
          </ac:spMkLst>
        </pc:spChg>
        <pc:spChg chg="mod">
          <ac:chgData name="Vivek Kande" userId="7649d0e3-63cc-40f6-bad1-46fd6efa90af" providerId="ADAL" clId="{FC53BD6A-157D-4D26-975A-EFAD831AFB57}" dt="2026-09-29T05:04:32.885" v="13788" actId="20577"/>
          <ac:spMkLst>
            <pc:docMk/>
            <pc:sldMk cId="4137826838" sldId="331"/>
            <ac:spMk id="311" creationId="{053C4FB9-5568-F963-10BD-E89B1CDA065E}"/>
          </ac:spMkLst>
        </pc:spChg>
        <pc:spChg chg="mod">
          <ac:chgData name="Vivek Kande" userId="7649d0e3-63cc-40f6-bad1-46fd6efa90af" providerId="ADAL" clId="{FC53BD6A-157D-4D26-975A-EFAD831AFB57}" dt="2026-09-29T05:04:32.885" v="13788" actId="20577"/>
          <ac:spMkLst>
            <pc:docMk/>
            <pc:sldMk cId="4137826838" sldId="331"/>
            <ac:spMk id="313" creationId="{D3E1D190-4CA7-798E-1A17-9C7DC702310A}"/>
          </ac:spMkLst>
        </pc:spChg>
        <pc:spChg chg="mod">
          <ac:chgData name="Vivek Kande" userId="7649d0e3-63cc-40f6-bad1-46fd6efa90af" providerId="ADAL" clId="{FC53BD6A-157D-4D26-975A-EFAD831AFB57}" dt="2026-09-29T05:04:32.885" v="13788" actId="20577"/>
          <ac:spMkLst>
            <pc:docMk/>
            <pc:sldMk cId="4137826838" sldId="331"/>
            <ac:spMk id="320" creationId="{F784FD84-83DB-2C3E-263C-174D3B7834BB}"/>
          </ac:spMkLst>
        </pc:spChg>
        <pc:spChg chg="mod">
          <ac:chgData name="Vivek Kande" userId="7649d0e3-63cc-40f6-bad1-46fd6efa90af" providerId="ADAL" clId="{FC53BD6A-157D-4D26-975A-EFAD831AFB57}" dt="2026-09-28T14:29:37.180" v="10449" actId="1076"/>
          <ac:spMkLst>
            <pc:docMk/>
            <pc:sldMk cId="4137826838" sldId="331"/>
            <ac:spMk id="321" creationId="{64E421AA-6B54-F0EE-F316-377BEE768CD8}"/>
          </ac:spMkLst>
        </pc:spChg>
        <pc:spChg chg="mod">
          <ac:chgData name="Vivek Kande" userId="7649d0e3-63cc-40f6-bad1-46fd6efa90af" providerId="ADAL" clId="{FC53BD6A-157D-4D26-975A-EFAD831AFB57}" dt="2026-09-28T14:29:37.180" v="10449" actId="1076"/>
          <ac:spMkLst>
            <pc:docMk/>
            <pc:sldMk cId="4137826838" sldId="331"/>
            <ac:spMk id="322" creationId="{C65018FD-E773-ED52-6D42-E7887431C084}"/>
          </ac:spMkLst>
        </pc:spChg>
        <pc:spChg chg="mod">
          <ac:chgData name="Vivek Kande" userId="7649d0e3-63cc-40f6-bad1-46fd6efa90af" providerId="ADAL" clId="{FC53BD6A-157D-4D26-975A-EFAD831AFB57}" dt="2026-09-28T14:29:37.180" v="10449" actId="1076"/>
          <ac:spMkLst>
            <pc:docMk/>
            <pc:sldMk cId="4137826838" sldId="331"/>
            <ac:spMk id="323" creationId="{34A819E0-3FBA-F3F1-6DE7-DFA955A0C2C3}"/>
          </ac:spMkLst>
        </pc:spChg>
        <pc:spChg chg="mod">
          <ac:chgData name="Vivek Kande" userId="7649d0e3-63cc-40f6-bad1-46fd6efa90af" providerId="ADAL" clId="{FC53BD6A-157D-4D26-975A-EFAD831AFB57}" dt="2026-09-29T05:04:28.868" v="13785" actId="20577"/>
          <ac:spMkLst>
            <pc:docMk/>
            <pc:sldMk cId="4137826838" sldId="331"/>
            <ac:spMk id="324" creationId="{08AB44A8-6CBA-738D-C2C6-5B2DEB4E7C61}"/>
          </ac:spMkLst>
        </pc:spChg>
        <pc:grpChg chg="add mod">
          <ac:chgData name="Vivek Kande" userId="7649d0e3-63cc-40f6-bad1-46fd6efa90af" providerId="ADAL" clId="{FC53BD6A-157D-4D26-975A-EFAD831AFB57}" dt="2026-09-29T15:00:36.659" v="18663" actId="14100"/>
          <ac:grpSpMkLst>
            <pc:docMk/>
            <pc:sldMk cId="4137826838" sldId="331"/>
            <ac:grpSpMk id="189" creationId="{AFA07648-B350-1501-1E1D-778B67AE6F48}"/>
          </ac:grpSpMkLst>
        </pc:grpChg>
        <pc:grpChg chg="add mod">
          <ac:chgData name="Vivek Kande" userId="7649d0e3-63cc-40f6-bad1-46fd6efa90af" providerId="ADAL" clId="{FC53BD6A-157D-4D26-975A-EFAD831AFB57}" dt="2026-09-29T15:00:36.659" v="18663" actId="14100"/>
          <ac:grpSpMkLst>
            <pc:docMk/>
            <pc:sldMk cId="4137826838" sldId="331"/>
            <ac:grpSpMk id="190" creationId="{C73D4001-F668-F490-B08E-10FA4B475B2B}"/>
          </ac:grpSpMkLst>
        </pc:grpChg>
        <pc:grpChg chg="add mod">
          <ac:chgData name="Vivek Kande" userId="7649d0e3-63cc-40f6-bad1-46fd6efa90af" providerId="ADAL" clId="{FC53BD6A-157D-4D26-975A-EFAD831AFB57}" dt="2026-09-29T14:59:42.217" v="18657" actId="1076"/>
          <ac:grpSpMkLst>
            <pc:docMk/>
            <pc:sldMk cId="4137826838" sldId="331"/>
            <ac:grpSpMk id="235" creationId="{278DA219-D93D-11A0-7233-132CDFC34F9E}"/>
          </ac:grpSpMkLst>
        </pc:grpChg>
        <pc:grpChg chg="mod">
          <ac:chgData name="Vivek Kande" userId="7649d0e3-63cc-40f6-bad1-46fd6efa90af" providerId="ADAL" clId="{FC53BD6A-157D-4D26-975A-EFAD831AFB57}" dt="2026-09-28T14:31:46.440" v="10472" actId="1076"/>
          <ac:grpSpMkLst>
            <pc:docMk/>
            <pc:sldMk cId="4137826838" sldId="331"/>
            <ac:grpSpMk id="255" creationId="{496C7B53-F6DC-9FA6-90AF-DFA4B022D9FC}"/>
          </ac:grpSpMkLst>
        </pc:grpChg>
        <pc:grpChg chg="mod">
          <ac:chgData name="Vivek Kande" userId="7649d0e3-63cc-40f6-bad1-46fd6efa90af" providerId="ADAL" clId="{FC53BD6A-157D-4D26-975A-EFAD831AFB57}" dt="2026-09-29T05:04:32.885" v="13788" actId="20577"/>
          <ac:grpSpMkLst>
            <pc:docMk/>
            <pc:sldMk cId="4137826838" sldId="331"/>
            <ac:grpSpMk id="308" creationId="{6D348BB6-59D6-EF18-70FB-53452B54DBBD}"/>
          </ac:grpSpMkLst>
        </pc:grpChg>
        <pc:picChg chg="add mod topLvl">
          <ac:chgData name="Vivek Kande" userId="7649d0e3-63cc-40f6-bad1-46fd6efa90af" providerId="ADAL" clId="{FC53BD6A-157D-4D26-975A-EFAD831AFB57}" dt="2026-09-28T14:50:26.085" v="10642" actId="571"/>
          <ac:picMkLst>
            <pc:docMk/>
            <pc:sldMk cId="4137826838" sldId="331"/>
            <ac:picMk id="5" creationId="{74621CC2-EE52-2467-2151-ADCBE0B52E57}"/>
          </ac:picMkLst>
        </pc:picChg>
        <pc:picChg chg="add del mod ord topLvl">
          <ac:chgData name="Vivek Kande" userId="7649d0e3-63cc-40f6-bad1-46fd6efa90af" providerId="ADAL" clId="{FC53BD6A-157D-4D26-975A-EFAD831AFB57}" dt="2026-09-29T14:59:17.268" v="18654" actId="167"/>
          <ac:picMkLst>
            <pc:docMk/>
            <pc:sldMk cId="4137826838" sldId="331"/>
            <ac:picMk id="6" creationId="{3824DBCC-B8C8-8605-44C2-1E80F16E250E}"/>
          </ac:picMkLst>
        </pc:picChg>
        <pc:picChg chg="add mod topLvl">
          <ac:chgData name="Vivek Kande" userId="7649d0e3-63cc-40f6-bad1-46fd6efa90af" providerId="ADAL" clId="{FC53BD6A-157D-4D26-975A-EFAD831AFB57}" dt="2026-09-28T14:49:13.783" v="10624" actId="571"/>
          <ac:picMkLst>
            <pc:docMk/>
            <pc:sldMk cId="4137826838" sldId="331"/>
            <ac:picMk id="26" creationId="{1085AC98-5164-D3F5-CA2A-CFEABE5C4A5A}"/>
          </ac:picMkLst>
        </pc:picChg>
        <pc:cxnChg chg="add mod topLvl">
          <ac:chgData name="Vivek Kande" userId="7649d0e3-63cc-40f6-bad1-46fd6efa90af" providerId="ADAL" clId="{FC53BD6A-157D-4D26-975A-EFAD831AFB57}" dt="2026-09-28T14:30:44.049" v="10463" actId="164"/>
          <ac:cxnSpMkLst>
            <pc:docMk/>
            <pc:sldMk cId="4137826838" sldId="331"/>
            <ac:cxnSpMk id="8" creationId="{BA472F16-CBF8-3D40-A9F2-30BAF878C644}"/>
          </ac:cxnSpMkLst>
        </pc:cxnChg>
        <pc:cxnChg chg="add mod topLvl">
          <ac:chgData name="Vivek Kande" userId="7649d0e3-63cc-40f6-bad1-46fd6efa90af" providerId="ADAL" clId="{FC53BD6A-157D-4D26-975A-EFAD831AFB57}" dt="2026-09-28T14:30:44.049" v="10463" actId="164"/>
          <ac:cxnSpMkLst>
            <pc:docMk/>
            <pc:sldMk cId="4137826838" sldId="331"/>
            <ac:cxnSpMk id="12" creationId="{04D3008C-266C-3A7F-FE5E-B106361EB536}"/>
          </ac:cxnSpMkLst>
        </pc:cxnChg>
        <pc:cxnChg chg="add mod topLvl">
          <ac:chgData name="Vivek Kande" userId="7649d0e3-63cc-40f6-bad1-46fd6efa90af" providerId="ADAL" clId="{FC53BD6A-157D-4D26-975A-EFAD831AFB57}" dt="2026-09-29T14:58:30.636" v="18649" actId="1076"/>
          <ac:cxnSpMkLst>
            <pc:docMk/>
            <pc:sldMk cId="4137826838" sldId="331"/>
            <ac:cxnSpMk id="16" creationId="{9EA8176E-4387-DA93-B21A-28DF20414981}"/>
          </ac:cxnSpMkLst>
        </pc:cxnChg>
        <pc:cxnChg chg="add mod">
          <ac:chgData name="Vivek Kande" userId="7649d0e3-63cc-40f6-bad1-46fd6efa90af" providerId="ADAL" clId="{FC53BD6A-157D-4D26-975A-EFAD831AFB57}" dt="2026-09-28T14:30:44.049" v="10463" actId="164"/>
          <ac:cxnSpMkLst>
            <pc:docMk/>
            <pc:sldMk cId="4137826838" sldId="331"/>
            <ac:cxnSpMk id="33" creationId="{D192D0AB-A3B5-CB2F-BC0D-F0A83AAD55DF}"/>
          </ac:cxnSpMkLst>
        </pc:cxnChg>
        <pc:cxnChg chg="add mod">
          <ac:chgData name="Vivek Kande" userId="7649d0e3-63cc-40f6-bad1-46fd6efa90af" providerId="ADAL" clId="{FC53BD6A-157D-4D26-975A-EFAD831AFB57}" dt="2026-09-28T14:30:44.049" v="10463" actId="164"/>
          <ac:cxnSpMkLst>
            <pc:docMk/>
            <pc:sldMk cId="4137826838" sldId="331"/>
            <ac:cxnSpMk id="44" creationId="{2A7A98F2-9759-B301-C79A-4988374BDA9A}"/>
          </ac:cxnSpMkLst>
        </pc:cxnChg>
        <pc:cxnChg chg="add mod">
          <ac:chgData name="Vivek Kande" userId="7649d0e3-63cc-40f6-bad1-46fd6efa90af" providerId="ADAL" clId="{FC53BD6A-157D-4D26-975A-EFAD831AFB57}" dt="2026-09-28T14:13:25.230" v="10232" actId="571"/>
          <ac:cxnSpMkLst>
            <pc:docMk/>
            <pc:sldMk cId="4137826838" sldId="331"/>
            <ac:cxnSpMk id="47" creationId="{CBCB8DDB-1A47-BE3C-324D-C39F3822610C}"/>
          </ac:cxnSpMkLst>
        </pc:cxnChg>
        <pc:cxnChg chg="add mod">
          <ac:chgData name="Vivek Kande" userId="7649d0e3-63cc-40f6-bad1-46fd6efa90af" providerId="ADAL" clId="{FC53BD6A-157D-4D26-975A-EFAD831AFB57}" dt="2026-09-28T14:13:31.004" v="10234" actId="1076"/>
          <ac:cxnSpMkLst>
            <pc:docMk/>
            <pc:sldMk cId="4137826838" sldId="331"/>
            <ac:cxnSpMk id="48" creationId="{C1FDBF20-C3B9-3575-075D-03B3DEDC4D6D}"/>
          </ac:cxnSpMkLst>
        </pc:cxnChg>
        <pc:cxnChg chg="add mod">
          <ac:chgData name="Vivek Kande" userId="7649d0e3-63cc-40f6-bad1-46fd6efa90af" providerId="ADAL" clId="{FC53BD6A-157D-4D26-975A-EFAD831AFB57}" dt="2026-09-28T14:14:25.949" v="10256" actId="1076"/>
          <ac:cxnSpMkLst>
            <pc:docMk/>
            <pc:sldMk cId="4137826838" sldId="331"/>
            <ac:cxnSpMk id="54" creationId="{003266C3-0D56-CD78-3A1C-CC11D8B5B5F4}"/>
          </ac:cxnSpMkLst>
        </pc:cxnChg>
        <pc:cxnChg chg="add mod">
          <ac:chgData name="Vivek Kande" userId="7649d0e3-63cc-40f6-bad1-46fd6efa90af" providerId="ADAL" clId="{FC53BD6A-157D-4D26-975A-EFAD831AFB57}" dt="2026-09-28T14:14:27.915" v="10259" actId="1037"/>
          <ac:cxnSpMkLst>
            <pc:docMk/>
            <pc:sldMk cId="4137826838" sldId="331"/>
            <ac:cxnSpMk id="55" creationId="{56923A75-142D-77BD-A247-87D27BD54120}"/>
          </ac:cxnSpMkLst>
        </pc:cxnChg>
        <pc:cxnChg chg="add mod">
          <ac:chgData name="Vivek Kande" userId="7649d0e3-63cc-40f6-bad1-46fd6efa90af" providerId="ADAL" clId="{FC53BD6A-157D-4D26-975A-EFAD831AFB57}" dt="2026-09-28T14:58:36.972" v="10771" actId="164"/>
          <ac:cxnSpMkLst>
            <pc:docMk/>
            <pc:sldMk cId="4137826838" sldId="331"/>
            <ac:cxnSpMk id="182" creationId="{D8914E30-1732-30AC-1083-2E80F695568D}"/>
          </ac:cxnSpMkLst>
        </pc:cxnChg>
        <pc:cxnChg chg="mod">
          <ac:chgData name="Vivek Kande" userId="7649d0e3-63cc-40f6-bad1-46fd6efa90af" providerId="ADAL" clId="{FC53BD6A-157D-4D26-975A-EFAD831AFB57}" dt="2026-09-29T05:04:32.885" v="13788" actId="20577"/>
          <ac:cxnSpMkLst>
            <pc:docMk/>
            <pc:sldMk cId="4137826838" sldId="331"/>
            <ac:cxnSpMk id="316" creationId="{1245FCDF-1976-14FA-E647-62EC7834C207}"/>
          </ac:cxnSpMkLst>
        </pc:cxnChg>
        <pc:cxnChg chg="mod">
          <ac:chgData name="Vivek Kande" userId="7649d0e3-63cc-40f6-bad1-46fd6efa90af" providerId="ADAL" clId="{FC53BD6A-157D-4D26-975A-EFAD831AFB57}" dt="2026-09-29T05:04:32.885" v="13788" actId="20577"/>
          <ac:cxnSpMkLst>
            <pc:docMk/>
            <pc:sldMk cId="4137826838" sldId="331"/>
            <ac:cxnSpMk id="317" creationId="{D4445968-5E51-3136-F64C-B0E24CA1FC5C}"/>
          </ac:cxnSpMkLst>
        </pc:cxnChg>
        <pc:cxnChg chg="mod">
          <ac:chgData name="Vivek Kande" userId="7649d0e3-63cc-40f6-bad1-46fd6efa90af" providerId="ADAL" clId="{FC53BD6A-157D-4D26-975A-EFAD831AFB57}" dt="2026-09-29T05:04:32.885" v="13788" actId="20577"/>
          <ac:cxnSpMkLst>
            <pc:docMk/>
            <pc:sldMk cId="4137826838" sldId="331"/>
            <ac:cxnSpMk id="318" creationId="{0E33EC60-AE24-4825-CB0C-21856501B7A1}"/>
          </ac:cxnSpMkLst>
        </pc:cxnChg>
        <pc:cxnChg chg="mod">
          <ac:chgData name="Vivek Kande" userId="7649d0e3-63cc-40f6-bad1-46fd6efa90af" providerId="ADAL" clId="{FC53BD6A-157D-4D26-975A-EFAD831AFB57}" dt="2026-09-29T05:04:32.885" v="13788" actId="20577"/>
          <ac:cxnSpMkLst>
            <pc:docMk/>
            <pc:sldMk cId="4137826838" sldId="331"/>
            <ac:cxnSpMk id="319" creationId="{AF814402-49F4-AB25-1DCB-DB82558F7288}"/>
          </ac:cxnSpMkLst>
        </pc:cxnChg>
      </pc:sldChg>
      <pc:sldChg chg="addSp delSp modSp add mod delAnim modAnim modShow modNotesTx">
        <pc:chgData name="Vivek Kande" userId="7649d0e3-63cc-40f6-bad1-46fd6efa90af" providerId="ADAL" clId="{FC53BD6A-157D-4D26-975A-EFAD831AFB57}" dt="2026-09-30T08:11:36.810" v="24378" actId="729"/>
        <pc:sldMkLst>
          <pc:docMk/>
          <pc:sldMk cId="3296015987" sldId="332"/>
        </pc:sldMkLst>
        <pc:spChg chg="add mod">
          <ac:chgData name="Vivek Kande" userId="7649d0e3-63cc-40f6-bad1-46fd6efa90af" providerId="ADAL" clId="{FC53BD6A-157D-4D26-975A-EFAD831AFB57}" dt="2026-09-28T15:57:52.713" v="11331" actId="1076"/>
          <ac:spMkLst>
            <pc:docMk/>
            <pc:sldMk cId="3296015987" sldId="332"/>
            <ac:spMk id="3" creationId="{F25F7142-1E2D-1B92-FE6A-244826551022}"/>
          </ac:spMkLst>
        </pc:spChg>
        <pc:spChg chg="mod">
          <ac:chgData name="Vivek Kande" userId="7649d0e3-63cc-40f6-bad1-46fd6efa90af" providerId="ADAL" clId="{FC53BD6A-157D-4D26-975A-EFAD831AFB57}" dt="2026-09-28T15:47:00.648" v="11121" actId="20577"/>
          <ac:spMkLst>
            <pc:docMk/>
            <pc:sldMk cId="3296015987" sldId="332"/>
            <ac:spMk id="4" creationId="{33BB9D98-90B0-A036-11BB-177207BF5C0D}"/>
          </ac:spMkLst>
        </pc:spChg>
        <pc:spChg chg="add mod">
          <ac:chgData name="Vivek Kande" userId="7649d0e3-63cc-40f6-bad1-46fd6efa90af" providerId="ADAL" clId="{FC53BD6A-157D-4D26-975A-EFAD831AFB57}" dt="2026-09-28T15:57:52.713" v="11331" actId="1076"/>
          <ac:spMkLst>
            <pc:docMk/>
            <pc:sldMk cId="3296015987" sldId="332"/>
            <ac:spMk id="5" creationId="{6C1510AB-EBFF-6211-9145-DE05E424362E}"/>
          </ac:spMkLst>
        </pc:spChg>
        <pc:spChg chg="add mod">
          <ac:chgData name="Vivek Kande" userId="7649d0e3-63cc-40f6-bad1-46fd6efa90af" providerId="ADAL" clId="{FC53BD6A-157D-4D26-975A-EFAD831AFB57}" dt="2026-09-28T16:02:44.345" v="11752" actId="20577"/>
          <ac:spMkLst>
            <pc:docMk/>
            <pc:sldMk cId="3296015987" sldId="332"/>
            <ac:spMk id="6" creationId="{C22EF892-9485-AD8E-32A6-817B3165A8AD}"/>
          </ac:spMkLst>
        </pc:spChg>
        <pc:spChg chg="add mod">
          <ac:chgData name="Vivek Kande" userId="7649d0e3-63cc-40f6-bad1-46fd6efa90af" providerId="ADAL" clId="{FC53BD6A-157D-4D26-975A-EFAD831AFB57}" dt="2026-09-28T15:57:52.713" v="11331" actId="1076"/>
          <ac:spMkLst>
            <pc:docMk/>
            <pc:sldMk cId="3296015987" sldId="332"/>
            <ac:spMk id="7" creationId="{9CB99302-1AD3-4581-FC58-83F0F71982EB}"/>
          </ac:spMkLst>
        </pc:spChg>
        <pc:spChg chg="add mod">
          <ac:chgData name="Vivek Kande" userId="7649d0e3-63cc-40f6-bad1-46fd6efa90af" providerId="ADAL" clId="{FC53BD6A-157D-4D26-975A-EFAD831AFB57}" dt="2026-09-30T01:12:00.105" v="24072" actId="207"/>
          <ac:spMkLst>
            <pc:docMk/>
            <pc:sldMk cId="3296015987" sldId="332"/>
            <ac:spMk id="10" creationId="{02A69E80-3228-4794-D021-2D9D8C2CD5CC}"/>
          </ac:spMkLst>
        </pc:spChg>
        <pc:spChg chg="add mod">
          <ac:chgData name="Vivek Kande" userId="7649d0e3-63cc-40f6-bad1-46fd6efa90af" providerId="ADAL" clId="{FC53BD6A-157D-4D26-975A-EFAD831AFB57}" dt="2026-09-28T16:07:51.765" v="11994" actId="20577"/>
          <ac:spMkLst>
            <pc:docMk/>
            <pc:sldMk cId="3296015987" sldId="332"/>
            <ac:spMk id="27" creationId="{392E3861-1768-42C5-EB56-97798BC0D738}"/>
          </ac:spMkLst>
        </pc:spChg>
        <pc:spChg chg="add mod">
          <ac:chgData name="Vivek Kande" userId="7649d0e3-63cc-40f6-bad1-46fd6efa90af" providerId="ADAL" clId="{FC53BD6A-157D-4D26-975A-EFAD831AFB57}" dt="2026-09-28T16:08:21.094" v="12034" actId="20577"/>
          <ac:spMkLst>
            <pc:docMk/>
            <pc:sldMk cId="3296015987" sldId="332"/>
            <ac:spMk id="30" creationId="{F0B1393E-84E2-209E-26F2-96738F1B7686}"/>
          </ac:spMkLst>
        </pc:spChg>
        <pc:spChg chg="add mod">
          <ac:chgData name="Vivek Kande" userId="7649d0e3-63cc-40f6-bad1-46fd6efa90af" providerId="ADAL" clId="{FC53BD6A-157D-4D26-975A-EFAD831AFB57}" dt="2026-09-28T16:45:13.016" v="12959" actId="1076"/>
          <ac:spMkLst>
            <pc:docMk/>
            <pc:sldMk cId="3296015987" sldId="332"/>
            <ac:spMk id="31" creationId="{8DD098C3-BE08-C259-AC90-1D27BF363521}"/>
          </ac:spMkLst>
        </pc:spChg>
        <pc:picChg chg="add mod">
          <ac:chgData name="Vivek Kande" userId="7649d0e3-63cc-40f6-bad1-46fd6efa90af" providerId="ADAL" clId="{FC53BD6A-157D-4D26-975A-EFAD831AFB57}" dt="2026-09-28T16:45:10.424" v="12958" actId="1076"/>
          <ac:picMkLst>
            <pc:docMk/>
            <pc:sldMk cId="3296015987" sldId="332"/>
            <ac:picMk id="9" creationId="{3D8458F5-6B4B-DF42-FFDE-948AA2123EAE}"/>
          </ac:picMkLst>
        </pc:picChg>
        <pc:picChg chg="mod">
          <ac:chgData name="Vivek Kande" userId="7649d0e3-63cc-40f6-bad1-46fd6efa90af" providerId="ADAL" clId="{FC53BD6A-157D-4D26-975A-EFAD831AFB57}" dt="2026-09-29T04:56:56.800" v="13773" actId="1076"/>
          <ac:picMkLst>
            <pc:docMk/>
            <pc:sldMk cId="3296015987" sldId="332"/>
            <ac:picMk id="185" creationId="{9C946B1A-95DF-A862-B481-31E1F7097F86}"/>
          </ac:picMkLst>
        </pc:picChg>
        <pc:cxnChg chg="add mod">
          <ac:chgData name="Vivek Kande" userId="7649d0e3-63cc-40f6-bad1-46fd6efa90af" providerId="ADAL" clId="{FC53BD6A-157D-4D26-975A-EFAD831AFB57}" dt="2026-09-28T15:57:52.713" v="11331" actId="1076"/>
          <ac:cxnSpMkLst>
            <pc:docMk/>
            <pc:sldMk cId="3296015987" sldId="332"/>
            <ac:cxnSpMk id="11" creationId="{1A496394-B599-2E28-D54B-2134CC41A65F}"/>
          </ac:cxnSpMkLst>
        </pc:cxnChg>
        <pc:cxnChg chg="add mod">
          <ac:chgData name="Vivek Kande" userId="7649d0e3-63cc-40f6-bad1-46fd6efa90af" providerId="ADAL" clId="{FC53BD6A-157D-4D26-975A-EFAD831AFB57}" dt="2026-09-28T15:57:52.713" v="11331" actId="1076"/>
          <ac:cxnSpMkLst>
            <pc:docMk/>
            <pc:sldMk cId="3296015987" sldId="332"/>
            <ac:cxnSpMk id="14" creationId="{05AF065E-0519-4DF7-5984-0D2362433B99}"/>
          </ac:cxnSpMkLst>
        </pc:cxnChg>
        <pc:cxnChg chg="add mod">
          <ac:chgData name="Vivek Kande" userId="7649d0e3-63cc-40f6-bad1-46fd6efa90af" providerId="ADAL" clId="{FC53BD6A-157D-4D26-975A-EFAD831AFB57}" dt="2026-09-28T15:57:52.713" v="11331" actId="1076"/>
          <ac:cxnSpMkLst>
            <pc:docMk/>
            <pc:sldMk cId="3296015987" sldId="332"/>
            <ac:cxnSpMk id="17" creationId="{427ACC38-5EFF-4695-0854-068FD11B7105}"/>
          </ac:cxnSpMkLst>
        </pc:cxnChg>
      </pc:sldChg>
      <pc:sldChg chg="modSp add del mod">
        <pc:chgData name="Vivek Kande" userId="7649d0e3-63cc-40f6-bad1-46fd6efa90af" providerId="ADAL" clId="{FC53BD6A-157D-4D26-975A-EFAD831AFB57}" dt="2026-10-17T13:25:33.410" v="24775" actId="47"/>
        <pc:sldMkLst>
          <pc:docMk/>
          <pc:sldMk cId="3548237459" sldId="333"/>
        </pc:sldMkLst>
        <pc:spChg chg="mod">
          <ac:chgData name="Vivek Kande" userId="7649d0e3-63cc-40f6-bad1-46fd6efa90af" providerId="ADAL" clId="{FC53BD6A-157D-4D26-975A-EFAD831AFB57}" dt="2026-09-28T15:42:15.110" v="11083" actId="27636"/>
          <ac:spMkLst>
            <pc:docMk/>
            <pc:sldMk cId="3548237459" sldId="333"/>
            <ac:spMk id="4" creationId="{A0A8CC57-D0B5-51A4-9CCC-A9D0CAC15E6A}"/>
          </ac:spMkLst>
        </pc:spChg>
      </pc:sldChg>
      <pc:sldChg chg="addSp new del mod">
        <pc:chgData name="Vivek Kande" userId="7649d0e3-63cc-40f6-bad1-46fd6efa90af" providerId="ADAL" clId="{FC53BD6A-157D-4D26-975A-EFAD831AFB57}" dt="2026-10-17T13:26:23.464" v="24785" actId="47"/>
        <pc:sldMkLst>
          <pc:docMk/>
          <pc:sldMk cId="2577865326" sldId="334"/>
        </pc:sldMkLst>
        <pc:spChg chg="add">
          <ac:chgData name="Vivek Kande" userId="7649d0e3-63cc-40f6-bad1-46fd6efa90af" providerId="ADAL" clId="{FC53BD6A-157D-4D26-975A-EFAD831AFB57}" dt="2026-09-28T16:05:06.737" v="11864" actId="22"/>
          <ac:spMkLst>
            <pc:docMk/>
            <pc:sldMk cId="2577865326" sldId="334"/>
            <ac:spMk id="5" creationId="{D96E2E5F-420D-2364-37B1-BA0C043C031A}"/>
          </ac:spMkLst>
        </pc:spChg>
        <pc:picChg chg="add">
          <ac:chgData name="Vivek Kande" userId="7649d0e3-63cc-40f6-bad1-46fd6efa90af" providerId="ADAL" clId="{FC53BD6A-157D-4D26-975A-EFAD831AFB57}" dt="2026-09-28T16:05:06.737" v="11864" actId="22"/>
          <ac:picMkLst>
            <pc:docMk/>
            <pc:sldMk cId="2577865326" sldId="334"/>
            <ac:picMk id="7" creationId="{00FD6E78-731B-D7BD-C324-8508BFCF18B6}"/>
          </ac:picMkLst>
        </pc:picChg>
      </pc:sldChg>
      <pc:sldChg chg="addSp delSp modSp add mod delAnim modAnim modNotesTx">
        <pc:chgData name="Vivek Kande" userId="7649d0e3-63cc-40f6-bad1-46fd6efa90af" providerId="ADAL" clId="{FC53BD6A-157D-4D26-975A-EFAD831AFB57}" dt="2026-09-29T21:15:10.012" v="20652" actId="20577"/>
        <pc:sldMkLst>
          <pc:docMk/>
          <pc:sldMk cId="2483215439" sldId="335"/>
        </pc:sldMkLst>
        <pc:spChg chg="mod">
          <ac:chgData name="Vivek Kande" userId="7649d0e3-63cc-40f6-bad1-46fd6efa90af" providerId="ADAL" clId="{FC53BD6A-157D-4D26-975A-EFAD831AFB57}" dt="2026-09-28T16:11:01.928" v="12092" actId="14100"/>
          <ac:spMkLst>
            <pc:docMk/>
            <pc:sldMk cId="2483215439" sldId="335"/>
            <ac:spMk id="4" creationId="{26B6C764-E446-9BEA-050F-A760D94AAD6A}"/>
          </ac:spMkLst>
        </pc:spChg>
        <pc:spChg chg="add mod">
          <ac:chgData name="Vivek Kande" userId="7649d0e3-63cc-40f6-bad1-46fd6efa90af" providerId="ADAL" clId="{FC53BD6A-157D-4D26-975A-EFAD831AFB57}" dt="2026-09-28T16:30:42.329" v="12895" actId="1076"/>
          <ac:spMkLst>
            <pc:docMk/>
            <pc:sldMk cId="2483215439" sldId="335"/>
            <ac:spMk id="29" creationId="{F4F314BB-7EA4-0484-DF2D-DDBE4D52FDC0}"/>
          </ac:spMkLst>
        </pc:spChg>
        <pc:spChg chg="add mod">
          <ac:chgData name="Vivek Kande" userId="7649d0e3-63cc-40f6-bad1-46fd6efa90af" providerId="ADAL" clId="{FC53BD6A-157D-4D26-975A-EFAD831AFB57}" dt="2026-09-28T16:30:42.329" v="12895" actId="1076"/>
          <ac:spMkLst>
            <pc:docMk/>
            <pc:sldMk cId="2483215439" sldId="335"/>
            <ac:spMk id="30" creationId="{E8193779-8DC4-8149-94FD-43F407C43930}"/>
          </ac:spMkLst>
        </pc:spChg>
        <pc:spChg chg="add mod">
          <ac:chgData name="Vivek Kande" userId="7649d0e3-63cc-40f6-bad1-46fd6efa90af" providerId="ADAL" clId="{FC53BD6A-157D-4D26-975A-EFAD831AFB57}" dt="2026-09-28T16:30:42.329" v="12895" actId="1076"/>
          <ac:spMkLst>
            <pc:docMk/>
            <pc:sldMk cId="2483215439" sldId="335"/>
            <ac:spMk id="31" creationId="{494220CD-9F12-A0EB-2DF1-5AC5671476F6}"/>
          </ac:spMkLst>
        </pc:spChg>
        <pc:spChg chg="add mod">
          <ac:chgData name="Vivek Kande" userId="7649d0e3-63cc-40f6-bad1-46fd6efa90af" providerId="ADAL" clId="{FC53BD6A-157D-4D26-975A-EFAD831AFB57}" dt="2026-09-28T16:30:42.329" v="12895" actId="1076"/>
          <ac:spMkLst>
            <pc:docMk/>
            <pc:sldMk cId="2483215439" sldId="335"/>
            <ac:spMk id="33" creationId="{6ABB6ECB-0DE5-4D5F-277D-6CFBC63BE7C6}"/>
          </ac:spMkLst>
        </pc:spChg>
        <pc:spChg chg="add mod">
          <ac:chgData name="Vivek Kande" userId="7649d0e3-63cc-40f6-bad1-46fd6efa90af" providerId="ADAL" clId="{FC53BD6A-157D-4D26-975A-EFAD831AFB57}" dt="2026-09-28T17:16:02.241" v="13352" actId="1076"/>
          <ac:spMkLst>
            <pc:docMk/>
            <pc:sldMk cId="2483215439" sldId="335"/>
            <ac:spMk id="50" creationId="{A1150F17-3C11-145C-08F4-8A315B8549B2}"/>
          </ac:spMkLst>
        </pc:spChg>
        <pc:spChg chg="add mod">
          <ac:chgData name="Vivek Kande" userId="7649d0e3-63cc-40f6-bad1-46fd6efa90af" providerId="ADAL" clId="{FC53BD6A-157D-4D26-975A-EFAD831AFB57}" dt="2026-09-29T01:40:04.897" v="13551" actId="14100"/>
          <ac:spMkLst>
            <pc:docMk/>
            <pc:sldMk cId="2483215439" sldId="335"/>
            <ac:spMk id="53" creationId="{9A7AEB68-DEB6-4FCE-86BC-13E03BDFAF73}"/>
          </ac:spMkLst>
        </pc:spChg>
        <pc:spChg chg="mod">
          <ac:chgData name="Vivek Kande" userId="7649d0e3-63cc-40f6-bad1-46fd6efa90af" providerId="ADAL" clId="{FC53BD6A-157D-4D26-975A-EFAD831AFB57}" dt="2026-09-29T07:22:59.301" v="14865" actId="207"/>
          <ac:spMkLst>
            <pc:docMk/>
            <pc:sldMk cId="2483215439" sldId="335"/>
            <ac:spMk id="57" creationId="{A794179B-8274-4299-A40A-14FCBF2B7D4C}"/>
          </ac:spMkLst>
        </pc:spChg>
        <pc:spChg chg="mod">
          <ac:chgData name="Vivek Kande" userId="7649d0e3-63cc-40f6-bad1-46fd6efa90af" providerId="ADAL" clId="{FC53BD6A-157D-4D26-975A-EFAD831AFB57}" dt="2026-09-29T18:52:38.601" v="19755" actId="313"/>
          <ac:spMkLst>
            <pc:docMk/>
            <pc:sldMk cId="2483215439" sldId="335"/>
            <ac:spMk id="58" creationId="{0115187E-ABF2-DE6C-B20A-BD13F1EB1F54}"/>
          </ac:spMkLst>
        </pc:spChg>
        <pc:spChg chg="add mod">
          <ac:chgData name="Vivek Kande" userId="7649d0e3-63cc-40f6-bad1-46fd6efa90af" providerId="ADAL" clId="{FC53BD6A-157D-4D26-975A-EFAD831AFB57}" dt="2026-09-28T17:10:42.986" v="13328" actId="14100"/>
          <ac:spMkLst>
            <pc:docMk/>
            <pc:sldMk cId="2483215439" sldId="335"/>
            <ac:spMk id="59" creationId="{CAB8ABE7-B245-8837-ABF9-1B32AA113B93}"/>
          </ac:spMkLst>
        </pc:spChg>
        <pc:grpChg chg="add mod">
          <ac:chgData name="Vivek Kande" userId="7649d0e3-63cc-40f6-bad1-46fd6efa90af" providerId="ADAL" clId="{FC53BD6A-157D-4D26-975A-EFAD831AFB57}" dt="2026-09-28T16:30:42.329" v="12895" actId="1076"/>
          <ac:grpSpMkLst>
            <pc:docMk/>
            <pc:sldMk cId="2483215439" sldId="335"/>
            <ac:grpSpMk id="8" creationId="{16C7C3DD-1063-BBDC-8E8C-815326E48D81}"/>
          </ac:grpSpMkLst>
        </pc:grpChg>
        <pc:grpChg chg="add mod">
          <ac:chgData name="Vivek Kande" userId="7649d0e3-63cc-40f6-bad1-46fd6efa90af" providerId="ADAL" clId="{FC53BD6A-157D-4D26-975A-EFAD831AFB57}" dt="2026-09-28T16:30:42.329" v="12895" actId="1076"/>
          <ac:grpSpMkLst>
            <pc:docMk/>
            <pc:sldMk cId="2483215439" sldId="335"/>
            <ac:grpSpMk id="34" creationId="{DB5A8DBF-A393-0B3F-048D-8CAF622E9462}"/>
          </ac:grpSpMkLst>
        </pc:grpChg>
        <pc:grpChg chg="mod">
          <ac:chgData name="Vivek Kande" userId="7649d0e3-63cc-40f6-bad1-46fd6efa90af" providerId="ADAL" clId="{FC53BD6A-157D-4D26-975A-EFAD831AFB57}" dt="2026-09-28T16:14:19.349" v="12094"/>
          <ac:grpSpMkLst>
            <pc:docMk/>
            <pc:sldMk cId="2483215439" sldId="335"/>
            <ac:grpSpMk id="35" creationId="{25E6B400-9047-C892-F0CA-E309B02F025F}"/>
          </ac:grpSpMkLst>
        </pc:grpChg>
        <pc:grpChg chg="add mod">
          <ac:chgData name="Vivek Kande" userId="7649d0e3-63cc-40f6-bad1-46fd6efa90af" providerId="ADAL" clId="{FC53BD6A-157D-4D26-975A-EFAD831AFB57}" dt="2026-09-29T01:42:50.082" v="13565" actId="1076"/>
          <ac:grpSpMkLst>
            <pc:docMk/>
            <pc:sldMk cId="2483215439" sldId="335"/>
            <ac:grpSpMk id="56" creationId="{FB261EFE-77E4-2047-FDE5-F7A27C819995}"/>
          </ac:grpSpMkLst>
        </pc:grpChg>
        <pc:grpChg chg="add mod">
          <ac:chgData name="Vivek Kande" userId="7649d0e3-63cc-40f6-bad1-46fd6efa90af" providerId="ADAL" clId="{FC53BD6A-157D-4D26-975A-EFAD831AFB57}" dt="2026-09-28T17:11:38.425" v="13338" actId="164"/>
          <ac:grpSpMkLst>
            <pc:docMk/>
            <pc:sldMk cId="2483215439" sldId="335"/>
            <ac:grpSpMk id="60" creationId="{73DB0DC7-F356-AA9E-63B3-B8F8FA074D94}"/>
          </ac:grpSpMkLst>
        </pc:grpChg>
        <pc:picChg chg="add mod">
          <ac:chgData name="Vivek Kande" userId="7649d0e3-63cc-40f6-bad1-46fd6efa90af" providerId="ADAL" clId="{FC53BD6A-157D-4D26-975A-EFAD831AFB57}" dt="2026-09-29T07:19:13.111" v="14833" actId="14826"/>
          <ac:picMkLst>
            <pc:docMk/>
            <pc:sldMk cId="2483215439" sldId="335"/>
            <ac:picMk id="49" creationId="{CEB47797-5A8B-6FF2-042F-BDE939316526}"/>
          </ac:picMkLst>
        </pc:picChg>
        <pc:cxnChg chg="mod">
          <ac:chgData name="Vivek Kande" userId="7649d0e3-63cc-40f6-bad1-46fd6efa90af" providerId="ADAL" clId="{FC53BD6A-157D-4D26-975A-EFAD831AFB57}" dt="2026-09-28T16:14:19.349" v="12094"/>
          <ac:cxnSpMkLst>
            <pc:docMk/>
            <pc:sldMk cId="2483215439" sldId="335"/>
            <ac:cxnSpMk id="19" creationId="{A62BAFCC-17C7-9190-E05F-CE8C0A8362EE}"/>
          </ac:cxnSpMkLst>
        </pc:cxnChg>
        <pc:cxnChg chg="add mod">
          <ac:chgData name="Vivek Kande" userId="7649d0e3-63cc-40f6-bad1-46fd6efa90af" providerId="ADAL" clId="{FC53BD6A-157D-4D26-975A-EFAD831AFB57}" dt="2026-09-28T16:30:42.329" v="12895" actId="1076"/>
          <ac:cxnSpMkLst>
            <pc:docMk/>
            <pc:sldMk cId="2483215439" sldId="335"/>
            <ac:cxnSpMk id="32" creationId="{5C455ECF-D7F3-F262-54E1-098EFDB2C8F0}"/>
          </ac:cxnSpMkLst>
        </pc:cxnChg>
        <pc:cxnChg chg="mod">
          <ac:chgData name="Vivek Kande" userId="7649d0e3-63cc-40f6-bad1-46fd6efa90af" providerId="ADAL" clId="{FC53BD6A-157D-4D26-975A-EFAD831AFB57}" dt="2026-09-28T16:14:19.349" v="12094"/>
          <ac:cxnSpMkLst>
            <pc:docMk/>
            <pc:sldMk cId="2483215439" sldId="335"/>
            <ac:cxnSpMk id="44" creationId="{D009A501-FFFB-C484-7546-209071873098}"/>
          </ac:cxnSpMkLst>
        </pc:cxnChg>
        <pc:cxnChg chg="add mod">
          <ac:chgData name="Vivek Kande" userId="7649d0e3-63cc-40f6-bad1-46fd6efa90af" providerId="ADAL" clId="{FC53BD6A-157D-4D26-975A-EFAD831AFB57}" dt="2026-09-29T01:40:18.453" v="13553" actId="1582"/>
          <ac:cxnSpMkLst>
            <pc:docMk/>
            <pc:sldMk cId="2483215439" sldId="335"/>
            <ac:cxnSpMk id="52" creationId="{BE7E1968-DD50-CCCE-F79D-45460987BC63}"/>
          </ac:cxnSpMkLst>
        </pc:cxnChg>
      </pc:sldChg>
      <pc:sldChg chg="addSp delSp modSp add mod ord addAnim delAnim modAnim modNotesTx">
        <pc:chgData name="Vivek Kande" userId="7649d0e3-63cc-40f6-bad1-46fd6efa90af" providerId="ADAL" clId="{FC53BD6A-157D-4D26-975A-EFAD831AFB57}" dt="2026-09-30T08:44:54.515" v="24609" actId="1076"/>
        <pc:sldMkLst>
          <pc:docMk/>
          <pc:sldMk cId="1459654884" sldId="337"/>
        </pc:sldMkLst>
        <pc:spChg chg="mod">
          <ac:chgData name="Vivek Kande" userId="7649d0e3-63cc-40f6-bad1-46fd6efa90af" providerId="ADAL" clId="{FC53BD6A-157D-4D26-975A-EFAD831AFB57}" dt="2026-09-28T17:06:05.917" v="13261" actId="1035"/>
          <ac:spMkLst>
            <pc:docMk/>
            <pc:sldMk cId="1459654884" sldId="337"/>
            <ac:spMk id="2" creationId="{0CBE8C62-8F69-DBE1-4FA7-37C8919F0E11}"/>
          </ac:spMkLst>
        </pc:spChg>
        <pc:spChg chg="add mod">
          <ac:chgData name="Vivek Kande" userId="7649d0e3-63cc-40f6-bad1-46fd6efa90af" providerId="ADAL" clId="{FC53BD6A-157D-4D26-975A-EFAD831AFB57}" dt="2026-09-30T01:13:51.837" v="24103" actId="1076"/>
          <ac:spMkLst>
            <pc:docMk/>
            <pc:sldMk cId="1459654884" sldId="337"/>
            <ac:spMk id="12" creationId="{231DF3A6-E16A-D16F-DC2D-9F01AC283D33}"/>
          </ac:spMkLst>
        </pc:spChg>
        <pc:spChg chg="add mod">
          <ac:chgData name="Vivek Kande" userId="7649d0e3-63cc-40f6-bad1-46fd6efa90af" providerId="ADAL" clId="{FC53BD6A-157D-4D26-975A-EFAD831AFB57}" dt="2026-09-30T01:15:28.857" v="24139" actId="20577"/>
          <ac:spMkLst>
            <pc:docMk/>
            <pc:sldMk cId="1459654884" sldId="337"/>
            <ac:spMk id="13" creationId="{98B8AAB0-1221-8879-584B-E466421DD1B6}"/>
          </ac:spMkLst>
        </pc:spChg>
        <pc:spChg chg="add mod">
          <ac:chgData name="Vivek Kande" userId="7649d0e3-63cc-40f6-bad1-46fd6efa90af" providerId="ADAL" clId="{FC53BD6A-157D-4D26-975A-EFAD831AFB57}" dt="2026-09-30T01:15:25.459" v="24137" actId="20577"/>
          <ac:spMkLst>
            <pc:docMk/>
            <pc:sldMk cId="1459654884" sldId="337"/>
            <ac:spMk id="14" creationId="{596B59EC-D106-C4EA-9C4C-FE8351577262}"/>
          </ac:spMkLst>
        </pc:spChg>
        <pc:spChg chg="mod">
          <ac:chgData name="Vivek Kande" userId="7649d0e3-63cc-40f6-bad1-46fd6efa90af" providerId="ADAL" clId="{FC53BD6A-157D-4D26-975A-EFAD831AFB57}" dt="2026-09-29T23:36:20.020" v="21299" actId="20577"/>
          <ac:spMkLst>
            <pc:docMk/>
            <pc:sldMk cId="1459654884" sldId="337"/>
            <ac:spMk id="26" creationId="{FCADD222-D4A1-BC36-54D2-0204E243A466}"/>
          </ac:spMkLst>
        </pc:spChg>
        <pc:spChg chg="add mod">
          <ac:chgData name="Vivek Kande" userId="7649d0e3-63cc-40f6-bad1-46fd6efa90af" providerId="ADAL" clId="{FC53BD6A-157D-4D26-975A-EFAD831AFB57}" dt="2026-09-28T20:20:51.383" v="13525" actId="207"/>
          <ac:spMkLst>
            <pc:docMk/>
            <pc:sldMk cId="1459654884" sldId="337"/>
            <ac:spMk id="29" creationId="{3B1750FB-4838-7981-AF98-C1E96D9F5A84}"/>
          </ac:spMkLst>
        </pc:spChg>
        <pc:spChg chg="add mod">
          <ac:chgData name="Vivek Kande" userId="7649d0e3-63cc-40f6-bad1-46fd6efa90af" providerId="ADAL" clId="{FC53BD6A-157D-4D26-975A-EFAD831AFB57}" dt="2026-09-28T17:06:01.974" v="13256" actId="1036"/>
          <ac:spMkLst>
            <pc:docMk/>
            <pc:sldMk cId="1459654884" sldId="337"/>
            <ac:spMk id="43" creationId="{E891DFB3-8CA1-644C-6000-EA709EA6DC62}"/>
          </ac:spMkLst>
        </pc:spChg>
        <pc:spChg chg="add mod">
          <ac:chgData name="Vivek Kande" userId="7649d0e3-63cc-40f6-bad1-46fd6efa90af" providerId="ADAL" clId="{FC53BD6A-157D-4D26-975A-EFAD831AFB57}" dt="2026-09-28T17:06:01.974" v="13256" actId="1036"/>
          <ac:spMkLst>
            <pc:docMk/>
            <pc:sldMk cId="1459654884" sldId="337"/>
            <ac:spMk id="44" creationId="{E4E830E0-3F90-65A9-BC4E-FD99EF164903}"/>
          </ac:spMkLst>
        </pc:spChg>
        <pc:spChg chg="add mod">
          <ac:chgData name="Vivek Kande" userId="7649d0e3-63cc-40f6-bad1-46fd6efa90af" providerId="ADAL" clId="{FC53BD6A-157D-4D26-975A-EFAD831AFB57}" dt="2026-09-28T17:06:01.974" v="13256" actId="1036"/>
          <ac:spMkLst>
            <pc:docMk/>
            <pc:sldMk cId="1459654884" sldId="337"/>
            <ac:spMk id="45" creationId="{DB16596E-0CDD-810C-0CA9-80BE3E79F331}"/>
          </ac:spMkLst>
        </pc:spChg>
        <pc:spChg chg="add mod">
          <ac:chgData name="Vivek Kande" userId="7649d0e3-63cc-40f6-bad1-46fd6efa90af" providerId="ADAL" clId="{FC53BD6A-157D-4D26-975A-EFAD831AFB57}" dt="2026-09-28T17:06:01.974" v="13256" actId="1036"/>
          <ac:spMkLst>
            <pc:docMk/>
            <pc:sldMk cId="1459654884" sldId="337"/>
            <ac:spMk id="47" creationId="{D08E0480-C957-E775-281C-B2898CADA1EC}"/>
          </ac:spMkLst>
        </pc:spChg>
        <pc:spChg chg="add mod">
          <ac:chgData name="Vivek Kande" userId="7649d0e3-63cc-40f6-bad1-46fd6efa90af" providerId="ADAL" clId="{FC53BD6A-157D-4D26-975A-EFAD831AFB57}" dt="2026-09-28T17:00:56.875" v="13090" actId="164"/>
          <ac:spMkLst>
            <pc:docMk/>
            <pc:sldMk cId="1459654884" sldId="337"/>
            <ac:spMk id="66" creationId="{AF810B2B-FECD-C369-C4D0-FCBDAB5ECDAE}"/>
          </ac:spMkLst>
        </pc:spChg>
        <pc:spChg chg="add mod">
          <ac:chgData name="Vivek Kande" userId="7649d0e3-63cc-40f6-bad1-46fd6efa90af" providerId="ADAL" clId="{FC53BD6A-157D-4D26-975A-EFAD831AFB57}" dt="2026-09-28T17:08:04.937" v="13308" actId="164"/>
          <ac:spMkLst>
            <pc:docMk/>
            <pc:sldMk cId="1459654884" sldId="337"/>
            <ac:spMk id="72" creationId="{B9376D9A-214C-026E-11EE-3647D3B99A42}"/>
          </ac:spMkLst>
        </pc:spChg>
        <pc:spChg chg="add mod">
          <ac:chgData name="Vivek Kande" userId="7649d0e3-63cc-40f6-bad1-46fd6efa90af" providerId="ADAL" clId="{FC53BD6A-157D-4D26-975A-EFAD831AFB57}" dt="2026-09-28T17:08:09.400" v="13309" actId="164"/>
          <ac:spMkLst>
            <pc:docMk/>
            <pc:sldMk cId="1459654884" sldId="337"/>
            <ac:spMk id="79" creationId="{87DE2E50-F7E6-7B18-73AC-68CF02C94EE9}"/>
          </ac:spMkLst>
        </pc:spChg>
        <pc:spChg chg="add del mod">
          <ac:chgData name="Vivek Kande" userId="7649d0e3-63cc-40f6-bad1-46fd6efa90af" providerId="ADAL" clId="{FC53BD6A-157D-4D26-975A-EFAD831AFB57}" dt="2026-09-28T17:07:39.457" v="13305" actId="164"/>
          <ac:spMkLst>
            <pc:docMk/>
            <pc:sldMk cId="1459654884" sldId="337"/>
            <ac:spMk id="81" creationId="{A0843A9E-1F3F-25BD-1342-5CC0CC7586A9}"/>
          </ac:spMkLst>
        </pc:spChg>
        <pc:spChg chg="add mod">
          <ac:chgData name="Vivek Kande" userId="7649d0e3-63cc-40f6-bad1-46fd6efa90af" providerId="ADAL" clId="{FC53BD6A-157D-4D26-975A-EFAD831AFB57}" dt="2026-09-28T17:06:10.444" v="13263" actId="1076"/>
          <ac:spMkLst>
            <pc:docMk/>
            <pc:sldMk cId="1459654884" sldId="337"/>
            <ac:spMk id="83" creationId="{B5E647E7-4B53-6318-B247-0EEAE83914AF}"/>
          </ac:spMkLst>
        </pc:spChg>
        <pc:spChg chg="add mod">
          <ac:chgData name="Vivek Kande" userId="7649d0e3-63cc-40f6-bad1-46fd6efa90af" providerId="ADAL" clId="{FC53BD6A-157D-4D26-975A-EFAD831AFB57}" dt="2026-09-28T17:06:27.603" v="13269" actId="571"/>
          <ac:spMkLst>
            <pc:docMk/>
            <pc:sldMk cId="1459654884" sldId="337"/>
            <ac:spMk id="85" creationId="{3A64BA90-BDEA-AF39-623C-B992C5D3B767}"/>
          </ac:spMkLst>
        </pc:spChg>
        <pc:spChg chg="add mod">
          <ac:chgData name="Vivek Kande" userId="7649d0e3-63cc-40f6-bad1-46fd6efa90af" providerId="ADAL" clId="{FC53BD6A-157D-4D26-975A-EFAD831AFB57}" dt="2026-09-28T17:06:35.909" v="13289" actId="20577"/>
          <ac:spMkLst>
            <pc:docMk/>
            <pc:sldMk cId="1459654884" sldId="337"/>
            <ac:spMk id="86" creationId="{F09DFE0E-3FA8-C7A0-9591-8774A5BA007E}"/>
          </ac:spMkLst>
        </pc:spChg>
        <pc:spChg chg="add mod">
          <ac:chgData name="Vivek Kande" userId="7649d0e3-63cc-40f6-bad1-46fd6efa90af" providerId="ADAL" clId="{FC53BD6A-157D-4D26-975A-EFAD831AFB57}" dt="2026-09-28T17:07:39.457" v="13305" actId="164"/>
          <ac:spMkLst>
            <pc:docMk/>
            <pc:sldMk cId="1459654884" sldId="337"/>
            <ac:spMk id="91" creationId="{F9027E78-B297-C35C-A1AA-427AAC8B5156}"/>
          </ac:spMkLst>
        </pc:spChg>
        <pc:grpChg chg="add mod">
          <ac:chgData name="Vivek Kande" userId="7649d0e3-63cc-40f6-bad1-46fd6efa90af" providerId="ADAL" clId="{FC53BD6A-157D-4D26-975A-EFAD831AFB57}" dt="2026-09-28T16:52:22.357" v="13050" actId="1076"/>
          <ac:grpSpMkLst>
            <pc:docMk/>
            <pc:sldMk cId="1459654884" sldId="337"/>
            <ac:grpSpMk id="30" creationId="{6D61E7AB-29FD-D15B-FEF8-A1613AFE5A84}"/>
          </ac:grpSpMkLst>
        </pc:grpChg>
        <pc:grpChg chg="add mod">
          <ac:chgData name="Vivek Kande" userId="7649d0e3-63cc-40f6-bad1-46fd6efa90af" providerId="ADAL" clId="{FC53BD6A-157D-4D26-975A-EFAD831AFB57}" dt="2026-09-28T16:52:22.357" v="13050" actId="1076"/>
          <ac:grpSpMkLst>
            <pc:docMk/>
            <pc:sldMk cId="1459654884" sldId="337"/>
            <ac:grpSpMk id="48" creationId="{EF88249E-D1B6-C79E-9CAA-1B83AA33AD90}"/>
          </ac:grpSpMkLst>
        </pc:grpChg>
        <pc:grpChg chg="mod">
          <ac:chgData name="Vivek Kande" userId="7649d0e3-63cc-40f6-bad1-46fd6efa90af" providerId="ADAL" clId="{FC53BD6A-157D-4D26-975A-EFAD831AFB57}" dt="2026-09-28T16:52:18.895" v="13049"/>
          <ac:grpSpMkLst>
            <pc:docMk/>
            <pc:sldMk cId="1459654884" sldId="337"/>
            <ac:grpSpMk id="49" creationId="{7A8E99DB-AF56-FEDD-0AC4-81AB2CF84B3F}"/>
          </ac:grpSpMkLst>
        </pc:grpChg>
        <pc:grpChg chg="add mod">
          <ac:chgData name="Vivek Kande" userId="7649d0e3-63cc-40f6-bad1-46fd6efa90af" providerId="ADAL" clId="{FC53BD6A-157D-4D26-975A-EFAD831AFB57}" dt="2026-09-28T17:08:09.400" v="13309" actId="164"/>
          <ac:grpSpMkLst>
            <pc:docMk/>
            <pc:sldMk cId="1459654884" sldId="337"/>
            <ac:grpSpMk id="69" creationId="{5CD7A05D-6B27-A7CE-5899-01BB9CB5CA2F}"/>
          </ac:grpSpMkLst>
        </pc:grpChg>
        <pc:grpChg chg="add mod">
          <ac:chgData name="Vivek Kande" userId="7649d0e3-63cc-40f6-bad1-46fd6efa90af" providerId="ADAL" clId="{FC53BD6A-157D-4D26-975A-EFAD831AFB57}" dt="2026-09-28T20:20:13.451" v="13487" actId="1076"/>
          <ac:grpSpMkLst>
            <pc:docMk/>
            <pc:sldMk cId="1459654884" sldId="337"/>
            <ac:grpSpMk id="80" creationId="{DAFF65E6-67D0-9D2C-4FB8-E3857A1ACBB0}"/>
          </ac:grpSpMkLst>
        </pc:grpChg>
        <pc:grpChg chg="add mod">
          <ac:chgData name="Vivek Kande" userId="7649d0e3-63cc-40f6-bad1-46fd6efa90af" providerId="ADAL" clId="{FC53BD6A-157D-4D26-975A-EFAD831AFB57}" dt="2026-09-28T17:07:39.457" v="13305" actId="164"/>
          <ac:grpSpMkLst>
            <pc:docMk/>
            <pc:sldMk cId="1459654884" sldId="337"/>
            <ac:grpSpMk id="94" creationId="{39D31053-11E1-98A4-4CE1-5350B40292AD}"/>
          </ac:grpSpMkLst>
        </pc:grpChg>
        <pc:grpChg chg="add mod">
          <ac:chgData name="Vivek Kande" userId="7649d0e3-63cc-40f6-bad1-46fd6efa90af" providerId="ADAL" clId="{FC53BD6A-157D-4D26-975A-EFAD831AFB57}" dt="2026-09-28T17:08:04.937" v="13308" actId="164"/>
          <ac:grpSpMkLst>
            <pc:docMk/>
            <pc:sldMk cId="1459654884" sldId="337"/>
            <ac:grpSpMk id="98" creationId="{B1233C4A-9FD1-3B1E-7A53-A0902A207CFB}"/>
          </ac:grpSpMkLst>
        </pc:grpChg>
        <pc:grpChg chg="add mod ord">
          <ac:chgData name="Vivek Kande" userId="7649d0e3-63cc-40f6-bad1-46fd6efa90af" providerId="ADAL" clId="{FC53BD6A-157D-4D26-975A-EFAD831AFB57}" dt="2026-09-28T17:08:14.968" v="13310" actId="167"/>
          <ac:grpSpMkLst>
            <pc:docMk/>
            <pc:sldMk cId="1459654884" sldId="337"/>
            <ac:grpSpMk id="99" creationId="{B5A94EC0-3732-23BA-71B0-3725D0CA9872}"/>
          </ac:grpSpMkLst>
        </pc:grpChg>
        <pc:picChg chg="add mod modCrop">
          <ac:chgData name="Vivek Kande" userId="7649d0e3-63cc-40f6-bad1-46fd6efa90af" providerId="ADAL" clId="{FC53BD6A-157D-4D26-975A-EFAD831AFB57}" dt="2026-09-28T17:01:21.257" v="13095" actId="14100"/>
          <ac:picMkLst>
            <pc:docMk/>
            <pc:sldMk cId="1459654884" sldId="337"/>
            <ac:picMk id="16" creationId="{192AA3C3-E631-56DC-33F6-72896E67A2AD}"/>
          </ac:picMkLst>
        </pc:picChg>
        <pc:picChg chg="add mod">
          <ac:chgData name="Vivek Kande" userId="7649d0e3-63cc-40f6-bad1-46fd6efa90af" providerId="ADAL" clId="{FC53BD6A-157D-4D26-975A-EFAD831AFB57}" dt="2026-09-28T17:07:39.457" v="13305" actId="164"/>
          <ac:picMkLst>
            <pc:docMk/>
            <pc:sldMk cId="1459654884" sldId="337"/>
            <ac:picMk id="18" creationId="{82D41A26-5F20-5A60-AAD1-9641A45138F2}"/>
          </ac:picMkLst>
        </pc:picChg>
        <pc:picChg chg="add mod">
          <ac:chgData name="Vivek Kande" userId="7649d0e3-63cc-40f6-bad1-46fd6efa90af" providerId="ADAL" clId="{FC53BD6A-157D-4D26-975A-EFAD831AFB57}" dt="2026-09-30T08:44:54.515" v="24609" actId="1076"/>
          <ac:picMkLst>
            <pc:docMk/>
            <pc:sldMk cId="1459654884" sldId="337"/>
            <ac:picMk id="20" creationId="{1E4E13ED-29BB-9478-A36B-0AA00DD46BD6}"/>
          </ac:picMkLst>
        </pc:picChg>
        <pc:picChg chg="add mod">
          <ac:chgData name="Vivek Kande" userId="7649d0e3-63cc-40f6-bad1-46fd6efa90af" providerId="ADAL" clId="{FC53BD6A-157D-4D26-975A-EFAD831AFB57}" dt="2026-09-28T17:06:01.974" v="13256" actId="1036"/>
          <ac:picMkLst>
            <pc:docMk/>
            <pc:sldMk cId="1459654884" sldId="337"/>
            <ac:picMk id="22" creationId="{F21703B3-5A5E-B408-1F13-656137F8DCF2}"/>
          </ac:picMkLst>
        </pc:picChg>
        <pc:picChg chg="add mod">
          <ac:chgData name="Vivek Kande" userId="7649d0e3-63cc-40f6-bad1-46fd6efa90af" providerId="ADAL" clId="{FC53BD6A-157D-4D26-975A-EFAD831AFB57}" dt="2026-09-28T17:04:19.012" v="13177" actId="164"/>
          <ac:picMkLst>
            <pc:docMk/>
            <pc:sldMk cId="1459654884" sldId="337"/>
            <ac:picMk id="28" creationId="{5F059F43-C0E0-047E-8D50-F6BE35546493}"/>
          </ac:picMkLst>
        </pc:picChg>
        <pc:picChg chg="add mod">
          <ac:chgData name="Vivek Kande" userId="7649d0e3-63cc-40f6-bad1-46fd6efa90af" providerId="ADAL" clId="{FC53BD6A-157D-4D26-975A-EFAD831AFB57}" dt="2026-09-28T17:08:04.937" v="13308" actId="164"/>
          <ac:picMkLst>
            <pc:docMk/>
            <pc:sldMk cId="1459654884" sldId="337"/>
            <ac:picMk id="63" creationId="{84091579-4429-8772-E93A-2B93B8182F10}"/>
          </ac:picMkLst>
        </pc:picChg>
        <pc:picChg chg="add mod">
          <ac:chgData name="Vivek Kande" userId="7649d0e3-63cc-40f6-bad1-46fd6efa90af" providerId="ADAL" clId="{FC53BD6A-157D-4D26-975A-EFAD831AFB57}" dt="2026-09-28T17:08:09.400" v="13309" actId="164"/>
          <ac:picMkLst>
            <pc:docMk/>
            <pc:sldMk cId="1459654884" sldId="337"/>
            <ac:picMk id="71" creationId="{0E50E5ED-43FB-7483-0CE0-707889EB259C}"/>
          </ac:picMkLst>
        </pc:picChg>
        <pc:cxnChg chg="add mod">
          <ac:chgData name="Vivek Kande" userId="7649d0e3-63cc-40f6-bad1-46fd6efa90af" providerId="ADAL" clId="{FC53BD6A-157D-4D26-975A-EFAD831AFB57}" dt="2026-09-29T23:24:59.463" v="21028" actId="1582"/>
          <ac:cxnSpMkLst>
            <pc:docMk/>
            <pc:sldMk cId="1459654884" sldId="337"/>
            <ac:cxnSpMk id="10" creationId="{CD3AE99D-107A-CC01-E21E-FB2386120442}"/>
          </ac:cxnSpMkLst>
        </pc:cxnChg>
        <pc:cxnChg chg="mod">
          <ac:chgData name="Vivek Kande" userId="7649d0e3-63cc-40f6-bad1-46fd6efa90af" providerId="ADAL" clId="{FC53BD6A-157D-4D26-975A-EFAD831AFB57}" dt="2026-09-28T16:52:18.895" v="13049"/>
          <ac:cxnSpMkLst>
            <pc:docMk/>
            <pc:sldMk cId="1459654884" sldId="337"/>
            <ac:cxnSpMk id="35" creationId="{70DEE263-E589-E90D-8D2D-4039938C369F}"/>
          </ac:cxnSpMkLst>
        </pc:cxnChg>
        <pc:cxnChg chg="mod">
          <ac:chgData name="Vivek Kande" userId="7649d0e3-63cc-40f6-bad1-46fd6efa90af" providerId="ADAL" clId="{FC53BD6A-157D-4D26-975A-EFAD831AFB57}" dt="2026-09-28T16:52:18.895" v="13049"/>
          <ac:cxnSpMkLst>
            <pc:docMk/>
            <pc:sldMk cId="1459654884" sldId="337"/>
            <ac:cxnSpMk id="40" creationId="{23D56F2C-F6F9-9E67-4463-7D2727FEF5A2}"/>
          </ac:cxnSpMkLst>
        </pc:cxnChg>
        <pc:cxnChg chg="mod">
          <ac:chgData name="Vivek Kande" userId="7649d0e3-63cc-40f6-bad1-46fd6efa90af" providerId="ADAL" clId="{FC53BD6A-157D-4D26-975A-EFAD831AFB57}" dt="2026-09-28T16:52:22.357" v="13050" actId="1076"/>
          <ac:cxnSpMkLst>
            <pc:docMk/>
            <pc:sldMk cId="1459654884" sldId="337"/>
            <ac:cxnSpMk id="46" creationId="{C05BCECD-7A19-2841-595D-611BCBF4079E}"/>
          </ac:cxnSpMkLst>
        </pc:cxnChg>
        <pc:cxnChg chg="mod">
          <ac:chgData name="Vivek Kande" userId="7649d0e3-63cc-40f6-bad1-46fd6efa90af" providerId="ADAL" clId="{FC53BD6A-157D-4D26-975A-EFAD831AFB57}" dt="2026-09-29T07:20:10.443" v="14838" actId="14100"/>
          <ac:cxnSpMkLst>
            <pc:docMk/>
            <pc:sldMk cId="1459654884" sldId="337"/>
            <ac:cxnSpMk id="54" creationId="{A5D14D13-779F-29F3-2DEC-EAA83E40C625}"/>
          </ac:cxnSpMkLst>
        </pc:cxnChg>
        <pc:cxnChg chg="mod">
          <ac:chgData name="Vivek Kande" userId="7649d0e3-63cc-40f6-bad1-46fd6efa90af" providerId="ADAL" clId="{FC53BD6A-157D-4D26-975A-EFAD831AFB57}" dt="2026-09-28T16:52:18.895" v="13049"/>
          <ac:cxnSpMkLst>
            <pc:docMk/>
            <pc:sldMk cId="1459654884" sldId="337"/>
            <ac:cxnSpMk id="57" creationId="{78DEC968-A6AB-313B-4A9B-44243691A259}"/>
          </ac:cxnSpMkLst>
        </pc:cxnChg>
        <pc:cxnChg chg="add mod">
          <ac:chgData name="Vivek Kande" userId="7649d0e3-63cc-40f6-bad1-46fd6efa90af" providerId="ADAL" clId="{FC53BD6A-157D-4D26-975A-EFAD831AFB57}" dt="2026-09-28T17:08:04.937" v="13308" actId="164"/>
          <ac:cxnSpMkLst>
            <pc:docMk/>
            <pc:sldMk cId="1459654884" sldId="337"/>
            <ac:cxnSpMk id="73" creationId="{32F11B44-69B0-0202-365F-E5377E10198C}"/>
          </ac:cxnSpMkLst>
        </pc:cxnChg>
        <pc:cxnChg chg="add mod">
          <ac:chgData name="Vivek Kande" userId="7649d0e3-63cc-40f6-bad1-46fd6efa90af" providerId="ADAL" clId="{FC53BD6A-157D-4D26-975A-EFAD831AFB57}" dt="2026-09-28T17:07:39.457" v="13305" actId="164"/>
          <ac:cxnSpMkLst>
            <pc:docMk/>
            <pc:sldMk cId="1459654884" sldId="337"/>
            <ac:cxnSpMk id="92" creationId="{E64E04AC-690C-4AD9-E8D1-D6C4183A1851}"/>
          </ac:cxnSpMkLst>
        </pc:cxnChg>
      </pc:sldChg>
      <pc:sldChg chg="modSp add del">
        <pc:chgData name="Vivek Kande" userId="7649d0e3-63cc-40f6-bad1-46fd6efa90af" providerId="ADAL" clId="{FC53BD6A-157D-4D26-975A-EFAD831AFB57}" dt="2026-10-17T13:26:07.352" v="24780" actId="47"/>
        <pc:sldMkLst>
          <pc:docMk/>
          <pc:sldMk cId="1402723052" sldId="338"/>
        </pc:sldMkLst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1402723052" sldId="338"/>
            <ac:spMk id="58" creationId="{3DFC7844-AF33-EAE1-8868-D3EDD24336B2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1402723052" sldId="338"/>
            <ac:spMk id="63" creationId="{D6377CC5-3D99-30A1-6E22-2264698F94B9}"/>
          </ac:spMkLst>
        </pc:spChg>
      </pc:sldChg>
      <pc:sldChg chg="addSp delSp modSp add mod modAnim modNotesTx">
        <pc:chgData name="Vivek Kande" userId="7649d0e3-63cc-40f6-bad1-46fd6efa90af" providerId="ADAL" clId="{FC53BD6A-157D-4D26-975A-EFAD831AFB57}" dt="2026-09-29T23:26:11.838" v="21030"/>
        <pc:sldMkLst>
          <pc:docMk/>
          <pc:sldMk cId="1022003191" sldId="339"/>
        </pc:sldMkLst>
        <pc:spChg chg="mod">
          <ac:chgData name="Vivek Kande" userId="7649d0e3-63cc-40f6-bad1-46fd6efa90af" providerId="ADAL" clId="{FC53BD6A-157D-4D26-975A-EFAD831AFB57}" dt="2026-09-29T05:31:44.448" v="14183" actId="20577"/>
          <ac:spMkLst>
            <pc:docMk/>
            <pc:sldMk cId="1022003191" sldId="339"/>
            <ac:spMk id="4" creationId="{314575DD-0C6F-F7DA-7C47-ABBD5BEC0BD7}"/>
          </ac:spMkLst>
        </pc:spChg>
        <pc:spChg chg="mod">
          <ac:chgData name="Vivek Kande" userId="7649d0e3-63cc-40f6-bad1-46fd6efa90af" providerId="ADAL" clId="{FC53BD6A-157D-4D26-975A-EFAD831AFB57}" dt="2026-09-29T05:49:08.318" v="14254" actId="164"/>
          <ac:spMkLst>
            <pc:docMk/>
            <pc:sldMk cId="1022003191" sldId="339"/>
            <ac:spMk id="11" creationId="{55F051B5-071F-1FA1-BE29-1CDFE5BA7156}"/>
          </ac:spMkLst>
        </pc:spChg>
        <pc:spChg chg="mod">
          <ac:chgData name="Vivek Kande" userId="7649d0e3-63cc-40f6-bad1-46fd6efa90af" providerId="ADAL" clId="{FC53BD6A-157D-4D26-975A-EFAD831AFB57}" dt="2026-09-29T05:49:17.795" v="14257" actId="164"/>
          <ac:spMkLst>
            <pc:docMk/>
            <pc:sldMk cId="1022003191" sldId="339"/>
            <ac:spMk id="12" creationId="{B0DDF064-77AD-5D41-3C97-8449636E9C00}"/>
          </ac:spMkLst>
        </pc:spChg>
        <pc:spChg chg="add mod">
          <ac:chgData name="Vivek Kande" userId="7649d0e3-63cc-40f6-bad1-46fd6efa90af" providerId="ADAL" clId="{FC53BD6A-157D-4D26-975A-EFAD831AFB57}" dt="2026-09-29T05:35:01.092" v="14211" actId="164"/>
          <ac:spMkLst>
            <pc:docMk/>
            <pc:sldMk cId="1022003191" sldId="339"/>
            <ac:spMk id="23" creationId="{8290D2C2-88EB-64D5-4448-5FE89DAE5990}"/>
          </ac:spMkLst>
        </pc:spChg>
        <pc:spChg chg="add mod">
          <ac:chgData name="Vivek Kande" userId="7649d0e3-63cc-40f6-bad1-46fd6efa90af" providerId="ADAL" clId="{FC53BD6A-157D-4D26-975A-EFAD831AFB57}" dt="2026-09-29T05:35:01.092" v="14211" actId="164"/>
          <ac:spMkLst>
            <pc:docMk/>
            <pc:sldMk cId="1022003191" sldId="339"/>
            <ac:spMk id="24" creationId="{9EE091FC-26C1-AF4B-A513-E235E78A94E9}"/>
          </ac:spMkLst>
        </pc:spChg>
        <pc:spChg chg="add mod">
          <ac:chgData name="Vivek Kande" userId="7649d0e3-63cc-40f6-bad1-46fd6efa90af" providerId="ADAL" clId="{FC53BD6A-157D-4D26-975A-EFAD831AFB57}" dt="2026-09-29T05:35:01.092" v="14211" actId="164"/>
          <ac:spMkLst>
            <pc:docMk/>
            <pc:sldMk cId="1022003191" sldId="339"/>
            <ac:spMk id="25" creationId="{83A015A9-844C-DD3D-0CB5-565876516C60}"/>
          </ac:spMkLst>
        </pc:spChg>
        <pc:spChg chg="add mod">
          <ac:chgData name="Vivek Kande" userId="7649d0e3-63cc-40f6-bad1-46fd6efa90af" providerId="ADAL" clId="{FC53BD6A-157D-4D26-975A-EFAD831AFB57}" dt="2026-09-29T05:35:01.092" v="14211" actId="164"/>
          <ac:spMkLst>
            <pc:docMk/>
            <pc:sldMk cId="1022003191" sldId="339"/>
            <ac:spMk id="27" creationId="{8381EEEA-6F84-9A60-7919-C9ED89FB1105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44" creationId="{66B1401E-9C73-2D27-4B71-2D91069529D6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45" creationId="{AB68DACF-9DDD-EFC1-4770-5407AF0C6252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48" creationId="{19A4C5F3-C84A-00BF-EC08-FDF720079959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49" creationId="{5C15FB63-7421-59F5-D6C1-5648BFE27ABD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50" creationId="{FC5F10E7-A3DA-1E59-2597-23980C181708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51" creationId="{DDFAD352-1DE6-6B32-763D-A3250EFED5B6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52" creationId="{D3118974-9EC6-F74E-7E71-3EB6F4AE98D5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54" creationId="{9FC81D54-C967-8EA9-58C7-E536BB161184}"/>
          </ac:spMkLst>
        </pc:spChg>
        <pc:spChg chg="mod">
          <ac:chgData name="Vivek Kande" userId="7649d0e3-63cc-40f6-bad1-46fd6efa90af" providerId="ADAL" clId="{FC53BD6A-157D-4D26-975A-EFAD831AFB57}" dt="2026-09-29T05:34:37.981" v="14207" actId="20577"/>
          <ac:spMkLst>
            <pc:docMk/>
            <pc:sldMk cId="1022003191" sldId="339"/>
            <ac:spMk id="55" creationId="{6649F3A5-F27D-9A09-3FF5-020436EE9A2A}"/>
          </ac:spMkLst>
        </pc:spChg>
        <pc:grpChg chg="add mod">
          <ac:chgData name="Vivek Kande" userId="7649d0e3-63cc-40f6-bad1-46fd6efa90af" providerId="ADAL" clId="{FC53BD6A-157D-4D26-975A-EFAD831AFB57}" dt="2026-09-29T05:35:01.092" v="14211" actId="164"/>
          <ac:grpSpMkLst>
            <pc:docMk/>
            <pc:sldMk cId="1022003191" sldId="339"/>
            <ac:grpSpMk id="3" creationId="{DDF4D073-3A44-FC47-5827-F207282008DD}"/>
          </ac:grpSpMkLst>
        </pc:grpChg>
        <pc:grpChg chg="add mod">
          <ac:chgData name="Vivek Kande" userId="7649d0e3-63cc-40f6-bad1-46fd6efa90af" providerId="ADAL" clId="{FC53BD6A-157D-4D26-975A-EFAD831AFB57}" dt="2026-09-29T05:35:01.092" v="14211" actId="164"/>
          <ac:grpSpMkLst>
            <pc:docMk/>
            <pc:sldMk cId="1022003191" sldId="339"/>
            <ac:grpSpMk id="28" creationId="{23756DB3-DB85-B543-4569-234C29547CCB}"/>
          </ac:grpSpMkLst>
        </pc:grpChg>
        <pc:grpChg chg="mod">
          <ac:chgData name="Vivek Kande" userId="7649d0e3-63cc-40f6-bad1-46fd6efa90af" providerId="ADAL" clId="{FC53BD6A-157D-4D26-975A-EFAD831AFB57}" dt="2026-09-29T05:32:36.864" v="14193"/>
          <ac:grpSpMkLst>
            <pc:docMk/>
            <pc:sldMk cId="1022003191" sldId="339"/>
            <ac:grpSpMk id="29" creationId="{D51A9387-2F0A-F981-F53D-F31D9C05A35B}"/>
          </ac:grpSpMkLst>
        </pc:grpChg>
        <pc:grpChg chg="add mod">
          <ac:chgData name="Vivek Kande" userId="7649d0e3-63cc-40f6-bad1-46fd6efa90af" providerId="ADAL" clId="{FC53BD6A-157D-4D26-975A-EFAD831AFB57}" dt="2026-09-29T05:39:41.120" v="14243" actId="1076"/>
          <ac:grpSpMkLst>
            <pc:docMk/>
            <pc:sldMk cId="1022003191" sldId="339"/>
            <ac:grpSpMk id="42" creationId="{3ECF78B1-2412-9E2B-C4A5-3984E5E8FE0D}"/>
          </ac:grpSpMkLst>
        </pc:grpChg>
        <pc:grpChg chg="add mod">
          <ac:chgData name="Vivek Kande" userId="7649d0e3-63cc-40f6-bad1-46fd6efa90af" providerId="ADAL" clId="{FC53BD6A-157D-4D26-975A-EFAD831AFB57}" dt="2026-09-29T05:39:32.950" v="14241" actId="1076"/>
          <ac:grpSpMkLst>
            <pc:docMk/>
            <pc:sldMk cId="1022003191" sldId="339"/>
            <ac:grpSpMk id="125" creationId="{5EE375FD-61DC-4020-328F-1DB25F6F53B0}"/>
          </ac:grpSpMkLst>
        </pc:grpChg>
        <pc:grpChg chg="add mod">
          <ac:chgData name="Vivek Kande" userId="7649d0e3-63cc-40f6-bad1-46fd6efa90af" providerId="ADAL" clId="{FC53BD6A-157D-4D26-975A-EFAD831AFB57}" dt="2026-09-29T05:49:08.318" v="14254" actId="164"/>
          <ac:grpSpMkLst>
            <pc:docMk/>
            <pc:sldMk cId="1022003191" sldId="339"/>
            <ac:grpSpMk id="130" creationId="{B1557F82-C4E2-5943-B5BB-CF32B705C017}"/>
          </ac:grpSpMkLst>
        </pc:grpChg>
        <pc:grpChg chg="add mod">
          <ac:chgData name="Vivek Kande" userId="7649d0e3-63cc-40f6-bad1-46fd6efa90af" providerId="ADAL" clId="{FC53BD6A-157D-4D26-975A-EFAD831AFB57}" dt="2026-09-29T05:49:17.795" v="14257" actId="164"/>
          <ac:grpSpMkLst>
            <pc:docMk/>
            <pc:sldMk cId="1022003191" sldId="339"/>
            <ac:grpSpMk id="131" creationId="{E4AEBD41-7795-37F5-A53C-F0385B125EF8}"/>
          </ac:grpSpMkLst>
        </pc:grpChg>
        <pc:picChg chg="mod">
          <ac:chgData name="Vivek Kande" userId="7649d0e3-63cc-40f6-bad1-46fd6efa90af" providerId="ADAL" clId="{FC53BD6A-157D-4D26-975A-EFAD831AFB57}" dt="2026-09-29T05:49:08.318" v="14254" actId="164"/>
          <ac:picMkLst>
            <pc:docMk/>
            <pc:sldMk cId="1022003191" sldId="339"/>
            <ac:picMk id="7" creationId="{DD342F91-2A77-C542-00D1-040E541720FA}"/>
          </ac:picMkLst>
        </pc:picChg>
        <pc:picChg chg="mod">
          <ac:chgData name="Vivek Kande" userId="7649d0e3-63cc-40f6-bad1-46fd6efa90af" providerId="ADAL" clId="{FC53BD6A-157D-4D26-975A-EFAD831AFB57}" dt="2026-09-29T05:49:17.795" v="14257" actId="164"/>
          <ac:picMkLst>
            <pc:docMk/>
            <pc:sldMk cId="1022003191" sldId="339"/>
            <ac:picMk id="9" creationId="{D7B4F86A-1FD0-6596-7B3A-941EB8C1558F}"/>
          </ac:picMkLst>
        </pc:picChg>
        <pc:picChg chg="add mod">
          <ac:chgData name="Vivek Kande" userId="7649d0e3-63cc-40f6-bad1-46fd6efa90af" providerId="ADAL" clId="{FC53BD6A-157D-4D26-975A-EFAD831AFB57}" dt="2026-09-29T07:17:40.064" v="14832" actId="14826"/>
          <ac:picMkLst>
            <pc:docMk/>
            <pc:sldMk cId="1022003191" sldId="339"/>
            <ac:picMk id="127" creationId="{6DE7710B-717D-6A5D-043F-8754E367CEAC}"/>
          </ac:picMkLst>
        </pc:picChg>
        <pc:picChg chg="add mod">
          <ac:chgData name="Vivek Kande" userId="7649d0e3-63cc-40f6-bad1-46fd6efa90af" providerId="ADAL" clId="{FC53BD6A-157D-4D26-975A-EFAD831AFB57}" dt="2026-09-29T07:17:01.506" v="14831" actId="14826"/>
          <ac:picMkLst>
            <pc:docMk/>
            <pc:sldMk cId="1022003191" sldId="339"/>
            <ac:picMk id="129" creationId="{B6C16352-6364-E7AD-DBA6-46BD01874509}"/>
          </ac:picMkLst>
        </pc:picChg>
        <pc:cxnChg chg="mod">
          <ac:chgData name="Vivek Kande" userId="7649d0e3-63cc-40f6-bad1-46fd6efa90af" providerId="ADAL" clId="{FC53BD6A-157D-4D26-975A-EFAD831AFB57}" dt="2026-09-29T05:32:36.864" v="14193"/>
          <ac:cxnSpMkLst>
            <pc:docMk/>
            <pc:sldMk cId="1022003191" sldId="339"/>
            <ac:cxnSpMk id="8" creationId="{68E01130-CEDB-027D-82B3-2BC3A044FB97}"/>
          </ac:cxnSpMkLst>
        </pc:cxnChg>
        <pc:cxnChg chg="mod">
          <ac:chgData name="Vivek Kande" userId="7649d0e3-63cc-40f6-bad1-46fd6efa90af" providerId="ADAL" clId="{FC53BD6A-157D-4D26-975A-EFAD831AFB57}" dt="2026-09-29T05:32:36.864" v="14193"/>
          <ac:cxnSpMkLst>
            <pc:docMk/>
            <pc:sldMk cId="1022003191" sldId="339"/>
            <ac:cxnSpMk id="19" creationId="{652668F7-E210-26EE-0CFF-D43E3492D0DA}"/>
          </ac:cxnSpMkLst>
        </pc:cxnChg>
        <pc:cxnChg chg="mod">
          <ac:chgData name="Vivek Kande" userId="7649d0e3-63cc-40f6-bad1-46fd6efa90af" providerId="ADAL" clId="{FC53BD6A-157D-4D26-975A-EFAD831AFB57}" dt="2026-09-29T05:35:01.092" v="14211" actId="164"/>
          <ac:cxnSpMkLst>
            <pc:docMk/>
            <pc:sldMk cId="1022003191" sldId="339"/>
            <ac:cxnSpMk id="26" creationId="{C80EA4DF-C931-1681-1EB7-A6A01A2DF594}"/>
          </ac:cxnSpMkLst>
        </pc:cxnChg>
        <pc:cxnChg chg="mod">
          <ac:chgData name="Vivek Kande" userId="7649d0e3-63cc-40f6-bad1-46fd6efa90af" providerId="ADAL" clId="{FC53BD6A-157D-4D26-975A-EFAD831AFB57}" dt="2026-09-29T07:19:54.603" v="14836" actId="14100"/>
          <ac:cxnSpMkLst>
            <pc:docMk/>
            <pc:sldMk cId="1022003191" sldId="339"/>
            <ac:cxnSpMk id="34" creationId="{F57DB4F0-98E7-8EBB-4DE0-950CE797A3B0}"/>
          </ac:cxnSpMkLst>
        </pc:cxnChg>
        <pc:cxnChg chg="mod">
          <ac:chgData name="Vivek Kande" userId="7649d0e3-63cc-40f6-bad1-46fd6efa90af" providerId="ADAL" clId="{FC53BD6A-157D-4D26-975A-EFAD831AFB57}" dt="2026-09-29T05:32:36.864" v="14193"/>
          <ac:cxnSpMkLst>
            <pc:docMk/>
            <pc:sldMk cId="1022003191" sldId="339"/>
            <ac:cxnSpMk id="38" creationId="{1AA910B2-E904-46DD-544F-0E0EB4A13B83}"/>
          </ac:cxnSpMkLst>
        </pc:cxnChg>
        <pc:cxnChg chg="add mod">
          <ac:chgData name="Vivek Kande" userId="7649d0e3-63cc-40f6-bad1-46fd6efa90af" providerId="ADAL" clId="{FC53BD6A-157D-4D26-975A-EFAD831AFB57}" dt="2026-09-29T18:46:58.132" v="19521" actId="208"/>
          <ac:cxnSpMkLst>
            <pc:docMk/>
            <pc:sldMk cId="1022003191" sldId="339"/>
            <ac:cxnSpMk id="135" creationId="{AF4AC4ED-8243-2788-D191-C67EE0B8AEEF}"/>
          </ac:cxnSpMkLst>
        </pc:cxnChg>
        <pc:cxnChg chg="add mod">
          <ac:chgData name="Vivek Kande" userId="7649d0e3-63cc-40f6-bad1-46fd6efa90af" providerId="ADAL" clId="{FC53BD6A-157D-4D26-975A-EFAD831AFB57}" dt="2026-09-29T18:47:03.085" v="19522" actId="571"/>
          <ac:cxnSpMkLst>
            <pc:docMk/>
            <pc:sldMk cId="1022003191" sldId="339"/>
            <ac:cxnSpMk id="136" creationId="{2A4C70DB-EBB8-11FF-EDA1-CD98218C893D}"/>
          </ac:cxnSpMkLst>
        </pc:cxnChg>
      </pc:sldChg>
      <pc:sldChg chg="addSp delSp modSp new mod addAnim delAnim modAnim modNotesTx">
        <pc:chgData name="Vivek Kande" userId="7649d0e3-63cc-40f6-bad1-46fd6efa90af" providerId="ADAL" clId="{FC53BD6A-157D-4D26-975A-EFAD831AFB57}" dt="2026-09-30T08:18:45.724" v="24541"/>
        <pc:sldMkLst>
          <pc:docMk/>
          <pc:sldMk cId="2117802209" sldId="340"/>
        </pc:sldMkLst>
        <pc:spChg chg="add mod">
          <ac:chgData name="Vivek Kande" userId="7649d0e3-63cc-40f6-bad1-46fd6efa90af" providerId="ADAL" clId="{FC53BD6A-157D-4D26-975A-EFAD831AFB57}" dt="2026-09-29T09:39:00.317" v="17898" actId="1076"/>
          <ac:spMkLst>
            <pc:docMk/>
            <pc:sldMk cId="2117802209" sldId="340"/>
            <ac:spMk id="7" creationId="{601D3FF1-26EE-FBEC-DE4E-52CD5F4D3348}"/>
          </ac:spMkLst>
        </pc:spChg>
        <pc:spChg chg="add mod">
          <ac:chgData name="Vivek Kande" userId="7649d0e3-63cc-40f6-bad1-46fd6efa90af" providerId="ADAL" clId="{FC53BD6A-157D-4D26-975A-EFAD831AFB57}" dt="2026-09-29T09:37:33.339" v="17885" actId="164"/>
          <ac:spMkLst>
            <pc:docMk/>
            <pc:sldMk cId="2117802209" sldId="340"/>
            <ac:spMk id="11" creationId="{8F6A5D5D-3D8A-7B47-D9E5-2B44B374E52B}"/>
          </ac:spMkLst>
        </pc:spChg>
        <pc:spChg chg="add mod">
          <ac:chgData name="Vivek Kande" userId="7649d0e3-63cc-40f6-bad1-46fd6efa90af" providerId="ADAL" clId="{FC53BD6A-157D-4D26-975A-EFAD831AFB57}" dt="2026-09-29T09:51:40.772" v="18072" actId="1076"/>
          <ac:spMkLst>
            <pc:docMk/>
            <pc:sldMk cId="2117802209" sldId="340"/>
            <ac:spMk id="19" creationId="{9CD7A053-E34D-8BF0-6121-C163D1E41338}"/>
          </ac:spMkLst>
        </pc:spChg>
        <pc:spChg chg="add del mod">
          <ac:chgData name="Vivek Kande" userId="7649d0e3-63cc-40f6-bad1-46fd6efa90af" providerId="ADAL" clId="{FC53BD6A-157D-4D26-975A-EFAD831AFB57}" dt="2026-09-29T09:53:42.493" v="18089" actId="478"/>
          <ac:spMkLst>
            <pc:docMk/>
            <pc:sldMk cId="2117802209" sldId="340"/>
            <ac:spMk id="22" creationId="{380F8353-59D3-0143-4B26-1D13878210D6}"/>
          </ac:spMkLst>
        </pc:spChg>
        <pc:spChg chg="add mod">
          <ac:chgData name="Vivek Kande" userId="7649d0e3-63cc-40f6-bad1-46fd6efa90af" providerId="ADAL" clId="{FC53BD6A-157D-4D26-975A-EFAD831AFB57}" dt="2026-09-29T09:51:16.990" v="18050" actId="1076"/>
          <ac:spMkLst>
            <pc:docMk/>
            <pc:sldMk cId="2117802209" sldId="340"/>
            <ac:spMk id="23" creationId="{64C6D5A1-EEEE-0ABC-E6AE-7531DADE3D27}"/>
          </ac:spMkLst>
        </pc:spChg>
        <pc:spChg chg="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86" creationId="{08F8A461-4060-C93C-FF38-134166BDD0B6}"/>
          </ac:spMkLst>
        </pc:spChg>
        <pc:spChg chg="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87" creationId="{EBF30F6F-6B29-061F-E11B-1549A3F3F4A0}"/>
          </ac:spMkLst>
        </pc:spChg>
        <pc:spChg chg="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88" creationId="{26B73302-83CA-99EC-103E-CC6A0AF87A9A}"/>
          </ac:spMkLst>
        </pc:spChg>
        <pc:spChg chg="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99" creationId="{50748D7F-1296-50D4-4979-C1E2CCF8A819}"/>
          </ac:spMkLst>
        </pc:spChg>
        <pc:spChg chg="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104" creationId="{E34BB5A0-6BEF-B153-90CB-25646F8F15FE}"/>
          </ac:spMkLst>
        </pc:spChg>
        <pc:spChg chg="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108" creationId="{68D47C80-6B9F-DC43-7A0F-60BF5EEEA871}"/>
          </ac:spMkLst>
        </pc:spChg>
        <pc:spChg chg="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115" creationId="{5B9E01E1-61C1-F5DA-9A43-58FC4ECFD9E5}"/>
          </ac:spMkLst>
        </pc:spChg>
        <pc:spChg chg="add 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163" creationId="{D260ACC5-E70E-47A8-D812-F95138424F03}"/>
          </ac:spMkLst>
        </pc:spChg>
        <pc:spChg chg="add mod">
          <ac:chgData name="Vivek Kande" userId="7649d0e3-63cc-40f6-bad1-46fd6efa90af" providerId="ADAL" clId="{FC53BD6A-157D-4D26-975A-EFAD831AFB57}" dt="2026-09-29T09:48:55.971" v="18020"/>
          <ac:spMkLst>
            <pc:docMk/>
            <pc:sldMk cId="2117802209" sldId="340"/>
            <ac:spMk id="164" creationId="{BE409F95-E178-1C46-6F19-41CC8D8197F5}"/>
          </ac:spMkLst>
        </pc:spChg>
        <pc:spChg chg="add mod">
          <ac:chgData name="Vivek Kande" userId="7649d0e3-63cc-40f6-bad1-46fd6efa90af" providerId="ADAL" clId="{FC53BD6A-157D-4D26-975A-EFAD831AFB57}" dt="2026-09-29T09:49:42.539" v="18031"/>
          <ac:spMkLst>
            <pc:docMk/>
            <pc:sldMk cId="2117802209" sldId="340"/>
            <ac:spMk id="167" creationId="{11C731D6-E42D-5E61-3025-EE4B7A7A5843}"/>
          </ac:spMkLst>
        </pc:spChg>
        <pc:spChg chg="add mod">
          <ac:chgData name="Vivek Kande" userId="7649d0e3-63cc-40f6-bad1-46fd6efa90af" providerId="ADAL" clId="{FC53BD6A-157D-4D26-975A-EFAD831AFB57}" dt="2026-09-29T09:55:25.524" v="18109"/>
          <ac:spMkLst>
            <pc:docMk/>
            <pc:sldMk cId="2117802209" sldId="340"/>
            <ac:spMk id="173" creationId="{F2292C2C-504A-3446-B2CA-C8B7406089B4}"/>
          </ac:spMkLst>
        </pc:spChg>
        <pc:spChg chg="mod">
          <ac:chgData name="Vivek Kande" userId="7649d0e3-63cc-40f6-bad1-46fd6efa90af" providerId="ADAL" clId="{FC53BD6A-157D-4D26-975A-EFAD831AFB57}" dt="2026-09-29T09:56:34.230" v="18129"/>
          <ac:spMkLst>
            <pc:docMk/>
            <pc:sldMk cId="2117802209" sldId="340"/>
            <ac:spMk id="190" creationId="{7915E013-9F02-75D9-5CD9-967C16F59C28}"/>
          </ac:spMkLst>
        </pc:spChg>
        <pc:spChg chg="mod">
          <ac:chgData name="Vivek Kande" userId="7649d0e3-63cc-40f6-bad1-46fd6efa90af" providerId="ADAL" clId="{FC53BD6A-157D-4D26-975A-EFAD831AFB57}" dt="2026-09-29T09:56:34.230" v="18129"/>
          <ac:spMkLst>
            <pc:docMk/>
            <pc:sldMk cId="2117802209" sldId="340"/>
            <ac:spMk id="192" creationId="{1AF57CE3-7370-8E2E-FB32-4BEA51707C09}"/>
          </ac:spMkLst>
        </pc:spChg>
        <pc:spChg chg="mod">
          <ac:chgData name="Vivek Kande" userId="7649d0e3-63cc-40f6-bad1-46fd6efa90af" providerId="ADAL" clId="{FC53BD6A-157D-4D26-975A-EFAD831AFB57}" dt="2026-09-29T09:56:34.230" v="18129"/>
          <ac:spMkLst>
            <pc:docMk/>
            <pc:sldMk cId="2117802209" sldId="340"/>
            <ac:spMk id="193" creationId="{AB1EE2D3-22E8-5D88-BBEA-9E089292452E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2117802209" sldId="340"/>
            <ac:spMk id="194" creationId="{1FAF15A9-7AD6-CA53-6583-959B1351919C}"/>
          </ac:spMkLst>
        </pc:spChg>
        <pc:spChg chg="mod">
          <ac:chgData name="Vivek Kande" userId="7649d0e3-63cc-40f6-bad1-46fd6efa90af" providerId="ADAL" clId="{FC53BD6A-157D-4D26-975A-EFAD831AFB57}" dt="2026-09-29T09:56:34.230" v="18129"/>
          <ac:spMkLst>
            <pc:docMk/>
            <pc:sldMk cId="2117802209" sldId="340"/>
            <ac:spMk id="199" creationId="{463CB3F9-9E91-BAEC-653F-EA50E7A89818}"/>
          </ac:spMkLst>
        </pc:spChg>
        <pc:spChg chg="mod">
          <ac:chgData name="Vivek Kande" userId="7649d0e3-63cc-40f6-bad1-46fd6efa90af" providerId="ADAL" clId="{FC53BD6A-157D-4D26-975A-EFAD831AFB57}" dt="2026-09-29T09:57:54.213" v="18134" actId="14100"/>
          <ac:spMkLst>
            <pc:docMk/>
            <pc:sldMk cId="2117802209" sldId="340"/>
            <ac:spMk id="200" creationId="{BE82BC1F-AA9C-CAF6-2422-F5252FFE37AF}"/>
          </ac:spMkLst>
        </pc:spChg>
        <pc:spChg chg="mod">
          <ac:chgData name="Vivek Kande" userId="7649d0e3-63cc-40f6-bad1-46fd6efa90af" providerId="ADAL" clId="{FC53BD6A-157D-4D26-975A-EFAD831AFB57}" dt="2026-09-29T09:57:57.182" v="18135" actId="1076"/>
          <ac:spMkLst>
            <pc:docMk/>
            <pc:sldMk cId="2117802209" sldId="340"/>
            <ac:spMk id="201" creationId="{5F1745D6-9B77-D594-60EB-BAA565350496}"/>
          </ac:spMkLst>
        </pc:spChg>
        <pc:spChg chg="mod">
          <ac:chgData name="Vivek Kande" userId="7649d0e3-63cc-40f6-bad1-46fd6efa90af" providerId="ADAL" clId="{FC53BD6A-157D-4D26-975A-EFAD831AFB57}" dt="2026-09-29T09:56:34.230" v="18129"/>
          <ac:spMkLst>
            <pc:docMk/>
            <pc:sldMk cId="2117802209" sldId="340"/>
            <ac:spMk id="202" creationId="{853DC328-6874-FD95-4858-CEBD87D1A93D}"/>
          </ac:spMkLst>
        </pc:spChg>
        <pc:spChg chg="mod">
          <ac:chgData name="Vivek Kande" userId="7649d0e3-63cc-40f6-bad1-46fd6efa90af" providerId="ADAL" clId="{FC53BD6A-157D-4D26-975A-EFAD831AFB57}" dt="2026-09-29T09:56:34.230" v="18129"/>
          <ac:spMkLst>
            <pc:docMk/>
            <pc:sldMk cId="2117802209" sldId="340"/>
            <ac:spMk id="207" creationId="{FE0D6E20-802B-A7A6-644D-9C754F7E6AD4}"/>
          </ac:spMkLst>
        </pc:spChg>
        <pc:spChg chg="mod">
          <ac:chgData name="Vivek Kande" userId="7649d0e3-63cc-40f6-bad1-46fd6efa90af" providerId="ADAL" clId="{FC53BD6A-157D-4D26-975A-EFAD831AFB57}" dt="2026-09-29T09:57:46.493" v="18132" actId="1076"/>
          <ac:spMkLst>
            <pc:docMk/>
            <pc:sldMk cId="2117802209" sldId="340"/>
            <ac:spMk id="208" creationId="{E482D4C9-9285-A8BA-2F1D-D596C9F229D2}"/>
          </ac:spMkLst>
        </pc:spChg>
        <pc:grpChg chg="add mod">
          <ac:chgData name="Vivek Kande" userId="7649d0e3-63cc-40f6-bad1-46fd6efa90af" providerId="ADAL" clId="{FC53BD6A-157D-4D26-975A-EFAD831AFB57}" dt="2026-09-29T09:51:37.254" v="18071" actId="1076"/>
          <ac:grpSpMkLst>
            <pc:docMk/>
            <pc:sldMk cId="2117802209" sldId="340"/>
            <ac:grpSpMk id="26" creationId="{2A62D7B2-54DA-DDB1-8680-7AA95799CFA5}"/>
          </ac:grpSpMkLst>
        </pc:grpChg>
        <pc:picChg chg="add mod">
          <ac:chgData name="Vivek Kande" userId="7649d0e3-63cc-40f6-bad1-46fd6efa90af" providerId="ADAL" clId="{FC53BD6A-157D-4D26-975A-EFAD831AFB57}" dt="2026-09-29T09:54:29.824" v="18094" actId="2085"/>
          <ac:picMkLst>
            <pc:docMk/>
            <pc:sldMk cId="2117802209" sldId="340"/>
            <ac:picMk id="6" creationId="{E0390450-64BA-3240-D278-A6CF86B5DCB5}"/>
          </ac:picMkLst>
        </pc:picChg>
        <pc:cxnChg chg="add mod">
          <ac:chgData name="Vivek Kande" userId="7649d0e3-63cc-40f6-bad1-46fd6efa90af" providerId="ADAL" clId="{FC53BD6A-157D-4D26-975A-EFAD831AFB57}" dt="2026-09-29T09:37:33.339" v="17885" actId="164"/>
          <ac:cxnSpMkLst>
            <pc:docMk/>
            <pc:sldMk cId="2117802209" sldId="340"/>
            <ac:cxnSpMk id="9" creationId="{2EA1DBF9-5D27-14A4-DDEA-666BAA3354F0}"/>
          </ac:cxnSpMkLst>
        </pc:cxnChg>
        <pc:cxnChg chg="add mod">
          <ac:chgData name="Vivek Kande" userId="7649d0e3-63cc-40f6-bad1-46fd6efa90af" providerId="ADAL" clId="{FC53BD6A-157D-4D26-975A-EFAD831AFB57}" dt="2026-09-29T09:37:41.469" v="17887" actId="1076"/>
          <ac:cxnSpMkLst>
            <pc:docMk/>
            <pc:sldMk cId="2117802209" sldId="340"/>
            <ac:cxnSpMk id="21" creationId="{BCB4065D-1323-EA4D-7A89-5FD5D6D24B42}"/>
          </ac:cxnSpMkLst>
        </pc:cxnChg>
      </pc:sldChg>
      <pc:sldChg chg="add del">
        <pc:chgData name="Vivek Kande" userId="7649d0e3-63cc-40f6-bad1-46fd6efa90af" providerId="ADAL" clId="{FC53BD6A-157D-4D26-975A-EFAD831AFB57}" dt="2026-10-17T13:26:11.388" v="24781" actId="47"/>
        <pc:sldMkLst>
          <pc:docMk/>
          <pc:sldMk cId="690271253" sldId="341"/>
        </pc:sldMkLst>
      </pc:sldChg>
      <pc:sldChg chg="addSp delSp modSp new mod modNotesTx">
        <pc:chgData name="Vivek Kande" userId="7649d0e3-63cc-40f6-bad1-46fd6efa90af" providerId="ADAL" clId="{FC53BD6A-157D-4D26-975A-EFAD831AFB57}" dt="2026-09-30T09:47:10.513" v="24703" actId="207"/>
        <pc:sldMkLst>
          <pc:docMk/>
          <pc:sldMk cId="3529478819" sldId="342"/>
        </pc:sldMkLst>
        <pc:spChg chg="add mod">
          <ac:chgData name="Vivek Kande" userId="7649d0e3-63cc-40f6-bad1-46fd6efa90af" providerId="ADAL" clId="{FC53BD6A-157D-4D26-975A-EFAD831AFB57}" dt="2026-09-29T08:40:42.719" v="15876"/>
          <ac:spMkLst>
            <pc:docMk/>
            <pc:sldMk cId="3529478819" sldId="342"/>
            <ac:spMk id="6" creationId="{BEB7B7FE-2606-A193-9A0E-D8D79F823580}"/>
          </ac:spMkLst>
        </pc:spChg>
        <pc:spChg chg="mod">
          <ac:chgData name="Vivek Kande" userId="7649d0e3-63cc-40f6-bad1-46fd6efa90af" providerId="ADAL" clId="{FC53BD6A-157D-4D26-975A-EFAD831AFB57}" dt="2026-09-29T08:40:52.935" v="15877"/>
          <ac:spMkLst>
            <pc:docMk/>
            <pc:sldMk cId="3529478819" sldId="342"/>
            <ac:spMk id="8" creationId="{CCD086BB-6F4C-DE58-7334-CE719B644235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3529478819" sldId="342"/>
            <ac:spMk id="9" creationId="{05B5922C-45EF-81F9-9E97-35EF936754B4}"/>
          </ac:spMkLst>
        </pc:spChg>
        <pc:spChg chg="mod">
          <ac:chgData name="Vivek Kande" userId="7649d0e3-63cc-40f6-bad1-46fd6efa90af" providerId="ADAL" clId="{FC53BD6A-157D-4D26-975A-EFAD831AFB57}" dt="2026-09-29T08:40:52.935" v="15877"/>
          <ac:spMkLst>
            <pc:docMk/>
            <pc:sldMk cId="3529478819" sldId="342"/>
            <ac:spMk id="11" creationId="{2FC57B4D-C4FF-6265-1628-9B534465664E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3529478819" sldId="342"/>
            <ac:spMk id="12" creationId="{063724FE-C3EE-4F89-FC8F-AADAB6D99C3D}"/>
          </ac:spMkLst>
        </pc:spChg>
        <pc:spChg chg="mod">
          <ac:chgData name="Vivek Kande" userId="7649d0e3-63cc-40f6-bad1-46fd6efa90af" providerId="ADAL" clId="{FC53BD6A-157D-4D26-975A-EFAD831AFB57}" dt="2026-09-29T08:40:52.935" v="15877"/>
          <ac:spMkLst>
            <pc:docMk/>
            <pc:sldMk cId="3529478819" sldId="342"/>
            <ac:spMk id="14" creationId="{C0BC2EC4-8144-584C-16C4-E5589E4755D3}"/>
          </ac:spMkLst>
        </pc:spChg>
        <pc:spChg chg="mod">
          <ac:chgData name="Vivek Kande" userId="7649d0e3-63cc-40f6-bad1-46fd6efa90af" providerId="ADAL" clId="{FC53BD6A-157D-4D26-975A-EFAD831AFB57}" dt="2026-09-29T18:52:49.667" v="19760"/>
          <ac:spMkLst>
            <pc:docMk/>
            <pc:sldMk cId="3529478819" sldId="342"/>
            <ac:spMk id="15" creationId="{225F2E4F-E1FB-7931-6DC4-7481E17FEFED}"/>
          </ac:spMkLst>
        </pc:spChg>
        <pc:spChg chg="add mod">
          <ac:chgData name="Vivek Kande" userId="7649d0e3-63cc-40f6-bad1-46fd6efa90af" providerId="ADAL" clId="{FC53BD6A-157D-4D26-975A-EFAD831AFB57}" dt="2026-09-30T00:49:11.973" v="23566" actId="1076"/>
          <ac:spMkLst>
            <pc:docMk/>
            <pc:sldMk cId="3529478819" sldId="342"/>
            <ac:spMk id="16" creationId="{D84AF56E-0FCD-753F-5EEF-25BF830A4C38}"/>
          </ac:spMkLst>
        </pc:spChg>
        <pc:spChg chg="add mod">
          <ac:chgData name="Vivek Kande" userId="7649d0e3-63cc-40f6-bad1-46fd6efa90af" providerId="ADAL" clId="{FC53BD6A-157D-4D26-975A-EFAD831AFB57}" dt="2026-09-30T00:49:11.973" v="23566" actId="1076"/>
          <ac:spMkLst>
            <pc:docMk/>
            <pc:sldMk cId="3529478819" sldId="342"/>
            <ac:spMk id="19" creationId="{CEB034A6-A769-00EE-A691-D3C0E3A905E6}"/>
          </ac:spMkLst>
        </pc:spChg>
        <pc:spChg chg="add mod">
          <ac:chgData name="Vivek Kande" userId="7649d0e3-63cc-40f6-bad1-46fd6efa90af" providerId="ADAL" clId="{FC53BD6A-157D-4D26-975A-EFAD831AFB57}" dt="2026-09-30T09:47:10.513" v="24703" actId="207"/>
          <ac:spMkLst>
            <pc:docMk/>
            <pc:sldMk cId="3529478819" sldId="342"/>
            <ac:spMk id="20" creationId="{D5D2B76B-E1C0-ED18-8934-DFED53259D96}"/>
          </ac:spMkLst>
        </pc:spChg>
        <pc:spChg chg="add mod">
          <ac:chgData name="Vivek Kande" userId="7649d0e3-63cc-40f6-bad1-46fd6efa90af" providerId="ADAL" clId="{FC53BD6A-157D-4D26-975A-EFAD831AFB57}" dt="2026-09-30T00:48:42.148" v="23557" actId="164"/>
          <ac:spMkLst>
            <pc:docMk/>
            <pc:sldMk cId="3529478819" sldId="342"/>
            <ac:spMk id="24" creationId="{C57AF09B-8AE5-F427-7804-E3FB903410E7}"/>
          </ac:spMkLst>
        </pc:spChg>
        <pc:spChg chg="add mod">
          <ac:chgData name="Vivek Kande" userId="7649d0e3-63cc-40f6-bad1-46fd6efa90af" providerId="ADAL" clId="{FC53BD6A-157D-4D26-975A-EFAD831AFB57}" dt="2026-09-30T00:48:42.148" v="23557" actId="164"/>
          <ac:spMkLst>
            <pc:docMk/>
            <pc:sldMk cId="3529478819" sldId="342"/>
            <ac:spMk id="26" creationId="{BD1D3A8C-A447-7E88-F693-68ADCE6FBED8}"/>
          </ac:spMkLst>
        </pc:spChg>
        <pc:spChg chg="add mod">
          <ac:chgData name="Vivek Kande" userId="7649d0e3-63cc-40f6-bad1-46fd6efa90af" providerId="ADAL" clId="{FC53BD6A-157D-4D26-975A-EFAD831AFB57}" dt="2026-09-30T00:48:42.148" v="23557" actId="164"/>
          <ac:spMkLst>
            <pc:docMk/>
            <pc:sldMk cId="3529478819" sldId="342"/>
            <ac:spMk id="30" creationId="{F89F0A1E-31B7-A499-B52F-4DC0840FAC41}"/>
          </ac:spMkLst>
        </pc:spChg>
        <pc:spChg chg="add mod">
          <ac:chgData name="Vivek Kande" userId="7649d0e3-63cc-40f6-bad1-46fd6efa90af" providerId="ADAL" clId="{FC53BD6A-157D-4D26-975A-EFAD831AFB57}" dt="2026-09-30T00:48:42.148" v="23557" actId="164"/>
          <ac:spMkLst>
            <pc:docMk/>
            <pc:sldMk cId="3529478819" sldId="342"/>
            <ac:spMk id="32" creationId="{58C593C3-6940-8D22-A349-BD68498922A2}"/>
          </ac:spMkLst>
        </pc:spChg>
        <pc:spChg chg="add mod">
          <ac:chgData name="Vivek Kande" userId="7649d0e3-63cc-40f6-bad1-46fd6efa90af" providerId="ADAL" clId="{FC53BD6A-157D-4D26-975A-EFAD831AFB57}" dt="2026-09-30T00:48:42.148" v="23557" actId="164"/>
          <ac:spMkLst>
            <pc:docMk/>
            <pc:sldMk cId="3529478819" sldId="342"/>
            <ac:spMk id="42" creationId="{7D88FC83-E2B7-2745-CF61-795CD94A7910}"/>
          </ac:spMkLst>
        </pc:spChg>
        <pc:spChg chg="add mod">
          <ac:chgData name="Vivek Kande" userId="7649d0e3-63cc-40f6-bad1-46fd6efa90af" providerId="ADAL" clId="{FC53BD6A-157D-4D26-975A-EFAD831AFB57}" dt="2026-09-30T00:49:31.461" v="23568" actId="1076"/>
          <ac:spMkLst>
            <pc:docMk/>
            <pc:sldMk cId="3529478819" sldId="342"/>
            <ac:spMk id="44" creationId="{7FAEF82D-6D6A-1A74-CC4A-8062866AA48A}"/>
          </ac:spMkLst>
        </pc:spChg>
        <pc:spChg chg="mod">
          <ac:chgData name="Vivek Kande" userId="7649d0e3-63cc-40f6-bad1-46fd6efa90af" providerId="ADAL" clId="{FC53BD6A-157D-4D26-975A-EFAD831AFB57}" dt="2026-09-30T00:49:01.056" v="23564" actId="14100"/>
          <ac:spMkLst>
            <pc:docMk/>
            <pc:sldMk cId="3529478819" sldId="342"/>
            <ac:spMk id="56" creationId="{D38F426E-11B5-B655-326A-E43C94ED0657}"/>
          </ac:spMkLst>
        </pc:spChg>
        <pc:spChg chg="add mod">
          <ac:chgData name="Vivek Kande" userId="7649d0e3-63cc-40f6-bad1-46fd6efa90af" providerId="ADAL" clId="{FC53BD6A-157D-4D26-975A-EFAD831AFB57}" dt="2026-09-30T00:48:55.759" v="23562" actId="14100"/>
          <ac:spMkLst>
            <pc:docMk/>
            <pc:sldMk cId="3529478819" sldId="342"/>
            <ac:spMk id="57" creationId="{92BD192D-E096-765C-4E59-D744E892F99C}"/>
          </ac:spMkLst>
        </pc:spChg>
        <pc:spChg chg="add mod">
          <ac:chgData name="Vivek Kande" userId="7649d0e3-63cc-40f6-bad1-46fd6efa90af" providerId="ADAL" clId="{FC53BD6A-157D-4D26-975A-EFAD831AFB57}" dt="2026-09-30T00:48:53.599" v="23561" actId="14100"/>
          <ac:spMkLst>
            <pc:docMk/>
            <pc:sldMk cId="3529478819" sldId="342"/>
            <ac:spMk id="59" creationId="{4B6D2A4A-D653-260B-3CAD-79005A319CAA}"/>
          </ac:spMkLst>
        </pc:spChg>
        <pc:spChg chg="add mod">
          <ac:chgData name="Vivek Kande" userId="7649d0e3-63cc-40f6-bad1-46fd6efa90af" providerId="ADAL" clId="{FC53BD6A-157D-4D26-975A-EFAD831AFB57}" dt="2026-09-30T00:48:58.423" v="23563" actId="14100"/>
          <ac:spMkLst>
            <pc:docMk/>
            <pc:sldMk cId="3529478819" sldId="342"/>
            <ac:spMk id="61" creationId="{1115F620-7186-C024-019E-B08D15ED776B}"/>
          </ac:spMkLst>
        </pc:spChg>
        <pc:spChg chg="add mod">
          <ac:chgData name="Vivek Kande" userId="7649d0e3-63cc-40f6-bad1-46fd6efa90af" providerId="ADAL" clId="{FC53BD6A-157D-4D26-975A-EFAD831AFB57}" dt="2026-09-30T00:49:05.767" v="23565" actId="14100"/>
          <ac:spMkLst>
            <pc:docMk/>
            <pc:sldMk cId="3529478819" sldId="342"/>
            <ac:spMk id="63" creationId="{10C106A6-097D-22E2-0222-5537CDBDC8EC}"/>
          </ac:spMkLst>
        </pc:spChg>
        <pc:grpChg chg="add mod">
          <ac:chgData name="Vivek Kande" userId="7649d0e3-63cc-40f6-bad1-46fd6efa90af" providerId="ADAL" clId="{FC53BD6A-157D-4D26-975A-EFAD831AFB57}" dt="2026-09-29T08:40:52.935" v="15877"/>
          <ac:grpSpMkLst>
            <pc:docMk/>
            <pc:sldMk cId="3529478819" sldId="342"/>
            <ac:grpSpMk id="7" creationId="{F3023FF1-DE6D-6F38-FD61-972DCE27FE35}"/>
          </ac:grpSpMkLst>
        </pc:grpChg>
        <pc:grpChg chg="add mod">
          <ac:chgData name="Vivek Kande" userId="7649d0e3-63cc-40f6-bad1-46fd6efa90af" providerId="ADAL" clId="{FC53BD6A-157D-4D26-975A-EFAD831AFB57}" dt="2026-09-29T08:40:52.935" v="15877"/>
          <ac:grpSpMkLst>
            <pc:docMk/>
            <pc:sldMk cId="3529478819" sldId="342"/>
            <ac:grpSpMk id="10" creationId="{5A05D96F-BEA1-8AC2-CBEA-9019E9793914}"/>
          </ac:grpSpMkLst>
        </pc:grpChg>
        <pc:grpChg chg="add mod">
          <ac:chgData name="Vivek Kande" userId="7649d0e3-63cc-40f6-bad1-46fd6efa90af" providerId="ADAL" clId="{FC53BD6A-157D-4D26-975A-EFAD831AFB57}" dt="2026-09-29T08:40:52.935" v="15877"/>
          <ac:grpSpMkLst>
            <pc:docMk/>
            <pc:sldMk cId="3529478819" sldId="342"/>
            <ac:grpSpMk id="13" creationId="{A7759594-D256-B41A-BB75-56EC90A8D0AA}"/>
          </ac:grpSpMkLst>
        </pc:grpChg>
        <pc:grpChg chg="mod">
          <ac:chgData name="Vivek Kande" userId="7649d0e3-63cc-40f6-bad1-46fd6efa90af" providerId="ADAL" clId="{FC53BD6A-157D-4D26-975A-EFAD831AFB57}" dt="2026-09-30T00:48:48.479" v="23559" actId="1076"/>
          <ac:grpSpMkLst>
            <pc:docMk/>
            <pc:sldMk cId="3529478819" sldId="342"/>
            <ac:grpSpMk id="64" creationId="{0F7322D7-7C8C-7E5A-2ADF-186A06A2D738}"/>
          </ac:grpSpMkLst>
        </pc:grpChg>
        <pc:picChg chg="add mod">
          <ac:chgData name="Vivek Kande" userId="7649d0e3-63cc-40f6-bad1-46fd6efa90af" providerId="ADAL" clId="{FC53BD6A-157D-4D26-975A-EFAD831AFB57}" dt="2026-09-30T00:49:11.973" v="23566" actId="1076"/>
          <ac:picMkLst>
            <pc:docMk/>
            <pc:sldMk cId="3529478819" sldId="342"/>
            <ac:picMk id="5" creationId="{63C71A17-8DE2-1DF1-B065-BAE58F12E80B}"/>
          </ac:picMkLst>
        </pc:picChg>
        <pc:cxnChg chg="add mod">
          <ac:chgData name="Vivek Kande" userId="7649d0e3-63cc-40f6-bad1-46fd6efa90af" providerId="ADAL" clId="{FC53BD6A-157D-4D26-975A-EFAD831AFB57}" dt="2026-09-30T00:49:11.973" v="23566" actId="1076"/>
          <ac:cxnSpMkLst>
            <pc:docMk/>
            <pc:sldMk cId="3529478819" sldId="342"/>
            <ac:cxnSpMk id="17" creationId="{303E44CB-EE6B-6047-13D9-21B1FC6C663B}"/>
          </ac:cxnSpMkLst>
        </pc:cxnChg>
        <pc:cxnChg chg="mod">
          <ac:chgData name="Vivek Kande" userId="7649d0e3-63cc-40f6-bad1-46fd6efa90af" providerId="ADAL" clId="{FC53BD6A-157D-4D26-975A-EFAD831AFB57}" dt="2026-09-30T00:49:01.056" v="23564" actId="14100"/>
          <ac:cxnSpMkLst>
            <pc:docMk/>
            <pc:sldMk cId="3529478819" sldId="342"/>
            <ac:cxnSpMk id="54" creationId="{B5BBA451-446A-30B6-4FBD-5C8E516A2251}"/>
          </ac:cxnSpMkLst>
        </pc:cxnChg>
      </pc:sldChg>
      <pc:sldChg chg="addSp modSp add mod modAnim">
        <pc:chgData name="Vivek Kande" userId="7649d0e3-63cc-40f6-bad1-46fd6efa90af" providerId="ADAL" clId="{FC53BD6A-157D-4D26-975A-EFAD831AFB57}" dt="2026-09-30T09:40:55.103" v="24683" actId="14100"/>
        <pc:sldMkLst>
          <pc:docMk/>
          <pc:sldMk cId="2720667036" sldId="343"/>
        </pc:sldMkLst>
        <pc:spChg chg="add mod">
          <ac:chgData name="Vivek Kande" userId="7649d0e3-63cc-40f6-bad1-46fd6efa90af" providerId="ADAL" clId="{FC53BD6A-157D-4D26-975A-EFAD831AFB57}" dt="2026-09-30T09:40:55.103" v="24683" actId="14100"/>
          <ac:spMkLst>
            <pc:docMk/>
            <pc:sldMk cId="2720667036" sldId="343"/>
            <ac:spMk id="2" creationId="{50E7B281-8502-1093-AF84-044A684AE229}"/>
          </ac:spMkLst>
        </pc:spChg>
        <pc:spChg chg="mod">
          <ac:chgData name="Vivek Kande" userId="7649d0e3-63cc-40f6-bad1-46fd6efa90af" providerId="ADAL" clId="{FC53BD6A-157D-4D26-975A-EFAD831AFB57}" dt="2026-09-29T08:54:08.644" v="16071" actId="20577"/>
          <ac:spMkLst>
            <pc:docMk/>
            <pc:sldMk cId="2720667036" sldId="343"/>
            <ac:spMk id="3" creationId="{B30D0CE8-0DF8-C706-6C43-AF8386E64C82}"/>
          </ac:spMkLst>
        </pc:spChg>
        <pc:spChg chg="mod">
          <ac:chgData name="Vivek Kande" userId="7649d0e3-63cc-40f6-bad1-46fd6efa90af" providerId="ADAL" clId="{FC53BD6A-157D-4D26-975A-EFAD831AFB57}" dt="2026-09-29T09:03:18.888" v="16558" actId="14100"/>
          <ac:spMkLst>
            <pc:docMk/>
            <pc:sldMk cId="2720667036" sldId="343"/>
            <ac:spMk id="8" creationId="{C5D2F5B9-C1AA-6728-FACD-9229F5758C41}"/>
          </ac:spMkLst>
        </pc:spChg>
        <pc:picChg chg="mod">
          <ac:chgData name="Vivek Kande" userId="7649d0e3-63cc-40f6-bad1-46fd6efa90af" providerId="ADAL" clId="{FC53BD6A-157D-4D26-975A-EFAD831AFB57}" dt="2026-09-29T08:54:14.949" v="16073" actId="1076"/>
          <ac:picMkLst>
            <pc:docMk/>
            <pc:sldMk cId="2720667036" sldId="343"/>
            <ac:picMk id="4" creationId="{15A60844-7B10-6E92-664A-C1B68D96BC08}"/>
          </ac:picMkLst>
        </pc:picChg>
        <pc:picChg chg="mod">
          <ac:chgData name="Vivek Kande" userId="7649d0e3-63cc-40f6-bad1-46fd6efa90af" providerId="ADAL" clId="{FC53BD6A-157D-4D26-975A-EFAD831AFB57}" dt="2026-09-29T08:55:25.094" v="16074" actId="14826"/>
          <ac:picMkLst>
            <pc:docMk/>
            <pc:sldMk cId="2720667036" sldId="343"/>
            <ac:picMk id="7" creationId="{21F2A0A7-A7D7-012B-5655-D36AF9F3E746}"/>
          </ac:picMkLst>
        </pc:picChg>
      </pc:sldChg>
      <pc:sldChg chg="addSp delSp modSp add mod addAnim delAnim modAnim">
        <pc:chgData name="Vivek Kande" userId="7649d0e3-63cc-40f6-bad1-46fd6efa90af" providerId="ADAL" clId="{FC53BD6A-157D-4D26-975A-EFAD831AFB57}" dt="2026-09-30T00:59:46.638" v="23763" actId="1076"/>
        <pc:sldMkLst>
          <pc:docMk/>
          <pc:sldMk cId="1009603761" sldId="344"/>
        </pc:sldMkLst>
        <pc:spChg chg="add del mod">
          <ac:chgData name="Vivek Kande" userId="7649d0e3-63cc-40f6-bad1-46fd6efa90af" providerId="ADAL" clId="{FC53BD6A-157D-4D26-975A-EFAD831AFB57}" dt="2026-09-29T09:05:39.402" v="16667" actId="20577"/>
          <ac:spMkLst>
            <pc:docMk/>
            <pc:sldMk cId="1009603761" sldId="344"/>
            <ac:spMk id="4" creationId="{78F6C01D-909D-9894-4458-6E298BD17B96}"/>
          </ac:spMkLst>
        </pc:spChg>
        <pc:spChg chg="mod">
          <ac:chgData name="Vivek Kande" userId="7649d0e3-63cc-40f6-bad1-46fd6efa90af" providerId="ADAL" clId="{FC53BD6A-157D-4D26-975A-EFAD831AFB57}" dt="2026-09-30T00:56:04.499" v="23576" actId="948"/>
          <ac:spMkLst>
            <pc:docMk/>
            <pc:sldMk cId="1009603761" sldId="344"/>
            <ac:spMk id="6" creationId="{4C2E0847-2F11-6705-9097-FDFD806F6FD1}"/>
          </ac:spMkLst>
        </pc:spChg>
        <pc:spChg chg="mod">
          <ac:chgData name="Vivek Kande" userId="7649d0e3-63cc-40f6-bad1-46fd6efa90af" providerId="ADAL" clId="{FC53BD6A-157D-4D26-975A-EFAD831AFB57}" dt="2026-09-30T00:59:28.861" v="23762" actId="1076"/>
          <ac:spMkLst>
            <pc:docMk/>
            <pc:sldMk cId="1009603761" sldId="344"/>
            <ac:spMk id="7" creationId="{23D4D81A-3492-09C5-09FE-A860356B3581}"/>
          </ac:spMkLst>
        </pc:spChg>
        <pc:spChg chg="add del mod">
          <ac:chgData name="Vivek Kande" userId="7649d0e3-63cc-40f6-bad1-46fd6efa90af" providerId="ADAL" clId="{FC53BD6A-157D-4D26-975A-EFAD831AFB57}" dt="2026-09-30T00:56:27.312" v="23604" actId="1035"/>
          <ac:spMkLst>
            <pc:docMk/>
            <pc:sldMk cId="1009603761" sldId="344"/>
            <ac:spMk id="9" creationId="{86197A36-31CF-0713-1298-9EE1EA30D931}"/>
          </ac:spMkLst>
        </pc:spChg>
        <pc:spChg chg="mod">
          <ac:chgData name="Vivek Kande" userId="7649d0e3-63cc-40f6-bad1-46fd6efa90af" providerId="ADAL" clId="{FC53BD6A-157D-4D26-975A-EFAD831AFB57}" dt="2026-09-30T00:59:46.638" v="23763" actId="1076"/>
          <ac:spMkLst>
            <pc:docMk/>
            <pc:sldMk cId="1009603761" sldId="344"/>
            <ac:spMk id="10" creationId="{82E37BFB-EE03-107F-C5A2-58A94ADA0480}"/>
          </ac:spMkLst>
        </pc:spChg>
        <pc:spChg chg="mod">
          <ac:chgData name="Vivek Kande" userId="7649d0e3-63cc-40f6-bad1-46fd6efa90af" providerId="ADAL" clId="{FC53BD6A-157D-4D26-975A-EFAD831AFB57}" dt="2026-09-30T00:56:21.518" v="23595" actId="1076"/>
          <ac:spMkLst>
            <pc:docMk/>
            <pc:sldMk cId="1009603761" sldId="344"/>
            <ac:spMk id="11" creationId="{21CDBBA4-33AF-DAD3-62A4-03B6CF66889E}"/>
          </ac:spMkLst>
        </pc:spChg>
        <pc:spChg chg="mod">
          <ac:chgData name="Vivek Kande" userId="7649d0e3-63cc-40f6-bad1-46fd6efa90af" providerId="ADAL" clId="{FC53BD6A-157D-4D26-975A-EFAD831AFB57}" dt="2026-09-30T00:59:28.861" v="23762" actId="1076"/>
          <ac:spMkLst>
            <pc:docMk/>
            <pc:sldMk cId="1009603761" sldId="344"/>
            <ac:spMk id="12" creationId="{3E8251FB-8F01-DABF-E5C7-611CD2B18B12}"/>
          </ac:spMkLst>
        </pc:spChg>
        <pc:spChg chg="add del mod">
          <ac:chgData name="Vivek Kande" userId="7649d0e3-63cc-40f6-bad1-46fd6efa90af" providerId="ADAL" clId="{FC53BD6A-157D-4D26-975A-EFAD831AFB57}" dt="2026-09-30T00:59:28.861" v="23762" actId="1076"/>
          <ac:spMkLst>
            <pc:docMk/>
            <pc:sldMk cId="1009603761" sldId="344"/>
            <ac:spMk id="16" creationId="{9A0012FB-0E47-DC47-8F6E-C0106B65D30B}"/>
          </ac:spMkLst>
        </pc:spChg>
        <pc:spChg chg="add mod">
          <ac:chgData name="Vivek Kande" userId="7649d0e3-63cc-40f6-bad1-46fd6efa90af" providerId="ADAL" clId="{FC53BD6A-157D-4D26-975A-EFAD831AFB57}" dt="2026-09-30T00:57:43.234" v="23757" actId="12"/>
          <ac:spMkLst>
            <pc:docMk/>
            <pc:sldMk cId="1009603761" sldId="344"/>
            <ac:spMk id="18" creationId="{3D44703D-B420-81E4-F714-ADF93DCFA5D3}"/>
          </ac:spMkLst>
        </pc:spChg>
        <pc:cxnChg chg="add del mod">
          <ac:chgData name="Vivek Kande" userId="7649d0e3-63cc-40f6-bad1-46fd6efa90af" providerId="ADAL" clId="{FC53BD6A-157D-4D26-975A-EFAD831AFB57}" dt="2026-09-30T00:56:27.312" v="23604" actId="1035"/>
          <ac:cxnSpMkLst>
            <pc:docMk/>
            <pc:sldMk cId="1009603761" sldId="344"/>
            <ac:cxnSpMk id="13" creationId="{4EA180EC-C962-9E26-D244-42B18A6D6C2B}"/>
          </ac:cxnSpMkLst>
        </pc:cxnChg>
        <pc:cxnChg chg="mod">
          <ac:chgData name="Vivek Kande" userId="7649d0e3-63cc-40f6-bad1-46fd6efa90af" providerId="ADAL" clId="{FC53BD6A-157D-4D26-975A-EFAD831AFB57}" dt="2026-09-30T00:59:46.638" v="23763" actId="1076"/>
          <ac:cxnSpMkLst>
            <pc:docMk/>
            <pc:sldMk cId="1009603761" sldId="344"/>
            <ac:cxnSpMk id="14" creationId="{C25B115E-EDB7-FD32-4F05-E9FC45D2185F}"/>
          </ac:cxnSpMkLst>
        </pc:cxnChg>
        <pc:cxnChg chg="mod">
          <ac:chgData name="Vivek Kande" userId="7649d0e3-63cc-40f6-bad1-46fd6efa90af" providerId="ADAL" clId="{FC53BD6A-157D-4D26-975A-EFAD831AFB57}" dt="2026-09-30T00:56:21.518" v="23595" actId="1076"/>
          <ac:cxnSpMkLst>
            <pc:docMk/>
            <pc:sldMk cId="1009603761" sldId="344"/>
            <ac:cxnSpMk id="15" creationId="{0C2E2BFB-D331-15AF-735A-DC9E205B738F}"/>
          </ac:cxnSpMkLst>
        </pc:cxnChg>
        <pc:cxnChg chg="add mod">
          <ac:chgData name="Vivek Kande" userId="7649d0e3-63cc-40f6-bad1-46fd6efa90af" providerId="ADAL" clId="{FC53BD6A-157D-4D26-975A-EFAD831AFB57}" dt="2026-09-30T00:57:48.957" v="23758" actId="571"/>
          <ac:cxnSpMkLst>
            <pc:docMk/>
            <pc:sldMk cId="1009603761" sldId="344"/>
            <ac:cxnSpMk id="22" creationId="{62337BF8-452B-85F9-5E9A-A10D8A6E49A4}"/>
          </ac:cxnSpMkLst>
        </pc:cxnChg>
      </pc:sldChg>
      <pc:sldChg chg="addSp delSp modSp add mod ord modAnim modNotesTx">
        <pc:chgData name="Vivek Kande" userId="7649d0e3-63cc-40f6-bad1-46fd6efa90af" providerId="ADAL" clId="{FC53BD6A-157D-4D26-975A-EFAD831AFB57}" dt="2026-09-30T09:46:27.969" v="24701" actId="20577"/>
        <pc:sldMkLst>
          <pc:docMk/>
          <pc:sldMk cId="1413215572" sldId="345"/>
        </pc:sldMkLst>
        <pc:spChg chg="mod">
          <ac:chgData name="Vivek Kande" userId="7649d0e3-63cc-40f6-bad1-46fd6efa90af" providerId="ADAL" clId="{FC53BD6A-157D-4D26-975A-EFAD831AFB57}" dt="2026-09-30T01:02:07.285" v="23976" actId="1076"/>
          <ac:spMkLst>
            <pc:docMk/>
            <pc:sldMk cId="1413215572" sldId="345"/>
            <ac:spMk id="4" creationId="{231C5581-DB0E-751B-EBF8-D66F4E9C8249}"/>
          </ac:spMkLst>
        </pc:spChg>
        <pc:spChg chg="add mod">
          <ac:chgData name="Vivek Kande" userId="7649d0e3-63cc-40f6-bad1-46fd6efa90af" providerId="ADAL" clId="{FC53BD6A-157D-4D26-975A-EFAD831AFB57}" dt="2026-09-30T01:06:24.116" v="24023" actId="948"/>
          <ac:spMkLst>
            <pc:docMk/>
            <pc:sldMk cId="1413215572" sldId="345"/>
            <ac:spMk id="6" creationId="{3ECBCB93-99F5-0DA9-7B53-ACF9E7391BB3}"/>
          </ac:spMkLst>
        </pc:spChg>
        <pc:spChg chg="add mod">
          <ac:chgData name="Vivek Kande" userId="7649d0e3-63cc-40f6-bad1-46fd6efa90af" providerId="ADAL" clId="{FC53BD6A-157D-4D26-975A-EFAD831AFB57}" dt="2026-09-29T09:30:16.020" v="17860" actId="207"/>
          <ac:spMkLst>
            <pc:docMk/>
            <pc:sldMk cId="1413215572" sldId="345"/>
            <ac:spMk id="7" creationId="{236E21A0-47E9-9EF8-636C-D281C0E8282D}"/>
          </ac:spMkLst>
        </pc:spChg>
        <pc:spChg chg="add mod">
          <ac:chgData name="Vivek Kande" userId="7649d0e3-63cc-40f6-bad1-46fd6efa90af" providerId="ADAL" clId="{FC53BD6A-157D-4D26-975A-EFAD831AFB57}" dt="2026-09-29T09:30:16.020" v="17860" actId="207"/>
          <ac:spMkLst>
            <pc:docMk/>
            <pc:sldMk cId="1413215572" sldId="345"/>
            <ac:spMk id="8" creationId="{4C61FE60-607E-0F71-B11B-63157EA85752}"/>
          </ac:spMkLst>
        </pc:spChg>
        <pc:spChg chg="add mod">
          <ac:chgData name="Vivek Kande" userId="7649d0e3-63cc-40f6-bad1-46fd6efa90af" providerId="ADAL" clId="{FC53BD6A-157D-4D26-975A-EFAD831AFB57}" dt="2026-09-29T09:30:16.020" v="17860" actId="207"/>
          <ac:spMkLst>
            <pc:docMk/>
            <pc:sldMk cId="1413215572" sldId="345"/>
            <ac:spMk id="9" creationId="{63C4EDD6-A4BA-679F-566D-7FA836D00B36}"/>
          </ac:spMkLst>
        </pc:spChg>
        <pc:spChg chg="add mod">
          <ac:chgData name="Vivek Kande" userId="7649d0e3-63cc-40f6-bad1-46fd6efa90af" providerId="ADAL" clId="{FC53BD6A-157D-4D26-975A-EFAD831AFB57}" dt="2026-09-29T09:30:16.020" v="17860" actId="207"/>
          <ac:spMkLst>
            <pc:docMk/>
            <pc:sldMk cId="1413215572" sldId="345"/>
            <ac:spMk id="10" creationId="{350F7231-F773-6257-BD57-7E562F5F84F6}"/>
          </ac:spMkLst>
        </pc:spChg>
        <pc:spChg chg="add mod">
          <ac:chgData name="Vivek Kande" userId="7649d0e3-63cc-40f6-bad1-46fd6efa90af" providerId="ADAL" clId="{FC53BD6A-157D-4D26-975A-EFAD831AFB57}" dt="2026-09-29T09:30:16.020" v="17860" actId="207"/>
          <ac:spMkLst>
            <pc:docMk/>
            <pc:sldMk cId="1413215572" sldId="345"/>
            <ac:spMk id="11" creationId="{D7571E28-7B7B-61FE-10F2-F2DF9BEFB9FA}"/>
          </ac:spMkLst>
        </pc:spChg>
        <pc:spChg chg="add mod">
          <ac:chgData name="Vivek Kande" userId="7649d0e3-63cc-40f6-bad1-46fd6efa90af" providerId="ADAL" clId="{FC53BD6A-157D-4D26-975A-EFAD831AFB57}" dt="2026-09-29T09:30:16.020" v="17860" actId="207"/>
          <ac:spMkLst>
            <pc:docMk/>
            <pc:sldMk cId="1413215572" sldId="345"/>
            <ac:spMk id="12" creationId="{B668F6F7-B401-3AB5-EF58-942795E60A18}"/>
          </ac:spMkLst>
        </pc:spChg>
        <pc:spChg chg="add mod">
          <ac:chgData name="Vivek Kande" userId="7649d0e3-63cc-40f6-bad1-46fd6efa90af" providerId="ADAL" clId="{FC53BD6A-157D-4D26-975A-EFAD831AFB57}" dt="2026-09-29T09:29:15.566" v="17848" actId="164"/>
          <ac:spMkLst>
            <pc:docMk/>
            <pc:sldMk cId="1413215572" sldId="345"/>
            <ac:spMk id="14" creationId="{A579CE49-F4C5-E99E-007B-E02E52A4EE74}"/>
          </ac:spMkLst>
        </pc:spChg>
        <pc:spChg chg="add mod">
          <ac:chgData name="Vivek Kande" userId="7649d0e3-63cc-40f6-bad1-46fd6efa90af" providerId="ADAL" clId="{FC53BD6A-157D-4D26-975A-EFAD831AFB57}" dt="2026-09-29T09:23:20.434" v="17769" actId="164"/>
          <ac:spMkLst>
            <pc:docMk/>
            <pc:sldMk cId="1413215572" sldId="345"/>
            <ac:spMk id="15" creationId="{CA8C4DBC-772A-85FD-5DC0-A1A76AF6BF63}"/>
          </ac:spMkLst>
        </pc:spChg>
        <pc:spChg chg="add mod">
          <ac:chgData name="Vivek Kande" userId="7649d0e3-63cc-40f6-bad1-46fd6efa90af" providerId="ADAL" clId="{FC53BD6A-157D-4D26-975A-EFAD831AFB57}" dt="2026-09-29T09:23:20.434" v="17769" actId="164"/>
          <ac:spMkLst>
            <pc:docMk/>
            <pc:sldMk cId="1413215572" sldId="345"/>
            <ac:spMk id="16" creationId="{22A7B585-DEFD-9F5D-B673-706865963FDE}"/>
          </ac:spMkLst>
        </pc:spChg>
        <pc:spChg chg="add mod">
          <ac:chgData name="Vivek Kande" userId="7649d0e3-63cc-40f6-bad1-46fd6efa90af" providerId="ADAL" clId="{FC53BD6A-157D-4D26-975A-EFAD831AFB57}" dt="2026-09-29T09:30:16.020" v="17860" actId="207"/>
          <ac:spMkLst>
            <pc:docMk/>
            <pc:sldMk cId="1413215572" sldId="345"/>
            <ac:spMk id="21" creationId="{B54EEE49-9517-3BF4-7419-6705AA7CC4E3}"/>
          </ac:spMkLst>
        </pc:spChg>
        <pc:spChg chg="add mod">
          <ac:chgData name="Vivek Kande" userId="7649d0e3-63cc-40f6-bad1-46fd6efa90af" providerId="ADAL" clId="{FC53BD6A-157D-4D26-975A-EFAD831AFB57}" dt="2026-09-30T01:07:27.238" v="24032" actId="1076"/>
          <ac:spMkLst>
            <pc:docMk/>
            <pc:sldMk cId="1413215572" sldId="345"/>
            <ac:spMk id="23" creationId="{0D8AE060-A7DF-5EE3-3C22-19087A0E4443}"/>
          </ac:spMkLst>
        </pc:spChg>
        <pc:spChg chg="add mod">
          <ac:chgData name="Vivek Kande" userId="7649d0e3-63cc-40f6-bad1-46fd6efa90af" providerId="ADAL" clId="{FC53BD6A-157D-4D26-975A-EFAD831AFB57}" dt="2026-09-29T09:23:20.434" v="17769" actId="164"/>
          <ac:spMkLst>
            <pc:docMk/>
            <pc:sldMk cId="1413215572" sldId="345"/>
            <ac:spMk id="27" creationId="{AE46F04D-468B-9B40-8D53-3B23DC02F87F}"/>
          </ac:spMkLst>
        </pc:spChg>
        <pc:spChg chg="add mod">
          <ac:chgData name="Vivek Kande" userId="7649d0e3-63cc-40f6-bad1-46fd6efa90af" providerId="ADAL" clId="{FC53BD6A-157D-4D26-975A-EFAD831AFB57}" dt="2026-09-30T01:09:13.139" v="24050" actId="1036"/>
          <ac:spMkLst>
            <pc:docMk/>
            <pc:sldMk cId="1413215572" sldId="345"/>
            <ac:spMk id="29" creationId="{E4A15A9F-C475-C6AD-CBAA-A8FE1CCD8BBA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37" creationId="{D351BF08-7B60-AEDB-C5D4-D1AEAF93BBB6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38" creationId="{018AF945-A412-F39C-34C2-21B18B4C12E8}"/>
          </ac:spMkLst>
        </pc:spChg>
        <pc:spChg chg="add mod">
          <ac:chgData name="Vivek Kande" userId="7649d0e3-63cc-40f6-bad1-46fd6efa90af" providerId="ADAL" clId="{FC53BD6A-157D-4D26-975A-EFAD831AFB57}" dt="2026-09-29T09:26:20.437" v="17802" actId="1076"/>
          <ac:spMkLst>
            <pc:docMk/>
            <pc:sldMk cId="1413215572" sldId="345"/>
            <ac:spMk id="39" creationId="{2F239FB6-075A-29C3-B426-67B3BAF4FA39}"/>
          </ac:spMkLst>
        </pc:spChg>
        <pc:spChg chg="add mod">
          <ac:chgData name="Vivek Kande" userId="7649d0e3-63cc-40f6-bad1-46fd6efa90af" providerId="ADAL" clId="{FC53BD6A-157D-4D26-975A-EFAD831AFB57}" dt="2026-09-29T09:29:06.233" v="17844" actId="403"/>
          <ac:spMkLst>
            <pc:docMk/>
            <pc:sldMk cId="1413215572" sldId="345"/>
            <ac:spMk id="41" creationId="{CC9C0F32-D2CF-ABDC-DD24-E0FDA94D205E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50" creationId="{943CE948-0F4B-C857-445D-218AD0246A0B}"/>
          </ac:spMkLst>
        </pc:spChg>
        <pc:spChg chg="add mod or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51" creationId="{0BA6A656-335B-0BF4-FFBB-1863EFA8005D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52" creationId="{80B08C80-6B9F-C13A-5BA2-09C68F1ADB52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53" creationId="{914B9C89-1F76-AEC9-7FB5-7BD9C52CBD0F}"/>
          </ac:spMkLst>
        </pc:spChg>
        <pc:spChg chg="add mod">
          <ac:chgData name="Vivek Kande" userId="7649d0e3-63cc-40f6-bad1-46fd6efa90af" providerId="ADAL" clId="{FC53BD6A-157D-4D26-975A-EFAD831AFB57}" dt="2026-09-29T09:27:23.807" v="17812" actId="1076"/>
          <ac:spMkLst>
            <pc:docMk/>
            <pc:sldMk cId="1413215572" sldId="345"/>
            <ac:spMk id="54" creationId="{DB542A22-FB62-0BAD-6AA9-E539238AAA6B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55" creationId="{F03A0350-882F-35F5-E8D6-89B1EFDDD0A2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56" creationId="{239A4532-121D-95CE-F9E2-A681CF86728A}"/>
          </ac:spMkLst>
        </pc:spChg>
        <pc:spChg chg="add mod">
          <ac:chgData name="Vivek Kande" userId="7649d0e3-63cc-40f6-bad1-46fd6efa90af" providerId="ADAL" clId="{FC53BD6A-157D-4D26-975A-EFAD831AFB57}" dt="2026-09-29T09:26:48.532" v="17809" actId="1076"/>
          <ac:spMkLst>
            <pc:docMk/>
            <pc:sldMk cId="1413215572" sldId="345"/>
            <ac:spMk id="58" creationId="{CC827A0B-1860-4370-979E-80586BA9CB38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67" creationId="{4DDB42D9-11C7-2BEC-A010-BF39F7CDA1F3}"/>
          </ac:spMkLst>
        </pc:spChg>
        <pc:spChg chg="add mod">
          <ac:chgData name="Vivek Kande" userId="7649d0e3-63cc-40f6-bad1-46fd6efa90af" providerId="ADAL" clId="{FC53BD6A-157D-4D26-975A-EFAD831AFB57}" dt="2026-09-29T09:29:10.597" v="17847" actId="403"/>
          <ac:spMkLst>
            <pc:docMk/>
            <pc:sldMk cId="1413215572" sldId="345"/>
            <ac:spMk id="68" creationId="{9304C46D-B356-462D-D41D-E954EF5FD7B0}"/>
          </ac:spMkLst>
        </pc:spChg>
        <pc:spChg chg="add mod">
          <ac:chgData name="Vivek Kande" userId="7649d0e3-63cc-40f6-bad1-46fd6efa90af" providerId="ADAL" clId="{FC53BD6A-157D-4D26-975A-EFAD831AFB57}" dt="2026-09-30T01:09:20.550" v="24051" actId="1076"/>
          <ac:spMkLst>
            <pc:docMk/>
            <pc:sldMk cId="1413215572" sldId="345"/>
            <ac:spMk id="74" creationId="{363E662F-8F83-A2B4-3086-0E55EBCF9DC2}"/>
          </ac:spMkLst>
        </pc:spChg>
        <pc:spChg chg="add mod">
          <ac:chgData name="Vivek Kande" userId="7649d0e3-63cc-40f6-bad1-46fd6efa90af" providerId="ADAL" clId="{FC53BD6A-157D-4D26-975A-EFAD831AFB57}" dt="2026-09-30T09:46:14.557" v="24696" actId="1036"/>
          <ac:spMkLst>
            <pc:docMk/>
            <pc:sldMk cId="1413215572" sldId="345"/>
            <ac:spMk id="75" creationId="{FD45FA1A-AAB2-DA64-ECDF-38C53B33553E}"/>
          </ac:spMkLst>
        </pc:spChg>
        <pc:spChg chg="add mod">
          <ac:chgData name="Vivek Kande" userId="7649d0e3-63cc-40f6-bad1-46fd6efa90af" providerId="ADAL" clId="{FC53BD6A-157D-4D26-975A-EFAD831AFB57}" dt="2026-09-30T01:09:20.550" v="24051" actId="1076"/>
          <ac:spMkLst>
            <pc:docMk/>
            <pc:sldMk cId="1413215572" sldId="345"/>
            <ac:spMk id="76" creationId="{8BA1DA72-8EB5-4972-360F-EBE061F347DC}"/>
          </ac:spMkLst>
        </pc:spChg>
        <pc:spChg chg="add mod">
          <ac:chgData name="Vivek Kande" userId="7649d0e3-63cc-40f6-bad1-46fd6efa90af" providerId="ADAL" clId="{FC53BD6A-157D-4D26-975A-EFAD831AFB57}" dt="2026-09-30T01:09:20.550" v="24051" actId="1076"/>
          <ac:spMkLst>
            <pc:docMk/>
            <pc:sldMk cId="1413215572" sldId="345"/>
            <ac:spMk id="77" creationId="{2E3D6231-E14F-9F1E-420F-676DD580E282}"/>
          </ac:spMkLst>
        </pc:spChg>
        <pc:grpChg chg="add mod">
          <ac:chgData name="Vivek Kande" userId="7649d0e3-63cc-40f6-bad1-46fd6efa90af" providerId="ADAL" clId="{FC53BD6A-157D-4D26-975A-EFAD831AFB57}" dt="2026-09-29T09:29:15.566" v="17848" actId="164"/>
          <ac:grpSpMkLst>
            <pc:docMk/>
            <pc:sldMk cId="1413215572" sldId="345"/>
            <ac:grpSpMk id="28" creationId="{1B13871F-E09A-DC0E-2486-793F0D9091EC}"/>
          </ac:grpSpMkLst>
        </pc:grpChg>
        <pc:grpChg chg="add mod">
          <ac:chgData name="Vivek Kande" userId="7649d0e3-63cc-40f6-bad1-46fd6efa90af" providerId="ADAL" clId="{FC53BD6A-157D-4D26-975A-EFAD831AFB57}" dt="2026-09-29T09:26:20.437" v="17802" actId="1076"/>
          <ac:grpSpMkLst>
            <pc:docMk/>
            <pc:sldMk cId="1413215572" sldId="345"/>
            <ac:grpSpMk id="42" creationId="{540DD40C-BC6B-6006-0F13-569AC260EC86}"/>
          </ac:grpSpMkLst>
        </pc:grpChg>
        <pc:grpChg chg="add mod">
          <ac:chgData name="Vivek Kande" userId="7649d0e3-63cc-40f6-bad1-46fd6efa90af" providerId="ADAL" clId="{FC53BD6A-157D-4D26-975A-EFAD831AFB57}" dt="2026-09-29T09:26:20.437" v="17802" actId="1076"/>
          <ac:grpSpMkLst>
            <pc:docMk/>
            <pc:sldMk cId="1413215572" sldId="345"/>
            <ac:grpSpMk id="46" creationId="{7D165AEE-BA54-C6AA-5F9F-E9A872648A46}"/>
          </ac:grpSpMkLst>
        </pc:grpChg>
        <pc:grpChg chg="add mod">
          <ac:chgData name="Vivek Kande" userId="7649d0e3-63cc-40f6-bad1-46fd6efa90af" providerId="ADAL" clId="{FC53BD6A-157D-4D26-975A-EFAD831AFB57}" dt="2026-09-29T09:26:48.532" v="17809" actId="1076"/>
          <ac:grpSpMkLst>
            <pc:docMk/>
            <pc:sldMk cId="1413215572" sldId="345"/>
            <ac:grpSpMk id="59" creationId="{94408F0B-F0EA-1DCA-70E9-ACB8643F5A40}"/>
          </ac:grpSpMkLst>
        </pc:grpChg>
        <pc:grpChg chg="add mod">
          <ac:chgData name="Vivek Kande" userId="7649d0e3-63cc-40f6-bad1-46fd6efa90af" providerId="ADAL" clId="{FC53BD6A-157D-4D26-975A-EFAD831AFB57}" dt="2026-09-29T09:26:48.532" v="17809" actId="1076"/>
          <ac:grpSpMkLst>
            <pc:docMk/>
            <pc:sldMk cId="1413215572" sldId="345"/>
            <ac:grpSpMk id="63" creationId="{C35A899F-0018-F6D3-F47C-9C2A643364EC}"/>
          </ac:grpSpMkLst>
        </pc:grpChg>
        <pc:grpChg chg="mod">
          <ac:chgData name="Vivek Kande" userId="7649d0e3-63cc-40f6-bad1-46fd6efa90af" providerId="ADAL" clId="{FC53BD6A-157D-4D26-975A-EFAD831AFB57}" dt="2026-09-30T01:06:32.528" v="24024" actId="1076"/>
          <ac:grpSpMkLst>
            <pc:docMk/>
            <pc:sldMk cId="1413215572" sldId="345"/>
            <ac:grpSpMk id="71" creationId="{F9BCA5BE-E7CA-D290-774C-553CB26738DF}"/>
          </ac:grpSpMkLst>
        </pc:grpChg>
        <pc:grpChg chg="add mod">
          <ac:chgData name="Vivek Kande" userId="7649d0e3-63cc-40f6-bad1-46fd6efa90af" providerId="ADAL" clId="{FC53BD6A-157D-4D26-975A-EFAD831AFB57}" dt="2026-09-30T01:08:22.446" v="24039" actId="1076"/>
          <ac:grpSpMkLst>
            <pc:docMk/>
            <pc:sldMk cId="1413215572" sldId="345"/>
            <ac:grpSpMk id="72" creationId="{E360CA80-0C00-1576-2ADC-66F758A6A696}"/>
          </ac:grpSpMkLst>
        </pc:grpChg>
        <pc:grpChg chg="add mod">
          <ac:chgData name="Vivek Kande" userId="7649d0e3-63cc-40f6-bad1-46fd6efa90af" providerId="ADAL" clId="{FC53BD6A-157D-4D26-975A-EFAD831AFB57}" dt="2026-09-30T01:06:10.102" v="24020" actId="1076"/>
          <ac:grpSpMkLst>
            <pc:docMk/>
            <pc:sldMk cId="1413215572" sldId="345"/>
            <ac:grpSpMk id="73" creationId="{01D74B13-8BC9-DC38-607B-9E9DC8E53495}"/>
          </ac:grpSpMkLst>
        </pc:grpChg>
        <pc:picChg chg="add mod">
          <ac:chgData name="Vivek Kande" userId="7649d0e3-63cc-40f6-bad1-46fd6efa90af" providerId="ADAL" clId="{FC53BD6A-157D-4D26-975A-EFAD831AFB57}" dt="2026-09-29T09:28:35.165" v="17833" actId="1076"/>
          <ac:picMkLst>
            <pc:docMk/>
            <pc:sldMk cId="1413215572" sldId="345"/>
            <ac:picMk id="70" creationId="{44A4FDCF-CC13-702B-24EB-5700BC96E853}"/>
          </ac:picMkLst>
        </pc:picChg>
        <pc:cxnChg chg="add mod">
          <ac:chgData name="Vivek Kande" userId="7649d0e3-63cc-40f6-bad1-46fd6efa90af" providerId="ADAL" clId="{FC53BD6A-157D-4D26-975A-EFAD831AFB57}" dt="2026-09-30T01:07:34.717" v="24034" actId="14100"/>
          <ac:cxnSpMkLst>
            <pc:docMk/>
            <pc:sldMk cId="1413215572" sldId="345"/>
            <ac:cxnSpMk id="25" creationId="{B96292BC-4C86-AC53-A2B8-66C084FC5146}"/>
          </ac:cxnSpMkLst>
        </pc:cxnChg>
        <pc:cxnChg chg="add mod">
          <ac:chgData name="Vivek Kande" userId="7649d0e3-63cc-40f6-bad1-46fd6efa90af" providerId="ADAL" clId="{FC53BD6A-157D-4D26-975A-EFAD831AFB57}" dt="2026-09-29T09:29:15.566" v="17848" actId="164"/>
          <ac:cxnSpMkLst>
            <pc:docMk/>
            <pc:sldMk cId="1413215572" sldId="345"/>
            <ac:cxnSpMk id="31" creationId="{7238BAC9-2FA4-C10D-73A9-6F56B4412B42}"/>
          </ac:cxnSpMkLst>
        </pc:cxnChg>
        <pc:cxnChg chg="add mod">
          <ac:chgData name="Vivek Kande" userId="7649d0e3-63cc-40f6-bad1-46fd6efa90af" providerId="ADAL" clId="{FC53BD6A-157D-4D26-975A-EFAD831AFB57}" dt="2026-09-29T09:29:15.566" v="17848" actId="164"/>
          <ac:cxnSpMkLst>
            <pc:docMk/>
            <pc:sldMk cId="1413215572" sldId="345"/>
            <ac:cxnSpMk id="33" creationId="{7A2F467E-CBDC-C0FC-77A8-238C9F596C74}"/>
          </ac:cxnSpMkLst>
        </pc:cxnChg>
        <pc:cxnChg chg="add mod">
          <ac:chgData name="Vivek Kande" userId="7649d0e3-63cc-40f6-bad1-46fd6efa90af" providerId="ADAL" clId="{FC53BD6A-157D-4D26-975A-EFAD831AFB57}" dt="2026-09-29T09:29:15.566" v="17848" actId="164"/>
          <ac:cxnSpMkLst>
            <pc:docMk/>
            <pc:sldMk cId="1413215572" sldId="345"/>
            <ac:cxnSpMk id="35" creationId="{485C8F3C-C066-B207-2E48-AFBD9E8F8BD2}"/>
          </ac:cxnSpMkLst>
        </pc:cxnChg>
        <pc:cxnChg chg="add mod">
          <ac:chgData name="Vivek Kande" userId="7649d0e3-63cc-40f6-bad1-46fd6efa90af" providerId="ADAL" clId="{FC53BD6A-157D-4D26-975A-EFAD831AFB57}" dt="2026-09-29T09:29:15.566" v="17848" actId="164"/>
          <ac:cxnSpMkLst>
            <pc:docMk/>
            <pc:sldMk cId="1413215572" sldId="345"/>
            <ac:cxnSpMk id="36" creationId="{68510525-32A4-1D86-8764-3EEBA2BC95E6}"/>
          </ac:cxnSpMkLst>
        </pc:cxnChg>
        <pc:cxnChg chg="mod">
          <ac:chgData name="Vivek Kande" userId="7649d0e3-63cc-40f6-bad1-46fd6efa90af" providerId="ADAL" clId="{FC53BD6A-157D-4D26-975A-EFAD831AFB57}" dt="2026-09-29T09:26:20.437" v="17802" actId="1076"/>
          <ac:cxnSpMkLst>
            <pc:docMk/>
            <pc:sldMk cId="1413215572" sldId="345"/>
            <ac:cxnSpMk id="40" creationId="{166B9C23-78AC-7E82-6C41-27037CE4F234}"/>
          </ac:cxnSpMkLst>
        </pc:cxnChg>
        <pc:cxnChg chg="mod">
          <ac:chgData name="Vivek Kande" userId="7649d0e3-63cc-40f6-bad1-46fd6efa90af" providerId="ADAL" clId="{FC53BD6A-157D-4D26-975A-EFAD831AFB57}" dt="2026-09-29T09:25:29.441" v="17788"/>
          <ac:cxnSpMkLst>
            <pc:docMk/>
            <pc:sldMk cId="1413215572" sldId="345"/>
            <ac:cxnSpMk id="43" creationId="{32BE5A8D-6D67-F7A4-1B26-044B99D0ED9A}"/>
          </ac:cxnSpMkLst>
        </pc:cxnChg>
        <pc:cxnChg chg="mod">
          <ac:chgData name="Vivek Kande" userId="7649d0e3-63cc-40f6-bad1-46fd6efa90af" providerId="ADAL" clId="{FC53BD6A-157D-4D26-975A-EFAD831AFB57}" dt="2026-09-29T09:25:29.441" v="17788"/>
          <ac:cxnSpMkLst>
            <pc:docMk/>
            <pc:sldMk cId="1413215572" sldId="345"/>
            <ac:cxnSpMk id="44" creationId="{A052D83D-05EF-A2B1-0AC5-AF5AB74187FD}"/>
          </ac:cxnSpMkLst>
        </pc:cxnChg>
        <pc:cxnChg chg="mod">
          <ac:chgData name="Vivek Kande" userId="7649d0e3-63cc-40f6-bad1-46fd6efa90af" providerId="ADAL" clId="{FC53BD6A-157D-4D26-975A-EFAD831AFB57}" dt="2026-09-29T09:25:29.441" v="17788"/>
          <ac:cxnSpMkLst>
            <pc:docMk/>
            <pc:sldMk cId="1413215572" sldId="345"/>
            <ac:cxnSpMk id="45" creationId="{27B1DD8F-C0E0-03E4-FFF5-5D612D86329A}"/>
          </ac:cxnSpMkLst>
        </pc:cxnChg>
        <pc:cxnChg chg="mod">
          <ac:chgData name="Vivek Kande" userId="7649d0e3-63cc-40f6-bad1-46fd6efa90af" providerId="ADAL" clId="{FC53BD6A-157D-4D26-975A-EFAD831AFB57}" dt="2026-09-29T09:26:48.532" v="17809" actId="1076"/>
          <ac:cxnSpMkLst>
            <pc:docMk/>
            <pc:sldMk cId="1413215572" sldId="345"/>
            <ac:cxnSpMk id="57" creationId="{804D9FE4-3700-2970-6C0E-50FB215E75B1}"/>
          </ac:cxnSpMkLst>
        </pc:cxnChg>
        <pc:cxnChg chg="mod">
          <ac:chgData name="Vivek Kande" userId="7649d0e3-63cc-40f6-bad1-46fd6efa90af" providerId="ADAL" clId="{FC53BD6A-157D-4D26-975A-EFAD831AFB57}" dt="2026-09-29T09:26:12.063" v="17799" actId="571"/>
          <ac:cxnSpMkLst>
            <pc:docMk/>
            <pc:sldMk cId="1413215572" sldId="345"/>
            <ac:cxnSpMk id="64" creationId="{8F1DC1C1-78B0-1C32-A9C2-1CCF44159A62}"/>
          </ac:cxnSpMkLst>
        </pc:cxnChg>
        <pc:cxnChg chg="mod">
          <ac:chgData name="Vivek Kande" userId="7649d0e3-63cc-40f6-bad1-46fd6efa90af" providerId="ADAL" clId="{FC53BD6A-157D-4D26-975A-EFAD831AFB57}" dt="2026-09-29T09:26:12.063" v="17799" actId="571"/>
          <ac:cxnSpMkLst>
            <pc:docMk/>
            <pc:sldMk cId="1413215572" sldId="345"/>
            <ac:cxnSpMk id="65" creationId="{47035386-9F01-B232-8D66-9EAEFBB8B8B7}"/>
          </ac:cxnSpMkLst>
        </pc:cxnChg>
      </pc:sldChg>
      <pc:sldChg chg="modSp add mod">
        <pc:chgData name="Vivek Kande" userId="7649d0e3-63cc-40f6-bad1-46fd6efa90af" providerId="ADAL" clId="{FC53BD6A-157D-4D26-975A-EFAD831AFB57}" dt="2026-09-29T09:16:10.421" v="17271" actId="20577"/>
        <pc:sldMkLst>
          <pc:docMk/>
          <pc:sldMk cId="891307209" sldId="346"/>
        </pc:sldMkLst>
        <pc:spChg chg="mod">
          <ac:chgData name="Vivek Kande" userId="7649d0e3-63cc-40f6-bad1-46fd6efa90af" providerId="ADAL" clId="{FC53BD6A-157D-4D26-975A-EFAD831AFB57}" dt="2026-09-29T09:16:10.421" v="17271" actId="20577"/>
          <ac:spMkLst>
            <pc:docMk/>
            <pc:sldMk cId="891307209" sldId="346"/>
            <ac:spMk id="2" creationId="{21D264B7-6AC4-B5D9-2D71-76F1A9E849D0}"/>
          </ac:spMkLst>
        </pc:spChg>
      </pc:sldChg>
      <pc:sldChg chg="modSp add mod">
        <pc:chgData name="Vivek Kande" userId="7649d0e3-63cc-40f6-bad1-46fd6efa90af" providerId="ADAL" clId="{FC53BD6A-157D-4D26-975A-EFAD831AFB57}" dt="2026-09-29T09:17:24.794" v="17367" actId="20577"/>
        <pc:sldMkLst>
          <pc:docMk/>
          <pc:sldMk cId="909149703" sldId="347"/>
        </pc:sldMkLst>
        <pc:spChg chg="mod">
          <ac:chgData name="Vivek Kande" userId="7649d0e3-63cc-40f6-bad1-46fd6efa90af" providerId="ADAL" clId="{FC53BD6A-157D-4D26-975A-EFAD831AFB57}" dt="2026-09-29T09:17:24.794" v="17367" actId="20577"/>
          <ac:spMkLst>
            <pc:docMk/>
            <pc:sldMk cId="909149703" sldId="347"/>
            <ac:spMk id="2" creationId="{8099FCC9-DCF0-848D-4AD4-DADD53D52911}"/>
          </ac:spMkLst>
        </pc:spChg>
      </pc:sldChg>
      <pc:sldChg chg="addSp delSp modSp add mod delAnim modAnim modNotesTx">
        <pc:chgData name="Vivek Kande" userId="7649d0e3-63cc-40f6-bad1-46fd6efa90af" providerId="ADAL" clId="{FC53BD6A-157D-4D26-975A-EFAD831AFB57}" dt="2026-09-30T00:19:47.606" v="22991" actId="20577"/>
        <pc:sldMkLst>
          <pc:docMk/>
          <pc:sldMk cId="1154999710" sldId="348"/>
        </pc:sldMkLst>
        <pc:spChg chg="mod">
          <ac:chgData name="Vivek Kande" userId="7649d0e3-63cc-40f6-bad1-46fd6efa90af" providerId="ADAL" clId="{FC53BD6A-157D-4D26-975A-EFAD831AFB57}" dt="2026-09-29T10:15:21.379" v="18206" actId="2711"/>
          <ac:spMkLst>
            <pc:docMk/>
            <pc:sldMk cId="1154999710" sldId="348"/>
            <ac:spMk id="5" creationId="{9DFF39CD-2531-A938-0BF6-B80A7F87B5B3}"/>
          </ac:spMkLst>
        </pc:spChg>
        <pc:grpChg chg="add mod">
          <ac:chgData name="Vivek Kande" userId="7649d0e3-63cc-40f6-bad1-46fd6efa90af" providerId="ADAL" clId="{FC53BD6A-157D-4D26-975A-EFAD831AFB57}" dt="2026-09-29T10:13:41.490" v="18194" actId="1076"/>
          <ac:grpSpMkLst>
            <pc:docMk/>
            <pc:sldMk cId="1154999710" sldId="348"/>
            <ac:grpSpMk id="2" creationId="{940FFFE1-D762-475F-860F-25D69C46C4E3}"/>
          </ac:grpSpMkLst>
        </pc:grpChg>
        <pc:picChg chg="mod">
          <ac:chgData name="Vivek Kande" userId="7649d0e3-63cc-40f6-bad1-46fd6efa90af" providerId="ADAL" clId="{FC53BD6A-157D-4D26-975A-EFAD831AFB57}" dt="2026-09-29T10:13:38.728" v="18193"/>
          <ac:picMkLst>
            <pc:docMk/>
            <pc:sldMk cId="1154999710" sldId="348"/>
            <ac:picMk id="4" creationId="{2641B5D2-B798-AD5E-ADF0-4D9278FB52AC}"/>
          </ac:picMkLst>
        </pc:picChg>
        <pc:picChg chg="mod">
          <ac:chgData name="Vivek Kande" userId="7649d0e3-63cc-40f6-bad1-46fd6efa90af" providerId="ADAL" clId="{FC53BD6A-157D-4D26-975A-EFAD831AFB57}" dt="2026-09-29T10:14:24.255" v="18201" actId="1076"/>
          <ac:picMkLst>
            <pc:docMk/>
            <pc:sldMk cId="1154999710" sldId="348"/>
            <ac:picMk id="47" creationId="{E5D3C023-ECF2-AE2F-ED00-208AD9708CA9}"/>
          </ac:picMkLst>
        </pc:picChg>
      </pc:sldChg>
      <pc:sldChg chg="addSp delSp modSp new mod ord modShow">
        <pc:chgData name="Vivek Kande" userId="7649d0e3-63cc-40f6-bad1-46fd6efa90af" providerId="ADAL" clId="{FC53BD6A-157D-4D26-975A-EFAD831AFB57}" dt="2026-09-29T23:37:35.689" v="21301"/>
        <pc:sldMkLst>
          <pc:docMk/>
          <pc:sldMk cId="4163069056" sldId="349"/>
        </pc:sldMkLst>
        <pc:spChg chg="add del mod">
          <ac:chgData name="Vivek Kande" userId="7649d0e3-63cc-40f6-bad1-46fd6efa90af" providerId="ADAL" clId="{FC53BD6A-157D-4D26-975A-EFAD831AFB57}" dt="2026-09-29T15:28:10.814" v="18917" actId="14100"/>
          <ac:spMkLst>
            <pc:docMk/>
            <pc:sldMk cId="4163069056" sldId="349"/>
            <ac:spMk id="4" creationId="{0BA9E70B-9A7F-CECC-7AB5-3B516F70F4C7}"/>
          </ac:spMkLst>
        </pc:spChg>
        <pc:spChg chg="add mod">
          <ac:chgData name="Vivek Kande" userId="7649d0e3-63cc-40f6-bad1-46fd6efa90af" providerId="ADAL" clId="{FC53BD6A-157D-4D26-975A-EFAD831AFB57}" dt="2026-09-29T15:53:37.271" v="19009" actId="1076"/>
          <ac:spMkLst>
            <pc:docMk/>
            <pc:sldMk cId="4163069056" sldId="349"/>
            <ac:spMk id="20" creationId="{E7B7C161-87F2-3834-DF3E-7FF251045587}"/>
          </ac:spMkLst>
        </pc:spChg>
        <pc:spChg chg="add mod">
          <ac:chgData name="Vivek Kande" userId="7649d0e3-63cc-40f6-bad1-46fd6efa90af" providerId="ADAL" clId="{FC53BD6A-157D-4D26-975A-EFAD831AFB57}" dt="2026-09-29T15:54:44.328" v="19070" actId="14100"/>
          <ac:spMkLst>
            <pc:docMk/>
            <pc:sldMk cId="4163069056" sldId="349"/>
            <ac:spMk id="23" creationId="{988DB395-5E93-90C3-7171-7B0F28B8EE2D}"/>
          </ac:spMkLst>
        </pc:spChg>
        <pc:spChg chg="add mod">
          <ac:chgData name="Vivek Kande" userId="7649d0e3-63cc-40f6-bad1-46fd6efa90af" providerId="ADAL" clId="{FC53BD6A-157D-4D26-975A-EFAD831AFB57}" dt="2026-09-29T15:55:08.062" v="19097" actId="1076"/>
          <ac:spMkLst>
            <pc:docMk/>
            <pc:sldMk cId="4163069056" sldId="349"/>
            <ac:spMk id="24" creationId="{9425B344-1559-F210-FDFE-F345A4BD1897}"/>
          </ac:spMkLst>
        </pc:spChg>
        <pc:spChg chg="add mod">
          <ac:chgData name="Vivek Kande" userId="7649d0e3-63cc-40f6-bad1-46fd6efa90af" providerId="ADAL" clId="{FC53BD6A-157D-4D26-975A-EFAD831AFB57}" dt="2026-09-29T15:55:58.439" v="19133" actId="1076"/>
          <ac:spMkLst>
            <pc:docMk/>
            <pc:sldMk cId="4163069056" sldId="349"/>
            <ac:spMk id="26" creationId="{23B9D674-D2CA-657E-49C2-65BE725639F0}"/>
          </ac:spMkLst>
        </pc:spChg>
        <pc:picChg chg="add mod topLvl">
          <ac:chgData name="Vivek Kande" userId="7649d0e3-63cc-40f6-bad1-46fd6efa90af" providerId="ADAL" clId="{FC53BD6A-157D-4D26-975A-EFAD831AFB57}" dt="2026-09-29T15:52:49.975" v="18976" actId="1076"/>
          <ac:picMkLst>
            <pc:docMk/>
            <pc:sldMk cId="4163069056" sldId="349"/>
            <ac:picMk id="7" creationId="{4BD8E4BD-3DE1-D59C-E71E-920790E03198}"/>
          </ac:picMkLst>
        </pc:picChg>
        <pc:picChg chg="add mod topLvl">
          <ac:chgData name="Vivek Kande" userId="7649d0e3-63cc-40f6-bad1-46fd6efa90af" providerId="ADAL" clId="{FC53BD6A-157D-4D26-975A-EFAD831AFB57}" dt="2026-09-29T15:52:49.975" v="18976" actId="1076"/>
          <ac:picMkLst>
            <pc:docMk/>
            <pc:sldMk cId="4163069056" sldId="349"/>
            <ac:picMk id="9" creationId="{493F5CD9-6527-63A7-EA3C-D8769BF2EC8B}"/>
          </ac:picMkLst>
        </pc:picChg>
        <pc:picChg chg="add mod topLvl">
          <ac:chgData name="Vivek Kande" userId="7649d0e3-63cc-40f6-bad1-46fd6efa90af" providerId="ADAL" clId="{FC53BD6A-157D-4D26-975A-EFAD831AFB57}" dt="2026-09-29T15:52:49.975" v="18976" actId="1076"/>
          <ac:picMkLst>
            <pc:docMk/>
            <pc:sldMk cId="4163069056" sldId="349"/>
            <ac:picMk id="16" creationId="{B7163EE6-E752-BF7D-D21C-AA90D53249FE}"/>
          </ac:picMkLst>
        </pc:picChg>
        <pc:cxnChg chg="add mod topLvl">
          <ac:chgData name="Vivek Kande" userId="7649d0e3-63cc-40f6-bad1-46fd6efa90af" providerId="ADAL" clId="{FC53BD6A-157D-4D26-975A-EFAD831AFB57}" dt="2026-09-29T15:52:49.975" v="18976" actId="1076"/>
          <ac:cxnSpMkLst>
            <pc:docMk/>
            <pc:sldMk cId="4163069056" sldId="349"/>
            <ac:cxnSpMk id="11" creationId="{B896084A-9075-1C4B-31C6-0BBAFA7B65A5}"/>
          </ac:cxnSpMkLst>
        </pc:cxnChg>
        <pc:cxnChg chg="add mod topLvl">
          <ac:chgData name="Vivek Kande" userId="7649d0e3-63cc-40f6-bad1-46fd6efa90af" providerId="ADAL" clId="{FC53BD6A-157D-4D26-975A-EFAD831AFB57}" dt="2026-09-29T15:52:49.975" v="18976" actId="1076"/>
          <ac:cxnSpMkLst>
            <pc:docMk/>
            <pc:sldMk cId="4163069056" sldId="349"/>
            <ac:cxnSpMk id="13" creationId="{9772D8A1-9A26-FE57-0C78-5BEF28ED5087}"/>
          </ac:cxnSpMkLst>
        </pc:cxnChg>
        <pc:cxnChg chg="add mod">
          <ac:chgData name="Vivek Kande" userId="7649d0e3-63cc-40f6-bad1-46fd6efa90af" providerId="ADAL" clId="{FC53BD6A-157D-4D26-975A-EFAD831AFB57}" dt="2026-09-29T15:56:14.457" v="19137" actId="208"/>
          <ac:cxnSpMkLst>
            <pc:docMk/>
            <pc:sldMk cId="4163069056" sldId="349"/>
            <ac:cxnSpMk id="19" creationId="{2FCF9411-AA35-1D0A-2E07-CCD206DD3072}"/>
          </ac:cxnSpMkLst>
        </pc:cxnChg>
        <pc:cxnChg chg="add mod">
          <ac:chgData name="Vivek Kande" userId="7649d0e3-63cc-40f6-bad1-46fd6efa90af" providerId="ADAL" clId="{FC53BD6A-157D-4D26-975A-EFAD831AFB57}" dt="2026-09-29T15:56:14.457" v="19137" actId="208"/>
          <ac:cxnSpMkLst>
            <pc:docMk/>
            <pc:sldMk cId="4163069056" sldId="349"/>
            <ac:cxnSpMk id="22" creationId="{49AC11EE-CD66-AAC8-8065-C61544AA5F5B}"/>
          </ac:cxnSpMkLst>
        </pc:cxnChg>
        <pc:cxnChg chg="add mod">
          <ac:chgData name="Vivek Kande" userId="7649d0e3-63cc-40f6-bad1-46fd6efa90af" providerId="ADAL" clId="{FC53BD6A-157D-4D26-975A-EFAD831AFB57}" dt="2026-09-29T15:56:14.457" v="19137" actId="208"/>
          <ac:cxnSpMkLst>
            <pc:docMk/>
            <pc:sldMk cId="4163069056" sldId="349"/>
            <ac:cxnSpMk id="25" creationId="{5DD6AD40-D5EA-7DEA-49C1-B827E5CB3099}"/>
          </ac:cxnSpMkLst>
        </pc:cxnChg>
        <pc:cxnChg chg="add mod">
          <ac:chgData name="Vivek Kande" userId="7649d0e3-63cc-40f6-bad1-46fd6efa90af" providerId="ADAL" clId="{FC53BD6A-157D-4D26-975A-EFAD831AFB57}" dt="2026-09-29T15:56:14.457" v="19137" actId="208"/>
          <ac:cxnSpMkLst>
            <pc:docMk/>
            <pc:sldMk cId="4163069056" sldId="349"/>
            <ac:cxnSpMk id="28" creationId="{F0FC5938-F0BC-2C21-412D-141B01331E63}"/>
          </ac:cxnSpMkLst>
        </pc:cxnChg>
      </pc:sldChg>
      <pc:sldChg chg="add mod modShow">
        <pc:chgData name="Vivek Kande" userId="7649d0e3-63cc-40f6-bad1-46fd6efa90af" providerId="ADAL" clId="{FC53BD6A-157D-4D26-975A-EFAD831AFB57}" dt="2026-10-17T13:24:27.737" v="24764" actId="729"/>
        <pc:sldMkLst>
          <pc:docMk/>
          <pc:sldMk cId="1645498875" sldId="351"/>
        </pc:sldMkLst>
      </pc:sldChg>
      <pc:sldMasterChg chg="delSldLayout modSldLayout">
        <pc:chgData name="Vivek Kande" userId="7649d0e3-63cc-40f6-bad1-46fd6efa90af" providerId="ADAL" clId="{FC53BD6A-157D-4D26-975A-EFAD831AFB57}" dt="2026-10-17T13:24:55.103" v="24768" actId="47"/>
        <pc:sldMasterMkLst>
          <pc:docMk/>
          <pc:sldMasterMk cId="100205205" sldId="2147483660"/>
        </pc:sldMasterMkLst>
        <pc:sldLayoutChg chg="del">
          <pc:chgData name="Vivek Kande" userId="7649d0e3-63cc-40f6-bad1-46fd6efa90af" providerId="ADAL" clId="{FC53BD6A-157D-4D26-975A-EFAD831AFB57}" dt="2026-10-17T13:24:55.103" v="24768" actId="47"/>
          <pc:sldLayoutMkLst>
            <pc:docMk/>
            <pc:sldMasterMk cId="100205205" sldId="2147483660"/>
            <pc:sldLayoutMk cId="1035693705" sldId="2147483717"/>
          </pc:sldLayoutMkLst>
        </pc:sldLayoutChg>
      </pc:sldMasterChg>
      <pc:sldMasterChg chg="delSp modSp mod modSldLayout">
        <pc:chgData name="Vivek Kande" userId="7649d0e3-63cc-40f6-bad1-46fd6efa90af" providerId="ADAL" clId="{FC53BD6A-157D-4D26-975A-EFAD831AFB57}" dt="2026-09-26T09:31:43.308" v="2814" actId="3064"/>
        <pc:sldMasterMkLst>
          <pc:docMk/>
          <pc:sldMasterMk cId="1460549741" sldId="2147483664"/>
        </pc:sldMasterMkLst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2" creationId="{219B37A3-82F2-45D5-868F-F00F93F6E7B3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3" creationId="{061B9A90-182E-49A3-8BF5-04F32288137B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28" creationId="{913F724C-C8A8-4D7C-A490-D6011A81D6CD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30" creationId="{97B5FD88-660A-4FF5-BB5B-19029FB61217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43" creationId="{8EAAA39B-E62F-1A64-6EB9-16C279742FCC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44" creationId="{36236F46-513D-1509-49B4-C9540C747A7E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45" creationId="{559E6BEF-0F0B-1F81-FCB5-7C9DF5D09313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47" creationId="{167B5967-C476-6D97-2D8A-678B164873F7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48" creationId="{0863CA44-130B-E285-9545-E013062D262E}"/>
          </ac:spMkLst>
        </pc:spChg>
        <pc:spChg chg="mod">
          <ac:chgData name="Vivek Kande" userId="7649d0e3-63cc-40f6-bad1-46fd6efa90af" providerId="ADAL" clId="{FC53BD6A-157D-4D26-975A-EFAD831AFB57}" dt="2026-09-26T09:31:43.308" v="2814" actId="3064"/>
          <ac:spMkLst>
            <pc:docMk/>
            <pc:sldMasterMk cId="1460549741" sldId="2147483664"/>
            <ac:spMk id="50" creationId="{9799722F-EF3D-E27E-3C21-C59FE9D1258A}"/>
          </ac:spMkLst>
        </pc:spChg>
        <pc:sldLayoutChg chg="addSp delSp modSp mod">
          <pc:chgData name="Vivek Kande" userId="7649d0e3-63cc-40f6-bad1-46fd6efa90af" providerId="ADAL" clId="{FC53BD6A-157D-4D26-975A-EFAD831AFB57}" dt="2026-09-24T17:28:41.864" v="256" actId="767"/>
          <pc:sldLayoutMkLst>
            <pc:docMk/>
            <pc:sldMasterMk cId="1460549741" sldId="2147483664"/>
            <pc:sldLayoutMk cId="2443287031" sldId="2147483668"/>
          </pc:sldLayoutMkLst>
          <pc:spChg chg="add mod">
            <ac:chgData name="Vivek Kande" userId="7649d0e3-63cc-40f6-bad1-46fd6efa90af" providerId="ADAL" clId="{FC53BD6A-157D-4D26-975A-EFAD831AFB57}" dt="2026-09-24T17:28:41.864" v="256" actId="767"/>
            <ac:spMkLst>
              <pc:docMk/>
              <pc:sldMasterMk cId="1460549741" sldId="2147483664"/>
              <pc:sldLayoutMk cId="2443287031" sldId="2147483668"/>
              <ac:spMk id="80" creationId="{F433F689-7CD6-CFA6-3694-45CA1BEB0D11}"/>
            </ac:spMkLst>
          </pc:spChg>
        </pc:sldLayoutChg>
      </pc:sldMasterChg>
      <pc:sldMasterChg chg="modSldLayout">
        <pc:chgData name="Vivek Kande" userId="7649d0e3-63cc-40f6-bad1-46fd6efa90af" providerId="ADAL" clId="{FC53BD6A-157D-4D26-975A-EFAD831AFB57}" dt="2026-09-25T18:05:13.966" v="1307" actId="207"/>
        <pc:sldMasterMkLst>
          <pc:docMk/>
          <pc:sldMasterMk cId="4030106630" sldId="2147483673"/>
        </pc:sldMasterMkLst>
        <pc:sldLayoutChg chg="modSp mod">
          <pc:chgData name="Vivek Kande" userId="7649d0e3-63cc-40f6-bad1-46fd6efa90af" providerId="ADAL" clId="{FC53BD6A-157D-4D26-975A-EFAD831AFB57}" dt="2026-09-25T18:05:13.966" v="1307" actId="207"/>
          <pc:sldLayoutMkLst>
            <pc:docMk/>
            <pc:sldMasterMk cId="4030106630" sldId="2147483673"/>
            <pc:sldLayoutMk cId="2996580272" sldId="2147483687"/>
          </pc:sldLayoutMkLst>
          <pc:spChg chg="mod">
            <ac:chgData name="Vivek Kande" userId="7649d0e3-63cc-40f6-bad1-46fd6efa90af" providerId="ADAL" clId="{FC53BD6A-157D-4D26-975A-EFAD831AFB57}" dt="2026-09-25T18:05:13.966" v="1307" actId="207"/>
            <ac:spMkLst>
              <pc:docMk/>
              <pc:sldMasterMk cId="4030106630" sldId="2147483673"/>
              <pc:sldLayoutMk cId="2996580272" sldId="2147483687"/>
              <ac:spMk id="36" creationId="{643AF82E-C1ED-400F-120E-32FD5E07D14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352C6-9300-4226-8A42-EF5DB45AE5D1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A3D13-EFCB-43CC-9448-39E071CD49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4693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3713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Climate impact</a:t>
            </a:r>
          </a:p>
          <a:p>
            <a:r>
              <a:rPr lang="en-US" dirty="0"/>
              <a:t>Aerodynamic way</a:t>
            </a:r>
          </a:p>
          <a:p>
            <a:r>
              <a:rPr lang="en-US" dirty="0"/>
              <a:t>Drag reduction</a:t>
            </a:r>
          </a:p>
          <a:p>
            <a:r>
              <a:rPr lang="en-US" dirty="0" err="1"/>
              <a:t>Visoucs</a:t>
            </a:r>
            <a:r>
              <a:rPr lang="en-US" dirty="0"/>
              <a:t> drag</a:t>
            </a:r>
            <a:r>
              <a:rPr lang="en-US" dirty="0">
                <a:sym typeface="Wingdings" panose="05000000000000000000" pitchFamily="2" charset="2"/>
              </a:rPr>
              <a:t> fuel</a:t>
            </a:r>
            <a:endParaRPr lang="en-US" dirty="0"/>
          </a:p>
          <a:p>
            <a:r>
              <a:rPr lang="en-US" dirty="0"/>
              <a:t>Fundamental approach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drag</a:t>
            </a:r>
          </a:p>
          <a:p>
            <a:r>
              <a:rPr lang="en-US" dirty="0"/>
              <a:t>Boundary layer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3630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1) Gradient</a:t>
            </a:r>
          </a:p>
          <a:p>
            <a:r>
              <a:rPr lang="en-US" dirty="0"/>
              <a:t>Laminar to turbulent</a:t>
            </a:r>
          </a:p>
          <a:p>
            <a:r>
              <a:rPr lang="en-US" dirty="0">
                <a:sym typeface="Wingdings" panose="05000000000000000000" pitchFamily="2" charset="2"/>
              </a:rPr>
              <a:t>Transition delay</a:t>
            </a:r>
          </a:p>
          <a:p>
            <a:r>
              <a:rPr lang="en-US" dirty="0">
                <a:sym typeface="Wingdings" panose="05000000000000000000" pitchFamily="2" charset="2"/>
              </a:rPr>
              <a:t>How transition occurs (don’t mention waves)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2) If we decompose the flow field into—</a:t>
            </a:r>
          </a:p>
          <a:p>
            <a:r>
              <a:rPr lang="en-US" dirty="0">
                <a:sym typeface="Wingdings" panose="05000000000000000000" pitchFamily="2" charset="2"/>
              </a:rPr>
              <a:t>Q=</a:t>
            </a:r>
            <a:r>
              <a:rPr lang="en-US" dirty="0" err="1">
                <a:sym typeface="Wingdings" panose="05000000000000000000" pitchFamily="2" charset="2"/>
              </a:rPr>
              <a:t>uvp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3) Linear region small amplitude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7086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look at linear region</a:t>
            </a:r>
          </a:p>
          <a:p>
            <a:endParaRPr lang="en-US" dirty="0"/>
          </a:p>
          <a:p>
            <a:r>
              <a:rPr lang="en-US" dirty="0"/>
              <a:t>Example instability (wall normal perturbation)-looks like a wave – harmonic nature</a:t>
            </a:r>
          </a:p>
          <a:p>
            <a:endParaRPr lang="en-US" dirty="0"/>
          </a:p>
          <a:p>
            <a:r>
              <a:rPr lang="en-US" dirty="0"/>
              <a:t>we can model this with a complex wave ansatz </a:t>
            </a:r>
          </a:p>
          <a:p>
            <a:endParaRPr lang="en-US" dirty="0"/>
          </a:p>
          <a:p>
            <a:r>
              <a:rPr lang="en-US" dirty="0"/>
              <a:t>Boundary layer- drag</a:t>
            </a:r>
          </a:p>
          <a:p>
            <a:r>
              <a:rPr lang="en-US" dirty="0"/>
              <a:t>Transition phenomena</a:t>
            </a:r>
          </a:p>
          <a:p>
            <a:r>
              <a:rPr lang="en-US" dirty="0"/>
              <a:t>Linear regime</a:t>
            </a:r>
          </a:p>
          <a:p>
            <a:endParaRPr lang="en-US" dirty="0"/>
          </a:p>
          <a:p>
            <a:r>
              <a:rPr lang="en-US" dirty="0"/>
              <a:t>Example wave </a:t>
            </a:r>
          </a:p>
          <a:p>
            <a:endParaRPr lang="en-US" dirty="0"/>
          </a:p>
          <a:p>
            <a:r>
              <a:rPr lang="en-US" dirty="0"/>
              <a:t>Complex ansatz</a:t>
            </a:r>
          </a:p>
          <a:p>
            <a:r>
              <a:rPr lang="en-US" dirty="0"/>
              <a:t>Evolution</a:t>
            </a:r>
          </a:p>
          <a:p>
            <a:endParaRPr lang="en-US" dirty="0"/>
          </a:p>
          <a:p>
            <a:r>
              <a:rPr lang="en-US" dirty="0"/>
              <a:t>Transition delay</a:t>
            </a:r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4250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way to access or view this relation is through the lens of admittance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059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54B4-F60F-4076-2741-474F9AFC5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4A517-F707-2B2C-0E13-2525BB3C3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97F14-6F35-565D-13EE-5727F5E85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It can be something like a plasma actuator or something very rudimentary like an oscillating plate driven by a motor </a:t>
            </a:r>
          </a:p>
          <a:p>
            <a:r>
              <a:rPr lang="en-US" dirty="0"/>
              <a:t>TF-Inherent dynamics of the system</a:t>
            </a:r>
          </a:p>
          <a:p>
            <a:r>
              <a:rPr lang="en-US" dirty="0"/>
              <a:t>4</a:t>
            </a:r>
          </a:p>
          <a:p>
            <a:r>
              <a:rPr lang="en-US" dirty="0">
                <a:sym typeface="Wingdings" panose="05000000000000000000" pitchFamily="2" charset="2"/>
              </a:rPr>
              <a:t> Need for </a:t>
            </a:r>
            <a:r>
              <a:rPr lang="en-US" dirty="0"/>
              <a:t>passive flow control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8BB03-0D01-B084-F1F8-0DC1569CD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0204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As mentioned earlier we operate entirely in the linear regime, hence classical wave phenomena superposition or interference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And an admittance maps would give us this relation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9281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establishing a design requirement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61787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of a passive flow control with admittance modification </a:t>
            </a:r>
          </a:p>
          <a:p>
            <a:endParaRPr lang="en-US" dirty="0"/>
          </a:p>
          <a:p>
            <a:r>
              <a:rPr lang="en-US" dirty="0"/>
              <a:t>Mechanism, inherent transfer function</a:t>
            </a:r>
          </a:p>
          <a:p>
            <a:endParaRPr lang="en-US" dirty="0"/>
          </a:p>
          <a:p>
            <a:r>
              <a:rPr lang="en-US" dirty="0"/>
              <a:t>Additionally admittance matching</a:t>
            </a:r>
            <a:r>
              <a:rPr lang="en-US" dirty="0">
                <a:sym typeface="Wingdings" panose="05000000000000000000" pitchFamily="2" charset="2"/>
              </a:rPr>
              <a:t> max energy</a:t>
            </a:r>
          </a:p>
          <a:p>
            <a:endParaRPr lang="en-US" dirty="0"/>
          </a:p>
          <a:p>
            <a:r>
              <a:rPr lang="en-US" dirty="0"/>
              <a:t>Recirculation region</a:t>
            </a:r>
            <a:r>
              <a:rPr lang="en-US" dirty="0">
                <a:sym typeface="Wingdings" panose="05000000000000000000" pitchFamily="2" charset="2"/>
              </a:rPr>
              <a:t> focus on solid based</a:t>
            </a:r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7295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When you excite the system close to its natural frequency you have maximum energy transfer and hence max admittance amp.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3215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of the resonance concepts explored till now.</a:t>
            </a:r>
          </a:p>
          <a:p>
            <a:r>
              <a:rPr lang="en-US" dirty="0"/>
              <a:t>Need to explore alternate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8479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Lack of research on concepts following #1 or the inability of the existing concepts to follow #1 brings us to the current work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59153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A737-F237-833E-8AF1-B4182EA85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BC0B6-31F7-26AA-A9F9-183FC03C7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BA185-BF26-B4E3-6AFD-8B7E9A127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Lack of research on such </a:t>
            </a:r>
          </a:p>
          <a:p>
            <a:r>
              <a:rPr lang="en-US" dirty="0"/>
              <a:t>Although just like a simple spring mass system we don’t know if we can tune it, we also don’t know how the phase varies across different modes</a:t>
            </a:r>
          </a:p>
          <a:p>
            <a:r>
              <a:rPr lang="en-US" dirty="0"/>
              <a:t>Playing with phase shifts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7AEE7-8E8C-913D-9E24-00FF6D376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67579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2684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part pressure load analysis</a:t>
            </a:r>
          </a:p>
          <a:p>
            <a:r>
              <a:rPr lang="en-US" dirty="0"/>
              <a:t>Uniform pressure load since the LRU is expected to see only a small part of the TS wave </a:t>
            </a:r>
          </a:p>
          <a:p>
            <a:endParaRPr lang="en-US" dirty="0"/>
          </a:p>
          <a:p>
            <a:r>
              <a:rPr lang="en-US" dirty="0"/>
              <a:t>Top shows BC</a:t>
            </a:r>
          </a:p>
          <a:p>
            <a:r>
              <a:rPr lang="en-US" dirty="0"/>
              <a:t>And the bottom shows problem schematic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6655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requirement #2 doesn’t have the exact limit</a:t>
            </a:r>
          </a:p>
          <a:p>
            <a:endParaRPr lang="en-US" dirty="0"/>
          </a:p>
          <a:p>
            <a:r>
              <a:rPr lang="en-US" dirty="0"/>
              <a:t>We move to an active system to set the design requirement since we want some freedom in controlling the response</a:t>
            </a:r>
          </a:p>
          <a:p>
            <a:endParaRPr lang="en-US" dirty="0"/>
          </a:p>
          <a:p>
            <a:r>
              <a:rPr lang="en-US" dirty="0"/>
              <a:t>We test scale separation by examining one of its fundamental traits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4940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graph on right shows change in n factor at x1</a:t>
            </a:r>
            <a:endParaRPr lang="en-NL" dirty="0"/>
          </a:p>
          <a:p>
            <a:endParaRPr lang="en-US" dirty="0"/>
          </a:p>
          <a:p>
            <a:r>
              <a:rPr lang="en-US" dirty="0"/>
              <a:t>x axis shows width of actuator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ts</a:t>
            </a:r>
            <a:r>
              <a:rPr lang="en-US" dirty="0"/>
              <a:t> wave must not be able to tell the difference between type a and type 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4473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Exmaine</a:t>
            </a:r>
            <a:r>
              <a:rPr lang="en-US" dirty="0"/>
              <a:t> modes</a:t>
            </a:r>
          </a:p>
          <a:p>
            <a:r>
              <a:rPr lang="en-US" dirty="0"/>
              <a:t>See if we can tune them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3458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different mode shapes (non uniform admittance phase at higher modes)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see favorable phase only in a narrow region between rm-1 and arm -1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disregard higher modes (low amp, high </a:t>
            </a:r>
            <a:r>
              <a:rPr lang="en-US" dirty="0" err="1"/>
              <a:t>freq</a:t>
            </a:r>
            <a:r>
              <a:rPr lang="en-US" dirty="0"/>
              <a:t>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6857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Looks exactly the same as previous concepts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9206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EBE8-851B-F8AC-AF06-37E2BD4D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3439D-48FE-1857-A248-10686AB50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E470B-A5DF-7A38-62BB-BA3D828B1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peak, different mode response</a:t>
            </a:r>
          </a:p>
          <a:p>
            <a:r>
              <a:rPr lang="en-US" dirty="0"/>
              <a:t>They oscillate out of phase with each other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C411-796C-DB84-A653-A53EF70CF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6311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they move close to each other we lose the favorable phase region between the resonance peaks</a:t>
            </a:r>
          </a:p>
          <a:p>
            <a:endParaRPr lang="en-US" dirty="0"/>
          </a:p>
          <a:p>
            <a:r>
              <a:rPr lang="en-US" dirty="0"/>
              <a:t>And the same story as they move further closer where we see the coupled resonance</a:t>
            </a:r>
          </a:p>
          <a:p>
            <a:endParaRPr lang="en-US" dirty="0"/>
          </a:p>
          <a:p>
            <a:r>
              <a:rPr lang="en-US" dirty="0"/>
              <a:t>And finally we see a single broad peak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the addition of a mass or a degree of freedom did not give any advantage in realizing the favorable admittance phase close to resonance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98506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don’t know If we can tune these systems by changing shapes </a:t>
            </a:r>
            <a:r>
              <a:rPr lang="en-US" dirty="0" err="1"/>
              <a:t>sizies</a:t>
            </a:r>
            <a:r>
              <a:rPr lang="en-US" dirty="0"/>
              <a:t> or materials to affect the phase</a:t>
            </a:r>
          </a:p>
          <a:p>
            <a:endParaRPr lang="en-US" dirty="0"/>
          </a:p>
          <a:p>
            <a:r>
              <a:rPr lang="en-US" dirty="0"/>
              <a:t>But there is a fundamental issue limiting the admittance phase </a:t>
            </a:r>
          </a:p>
          <a:p>
            <a:r>
              <a:rPr lang="en-US" dirty="0"/>
              <a:t>That is understood by energy transfer analysis</a:t>
            </a:r>
          </a:p>
          <a:p>
            <a:r>
              <a:rPr lang="en-US" dirty="0"/>
              <a:t>-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concusion</a:t>
            </a:r>
            <a:r>
              <a:rPr lang="en-US" dirty="0">
                <a:sym typeface="Wingdings" panose="05000000000000000000" pitchFamily="2" charset="2"/>
              </a:rPr>
              <a:t> on </a:t>
            </a:r>
            <a:r>
              <a:rPr lang="en-US" dirty="0" err="1">
                <a:sym typeface="Wingdings" panose="05000000000000000000" pitchFamily="2" charset="2"/>
              </a:rPr>
              <a:t>siso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means this dream system is </a:t>
            </a:r>
            <a:r>
              <a:rPr lang="en-US" dirty="0" err="1"/>
              <a:t>ahceivable</a:t>
            </a:r>
            <a:r>
              <a:rPr lang="en-US" dirty="0"/>
              <a:t> </a:t>
            </a:r>
            <a:r>
              <a:rPr lang="en-US" dirty="0" err="1"/>
              <a:t>oonly</a:t>
            </a:r>
            <a:r>
              <a:rPr lang="en-US" dirty="0"/>
              <a:t> through energy inputs</a:t>
            </a:r>
          </a:p>
          <a:p>
            <a:endParaRPr lang="en-US" dirty="0"/>
          </a:p>
          <a:p>
            <a:r>
              <a:rPr lang="en-US" dirty="0"/>
              <a:t>In real systems this means that we are limited to post resonance conditions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53819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next stage we would focus on tuning the design phase point to have the desired frequency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4380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take an analytical approach</a:t>
            </a:r>
          </a:p>
          <a:p>
            <a:endParaRPr lang="en-US" dirty="0"/>
          </a:p>
          <a:p>
            <a:r>
              <a:rPr lang="en-US" dirty="0"/>
              <a:t>As you can see the admittance obtained from analytical </a:t>
            </a:r>
            <a:r>
              <a:rPr lang="en-US" dirty="0" err="1"/>
              <a:t>sdof</a:t>
            </a:r>
            <a:r>
              <a:rPr lang="en-US" dirty="0"/>
              <a:t> model and the </a:t>
            </a:r>
            <a:r>
              <a:rPr lang="en-US" dirty="0" err="1"/>
              <a:t>smcr</a:t>
            </a:r>
            <a:r>
              <a:rPr lang="en-US" dirty="0"/>
              <a:t> in </a:t>
            </a:r>
            <a:r>
              <a:rPr lang="en-US" dirty="0" err="1"/>
              <a:t>comsol</a:t>
            </a:r>
            <a:r>
              <a:rPr lang="en-US" dirty="0"/>
              <a:t> show a good match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5061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61ADD-3A94-1409-E63E-522BAF0D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23B2C-C9C7-8899-0F8D-BE12AC428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42B34-7C62-DDB3-60DF-89E29B649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keep high amplitudes we want to explore different material choices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609D7-AB10-9705-46A2-4DB378F42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9843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Tuned design that meets all the design criteria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36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986037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line shows parameter space with the design phase point’s frequency being the </a:t>
            </a:r>
            <a:r>
              <a:rPr lang="en-US" dirty="0" err="1"/>
              <a:t>ts</a:t>
            </a:r>
            <a:r>
              <a:rPr lang="en-US" dirty="0"/>
              <a:t> wave frequency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37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445159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Dmcr</a:t>
            </a:r>
            <a:r>
              <a:rPr lang="en-US" dirty="0"/>
              <a:t> gave neither the phase advantage nor the amplitude advantage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38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92446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4620-0344-1081-A716-C9DEFC80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527CB-E494-C838-08A5-B6D20CB6F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A5B02-63F4-9992-A13B-85B110CF7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EFA1F-6C25-AD41-FB65-3C1B1A5D9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44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22880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2350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change in schematic of the </a:t>
            </a:r>
            <a:r>
              <a:rPr lang="en-US" dirty="0" err="1"/>
              <a:t>smcr</a:t>
            </a:r>
            <a:r>
              <a:rPr lang="en-US" dirty="0"/>
              <a:t> but the </a:t>
            </a:r>
            <a:r>
              <a:rPr lang="en-US" dirty="0" err="1"/>
              <a:t>architcherutre</a:t>
            </a:r>
            <a:r>
              <a:rPr lang="en-US" dirty="0"/>
              <a:t> remains same with rigid and soft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A3D13-EFCB-43CC-9448-39E071CD498E}" type="slidenum">
              <a:rPr lang="en-NL" smtClean="0"/>
              <a:t>50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5494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8D8D-AFE9-4B2B-B67B-96CC882F4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D9F51-4AA9-49D5-BB20-C18EE1D75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8AF9-38F8-4F8F-98D8-1B200031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E2C4-23FA-4C4A-AC57-1A36812D0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C52B6-A28D-4385-B21E-72C39527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7454" y="6478358"/>
            <a:ext cx="1154545" cy="365125"/>
          </a:xfrm>
        </p:spPr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pic>
        <p:nvPicPr>
          <p:cNvPr id="11" name="Picture 10" descr="A white flame on a blue background&#10;&#10;AI-generated content may be incorrect.">
            <a:extLst>
              <a:ext uri="{FF2B5EF4-FFF2-40B4-BE49-F238E27FC236}">
                <a16:creationId xmlns:a16="http://schemas.microsoft.com/office/drawing/2014/main" id="{C8FF3C8B-3363-C86F-B3F2-C899D4905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64" y="206808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6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9916-091D-41F1-89C2-F65CC9699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7E9F52-3BD4-4B1C-8FD6-98AC8E28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30B8E-E54F-47D9-98D5-871E8D3A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D4D71C6-F649-48AD-B70D-143923DC8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673" y="1825625"/>
            <a:ext cx="9728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095C281-37E5-A766-0F0D-9A3C67F0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7454" y="6478358"/>
            <a:ext cx="1154545" cy="365125"/>
          </a:xfrm>
        </p:spPr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pic>
        <p:nvPicPr>
          <p:cNvPr id="5" name="Picture 4" descr="A white flame on a blue background&#10;&#10;AI-generated content may be incorrect.">
            <a:extLst>
              <a:ext uri="{FF2B5EF4-FFF2-40B4-BE49-F238E27FC236}">
                <a16:creationId xmlns:a16="http://schemas.microsoft.com/office/drawing/2014/main" id="{AB71CC9F-536B-AC57-6E13-F31637ECE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64" y="206808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5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60918-E8B2-4EBA-B215-9297EC12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708BDA-63F0-4905-8AD6-CE9D610E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CDE06B-17A1-C513-54EB-4ED92740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7454" y="6478358"/>
            <a:ext cx="1154545" cy="365125"/>
          </a:xfrm>
        </p:spPr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pic>
        <p:nvPicPr>
          <p:cNvPr id="4" name="Picture 3" descr="A white flame on a blue background&#10;&#10;AI-generated content may be incorrect.">
            <a:extLst>
              <a:ext uri="{FF2B5EF4-FFF2-40B4-BE49-F238E27FC236}">
                <a16:creationId xmlns:a16="http://schemas.microsoft.com/office/drawing/2014/main" id="{C1F3F361-8F31-82A7-514B-B3776635F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64" y="206808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9" y="385521"/>
            <a:ext cx="2624136" cy="711874"/>
          </a:xfrm>
          <a:prstGeom prst="roundRect">
            <a:avLst/>
          </a:prstGeom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/>
            </a:lvl1pPr>
          </a:lstStyle>
          <a:p>
            <a:pPr marL="0" lvl="0" algn="ctr"/>
            <a:r>
              <a:rPr lang="en-GB" noProof="0" dirty="0"/>
              <a:t>Title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45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 userDrawn="1"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227ED61-F10D-4DC4-9931-6A6D0EC0184B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427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 userDrawn="1"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DFB6CE-CDF9-4EB6-A27C-7DC6762A5FD7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 userDrawn="1"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dirty="0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96190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 userDrawn="1"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D15A38BA-34E4-4CC7-BB94-AED907BA4BA7}" type="datetime1">
              <a:rPr lang="nl-NL" smtClean="0"/>
              <a:t>17-10-2026</a:t>
            </a:fld>
            <a:endParaRPr lang="en-GB" dirty="0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 userDrawn="1"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67630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E6C75D-84A4-411E-8DC3-6747E9946045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33F689-7CD6-CFA6-3694-45CA1BEB0D11}"/>
              </a:ext>
            </a:extLst>
          </p:cNvPr>
          <p:cNvSpPr txBox="1"/>
          <p:nvPr userDrawn="1"/>
        </p:nvSpPr>
        <p:spPr>
          <a:xfrm>
            <a:off x="12141200" y="-2921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dirty="0" err="1"/>
          </a:p>
        </p:txBody>
      </p:sp>
    </p:spTree>
    <p:extLst>
      <p:ext uri="{BB962C8B-B14F-4D97-AF65-F5344CB8AC3E}">
        <p14:creationId xmlns:p14="http://schemas.microsoft.com/office/powerpoint/2010/main" val="244328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ECAF963-4058-47F8-BE42-2E1F46D74579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209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AA2ED81-0924-446C-A854-52270353C769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</a:t>
            </a:r>
            <a:br>
              <a:rPr lang="en-GB" noProof="0" dirty="0"/>
            </a:br>
            <a:r>
              <a:rPr lang="en-GB" noProof="0" dirty="0"/>
              <a:t>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 userDrawn="1"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062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DDCE-47CC-20B3-5960-96FC5BEC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3A50-58A8-6481-2125-2CCAEE922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66A5B-6036-EAF3-7AB4-A9DE03E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92F1-8750-4786-8EAC-9DF881D660A4}" type="datetimeFigureOut">
              <a:rPr lang="nl-NL" smtClean="0"/>
              <a:t>17-10-2026</a:t>
            </a:fld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47693-A56C-DD00-36A0-C67544EB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1458C-81F7-A228-966B-B1B2456C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2040A-11DA-48A9-828E-7498F3200BEB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73342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D618-8A52-0231-B6CF-CA410D74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7B0C5-53D4-D8BC-3693-BEF3B246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9D91-11CB-487E-B976-98A92253E290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95207-1B78-BB23-53E6-22E99195F1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637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+ symbol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6">
            <a:extLst>
              <a:ext uri="{FF2B5EF4-FFF2-40B4-BE49-F238E27FC236}">
                <a16:creationId xmlns:a16="http://schemas.microsoft.com/office/drawing/2014/main" id="{6D182834-E7E0-D622-3F33-B190F3F69B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3175" y="-1"/>
            <a:ext cx="12195175" cy="7356356"/>
          </a:xfrm>
          <a:custGeom>
            <a:avLst/>
            <a:gdLst>
              <a:gd name="connsiteX0" fmla="*/ 193675 w 12195175"/>
              <a:gd name="connsiteY0" fmla="*/ 0 h 7356356"/>
              <a:gd name="connsiteX1" fmla="*/ 12195175 w 12195175"/>
              <a:gd name="connsiteY1" fmla="*/ 0 h 7356356"/>
              <a:gd name="connsiteX2" fmla="*/ 12195175 w 12195175"/>
              <a:gd name="connsiteY2" fmla="*/ 6858214 h 7356356"/>
              <a:gd name="connsiteX3" fmla="*/ 11782485 w 12195175"/>
              <a:gd name="connsiteY3" fmla="*/ 6858675 h 7356356"/>
              <a:gd name="connsiteX4" fmla="*/ 11737228 w 12195175"/>
              <a:gd name="connsiteY4" fmla="*/ 6867812 h 7356356"/>
              <a:gd name="connsiteX5" fmla="*/ 11666207 w 12195175"/>
              <a:gd name="connsiteY5" fmla="*/ 6974957 h 7356356"/>
              <a:gd name="connsiteX6" fmla="*/ 11666207 w 12195175"/>
              <a:gd name="connsiteY6" fmla="*/ 7240072 h 7356356"/>
              <a:gd name="connsiteX7" fmla="*/ 11664677 w 12195175"/>
              <a:gd name="connsiteY7" fmla="*/ 7240750 h 7356356"/>
              <a:gd name="connsiteX8" fmla="*/ 11655812 w 12195175"/>
              <a:gd name="connsiteY8" fmla="*/ 7284661 h 7356356"/>
              <a:gd name="connsiteX9" fmla="*/ 11548667 w 12195175"/>
              <a:gd name="connsiteY9" fmla="*/ 7355682 h 7356356"/>
              <a:gd name="connsiteX10" fmla="*/ 11219748 w 12195175"/>
              <a:gd name="connsiteY10" fmla="*/ 7355682 h 7356356"/>
              <a:gd name="connsiteX11" fmla="*/ 11219743 w 12195175"/>
              <a:gd name="connsiteY11" fmla="*/ 7355683 h 7356356"/>
              <a:gd name="connsiteX12" fmla="*/ 11219719 w 12195175"/>
              <a:gd name="connsiteY12" fmla="*/ 7355682 h 7356356"/>
              <a:gd name="connsiteX13" fmla="*/ 11048924 w 12195175"/>
              <a:gd name="connsiteY13" fmla="*/ 7355682 h 7356356"/>
              <a:gd name="connsiteX14" fmla="*/ 11032338 w 12195175"/>
              <a:gd name="connsiteY14" fmla="*/ 7356356 h 7356356"/>
              <a:gd name="connsiteX15" fmla="*/ 11029000 w 12195175"/>
              <a:gd name="connsiteY15" fmla="*/ 7355682 h 7356356"/>
              <a:gd name="connsiteX16" fmla="*/ 10701233 w 12195175"/>
              <a:gd name="connsiteY16" fmla="*/ 7355682 h 7356356"/>
              <a:gd name="connsiteX17" fmla="*/ 10584950 w 12195175"/>
              <a:gd name="connsiteY17" fmla="*/ 7239399 h 7356356"/>
              <a:gd name="connsiteX18" fmla="*/ 10584950 w 12195175"/>
              <a:gd name="connsiteY18" fmla="*/ 6970497 h 7356356"/>
              <a:gd name="connsiteX19" fmla="*/ 10585318 w 12195175"/>
              <a:gd name="connsiteY19" fmla="*/ 6972463 h 7356356"/>
              <a:gd name="connsiteX20" fmla="*/ 10584950 w 12195175"/>
              <a:gd name="connsiteY20" fmla="*/ 6959996 h 7356356"/>
              <a:gd name="connsiteX21" fmla="*/ 10584950 w 12195175"/>
              <a:gd name="connsiteY21" fmla="*/ 6970497 h 7356356"/>
              <a:gd name="connsiteX22" fmla="*/ 10579238 w 12195175"/>
              <a:gd name="connsiteY22" fmla="*/ 6939973 h 7356356"/>
              <a:gd name="connsiteX23" fmla="*/ 10566015 w 12195175"/>
              <a:gd name="connsiteY23" fmla="*/ 6909269 h 7356356"/>
              <a:gd name="connsiteX24" fmla="*/ 10514853 w 12195175"/>
              <a:gd name="connsiteY24" fmla="*/ 6867139 h 7356356"/>
              <a:gd name="connsiteX25" fmla="*/ 10469596 w 12195175"/>
              <a:gd name="connsiteY25" fmla="*/ 6858002 h 7356356"/>
              <a:gd name="connsiteX26" fmla="*/ 193675 w 12195175"/>
              <a:gd name="connsiteY26" fmla="*/ 6858001 h 7356356"/>
              <a:gd name="connsiteX27" fmla="*/ 0 w 12195175"/>
              <a:gd name="connsiteY27" fmla="*/ 6858001 h 7356356"/>
              <a:gd name="connsiteX28" fmla="*/ 0 w 12195175"/>
              <a:gd name="connsiteY28" fmla="*/ 1 h 7356356"/>
              <a:gd name="connsiteX29" fmla="*/ 193675 w 12195175"/>
              <a:gd name="connsiteY29" fmla="*/ 1 h 735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5175" h="7356356">
                <a:moveTo>
                  <a:pt x="193675" y="0"/>
                </a:moveTo>
                <a:lnTo>
                  <a:pt x="12195175" y="0"/>
                </a:lnTo>
                <a:lnTo>
                  <a:pt x="12195175" y="6858214"/>
                </a:lnTo>
                <a:lnTo>
                  <a:pt x="11782485" y="6858675"/>
                </a:lnTo>
                <a:lnTo>
                  <a:pt x="11737228" y="6867812"/>
                </a:lnTo>
                <a:cubicBezTo>
                  <a:pt x="11695492" y="6885465"/>
                  <a:pt x="11666207" y="6926791"/>
                  <a:pt x="11666207" y="6974957"/>
                </a:cubicBezTo>
                <a:lnTo>
                  <a:pt x="11666207" y="7240072"/>
                </a:lnTo>
                <a:lnTo>
                  <a:pt x="11664677" y="7240750"/>
                </a:lnTo>
                <a:lnTo>
                  <a:pt x="11655812" y="7284661"/>
                </a:lnTo>
                <a:cubicBezTo>
                  <a:pt x="11638159" y="7326397"/>
                  <a:pt x="11596833" y="7355682"/>
                  <a:pt x="11548667" y="7355682"/>
                </a:cubicBezTo>
                <a:lnTo>
                  <a:pt x="11219748" y="7355682"/>
                </a:lnTo>
                <a:cubicBezTo>
                  <a:pt x="11219746" y="7355682"/>
                  <a:pt x="11219745" y="7355683"/>
                  <a:pt x="11219743" y="7355683"/>
                </a:cubicBezTo>
                <a:cubicBezTo>
                  <a:pt x="11219735" y="7355683"/>
                  <a:pt x="11219727" y="7355682"/>
                  <a:pt x="11219719" y="7355682"/>
                </a:cubicBezTo>
                <a:lnTo>
                  <a:pt x="11048924" y="7355682"/>
                </a:lnTo>
                <a:lnTo>
                  <a:pt x="11032338" y="7356356"/>
                </a:lnTo>
                <a:lnTo>
                  <a:pt x="11029000" y="7355682"/>
                </a:lnTo>
                <a:lnTo>
                  <a:pt x="10701233" y="7355682"/>
                </a:lnTo>
                <a:cubicBezTo>
                  <a:pt x="10637012" y="7355682"/>
                  <a:pt x="10584950" y="7303620"/>
                  <a:pt x="10584950" y="7239399"/>
                </a:cubicBezTo>
                <a:lnTo>
                  <a:pt x="10584950" y="6970497"/>
                </a:lnTo>
                <a:cubicBezTo>
                  <a:pt x="10585073" y="6971152"/>
                  <a:pt x="10585195" y="6971808"/>
                  <a:pt x="10585318" y="6972463"/>
                </a:cubicBezTo>
                <a:cubicBezTo>
                  <a:pt x="10585195" y="6973070"/>
                  <a:pt x="10585073" y="6959389"/>
                  <a:pt x="10584950" y="6959996"/>
                </a:cubicBezTo>
                <a:lnTo>
                  <a:pt x="10584950" y="6970497"/>
                </a:lnTo>
                <a:lnTo>
                  <a:pt x="10579238" y="6939973"/>
                </a:lnTo>
                <a:cubicBezTo>
                  <a:pt x="10577212" y="6929143"/>
                  <a:pt x="10573995" y="6918611"/>
                  <a:pt x="10566015" y="6909269"/>
                </a:cubicBezTo>
                <a:cubicBezTo>
                  <a:pt x="10553476" y="6890710"/>
                  <a:pt x="10535721" y="6875966"/>
                  <a:pt x="10514853" y="6867139"/>
                </a:cubicBezTo>
                <a:lnTo>
                  <a:pt x="10469596" y="6858002"/>
                </a:lnTo>
                <a:lnTo>
                  <a:pt x="193675" y="6858001"/>
                </a:lnTo>
                <a:lnTo>
                  <a:pt x="0" y="6858001"/>
                </a:lnTo>
                <a:lnTo>
                  <a:pt x="0" y="1"/>
                </a:lnTo>
                <a:lnTo>
                  <a:pt x="193675" y="1"/>
                </a:ln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7020000" rIns="198000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Title slide + symbol #1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0514EAD4-F3E3-E0C2-1434-92FAD7E6BE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12190413" cy="685799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5000"/>
                </a:schemeClr>
              </a:gs>
              <a:gs pos="76000">
                <a:schemeClr val="tx1">
                  <a:alpha val="0"/>
                </a:schemeClr>
              </a:gs>
            </a:gsLst>
            <a:lin ang="135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04F4E0D4-E8D4-F1A4-0156-3EE5C69F2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"/>
            <a:ext cx="12190413" cy="281063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32000"/>
                </a:schemeClr>
              </a:gs>
              <a:gs pos="45000">
                <a:schemeClr val="tx1">
                  <a:alpha val="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FFA99C8-183A-E43C-368E-ACECB9802C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721115" y="437496"/>
            <a:ext cx="1530269" cy="594428"/>
          </a:xfrm>
          <a:custGeom>
            <a:avLst/>
            <a:gdLst>
              <a:gd name="connsiteX0" fmla="*/ 1037471 w 1530269"/>
              <a:gd name="connsiteY0" fmla="*/ 403429 h 594428"/>
              <a:gd name="connsiteX1" fmla="*/ 985222 w 1530269"/>
              <a:gd name="connsiteY1" fmla="*/ 465090 h 594428"/>
              <a:gd name="connsiteX2" fmla="*/ 1089721 w 1530269"/>
              <a:gd name="connsiteY2" fmla="*/ 465090 h 594428"/>
              <a:gd name="connsiteX3" fmla="*/ 1037471 w 1530269"/>
              <a:gd name="connsiteY3" fmla="*/ 403429 h 594428"/>
              <a:gd name="connsiteX4" fmla="*/ 1039163 w 1530269"/>
              <a:gd name="connsiteY4" fmla="*/ 375982 h 594428"/>
              <a:gd name="connsiteX5" fmla="*/ 1129941 w 1530269"/>
              <a:gd name="connsiteY5" fmla="*/ 472985 h 594428"/>
              <a:gd name="connsiteX6" fmla="*/ 1129941 w 1530269"/>
              <a:gd name="connsiteY6" fmla="*/ 491409 h 594428"/>
              <a:gd name="connsiteX7" fmla="*/ 1129941 w 1530269"/>
              <a:gd name="connsiteY7" fmla="*/ 492913 h 594428"/>
              <a:gd name="connsiteX8" fmla="*/ 983718 w 1530269"/>
              <a:gd name="connsiteY8" fmla="*/ 492913 h 594428"/>
              <a:gd name="connsiteX9" fmla="*/ 1035967 w 1530269"/>
              <a:gd name="connsiteY9" fmla="*/ 565289 h 594428"/>
              <a:gd name="connsiteX10" fmla="*/ 1085210 w 1530269"/>
              <a:gd name="connsiteY10" fmla="*/ 523744 h 594428"/>
              <a:gd name="connsiteX11" fmla="*/ 1126746 w 1530269"/>
              <a:gd name="connsiteY11" fmla="*/ 523744 h 594428"/>
              <a:gd name="connsiteX12" fmla="*/ 1035967 w 1530269"/>
              <a:gd name="connsiteY12" fmla="*/ 593112 h 594428"/>
              <a:gd name="connsiteX13" fmla="*/ 943685 w 1530269"/>
              <a:gd name="connsiteY13" fmla="*/ 486897 h 594428"/>
              <a:gd name="connsiteX14" fmla="*/ 1039163 w 1530269"/>
              <a:gd name="connsiteY14" fmla="*/ 375982 h 594428"/>
              <a:gd name="connsiteX15" fmla="*/ 1482530 w 1530269"/>
              <a:gd name="connsiteY15" fmla="*/ 328232 h 594428"/>
              <a:gd name="connsiteX16" fmla="*/ 1482530 w 1530269"/>
              <a:gd name="connsiteY16" fmla="*/ 383690 h 594428"/>
              <a:gd name="connsiteX17" fmla="*/ 1530269 w 1530269"/>
              <a:gd name="connsiteY17" fmla="*/ 383690 h 594428"/>
              <a:gd name="connsiteX18" fmla="*/ 1530269 w 1530269"/>
              <a:gd name="connsiteY18" fmla="*/ 411324 h 594428"/>
              <a:gd name="connsiteX19" fmla="*/ 1482530 w 1530269"/>
              <a:gd name="connsiteY19" fmla="*/ 411324 h 594428"/>
              <a:gd name="connsiteX20" fmla="*/ 1482530 w 1530269"/>
              <a:gd name="connsiteY20" fmla="*/ 543482 h 594428"/>
              <a:gd name="connsiteX21" fmla="*/ 1507152 w 1530269"/>
              <a:gd name="connsiteY21" fmla="*/ 565101 h 594428"/>
              <a:gd name="connsiteX22" fmla="*/ 1527074 w 1530269"/>
              <a:gd name="connsiteY22" fmla="*/ 562093 h 594428"/>
              <a:gd name="connsiteX23" fmla="*/ 1527074 w 1530269"/>
              <a:gd name="connsiteY23" fmla="*/ 591420 h 594428"/>
              <a:gd name="connsiteX24" fmla="*/ 1500950 w 1530269"/>
              <a:gd name="connsiteY24" fmla="*/ 594428 h 594428"/>
              <a:gd name="connsiteX25" fmla="*/ 1442497 w 1530269"/>
              <a:gd name="connsiteY25" fmla="*/ 540475 h 594428"/>
              <a:gd name="connsiteX26" fmla="*/ 1442497 w 1530269"/>
              <a:gd name="connsiteY26" fmla="*/ 409632 h 594428"/>
              <a:gd name="connsiteX27" fmla="*/ 1407163 w 1530269"/>
              <a:gd name="connsiteY27" fmla="*/ 409632 h 594428"/>
              <a:gd name="connsiteX28" fmla="*/ 1407163 w 1530269"/>
              <a:gd name="connsiteY28" fmla="*/ 381997 h 594428"/>
              <a:gd name="connsiteX29" fmla="*/ 1444001 w 1530269"/>
              <a:gd name="connsiteY29" fmla="*/ 383690 h 594428"/>
              <a:gd name="connsiteX30" fmla="*/ 1444001 w 1530269"/>
              <a:gd name="connsiteY30" fmla="*/ 340639 h 594428"/>
              <a:gd name="connsiteX31" fmla="*/ 708187 w 1530269"/>
              <a:gd name="connsiteY31" fmla="*/ 326540 h 594428"/>
              <a:gd name="connsiteX32" fmla="*/ 708187 w 1530269"/>
              <a:gd name="connsiteY32" fmla="*/ 551378 h 594428"/>
              <a:gd name="connsiteX33" fmla="*/ 768142 w 1530269"/>
              <a:gd name="connsiteY33" fmla="*/ 551378 h 594428"/>
              <a:gd name="connsiteX34" fmla="*/ 865122 w 1530269"/>
              <a:gd name="connsiteY34" fmla="*/ 438959 h 594428"/>
              <a:gd name="connsiteX35" fmla="*/ 768142 w 1530269"/>
              <a:gd name="connsiteY35" fmla="*/ 326540 h 594428"/>
              <a:gd name="connsiteX36" fmla="*/ 1176176 w 1530269"/>
              <a:gd name="connsiteY36" fmla="*/ 292702 h 594428"/>
              <a:gd name="connsiteX37" fmla="*/ 1214705 w 1530269"/>
              <a:gd name="connsiteY37" fmla="*/ 292702 h 594428"/>
              <a:gd name="connsiteX38" fmla="*/ 1214705 w 1530269"/>
              <a:gd name="connsiteY38" fmla="*/ 586720 h 594428"/>
              <a:gd name="connsiteX39" fmla="*/ 1176176 w 1530269"/>
              <a:gd name="connsiteY39" fmla="*/ 586720 h 594428"/>
              <a:gd name="connsiteX40" fmla="*/ 0 w 1530269"/>
              <a:gd name="connsiteY40" fmla="*/ 292702 h 594428"/>
              <a:gd name="connsiteX41" fmla="*/ 264818 w 1530269"/>
              <a:gd name="connsiteY41" fmla="*/ 292702 h 594428"/>
              <a:gd name="connsiteX42" fmla="*/ 264818 w 1530269"/>
              <a:gd name="connsiteY42" fmla="*/ 349663 h 594428"/>
              <a:gd name="connsiteX43" fmla="*/ 174039 w 1530269"/>
              <a:gd name="connsiteY43" fmla="*/ 349663 h 594428"/>
              <a:gd name="connsiteX44" fmla="*/ 174039 w 1530269"/>
              <a:gd name="connsiteY44" fmla="*/ 586908 h 594428"/>
              <a:gd name="connsiteX45" fmla="*/ 92471 w 1530269"/>
              <a:gd name="connsiteY45" fmla="*/ 586908 h 594428"/>
              <a:gd name="connsiteX46" fmla="*/ 92471 w 1530269"/>
              <a:gd name="connsiteY46" fmla="*/ 349663 h 594428"/>
              <a:gd name="connsiteX47" fmla="*/ 0 w 1530269"/>
              <a:gd name="connsiteY47" fmla="*/ 349663 h 594428"/>
              <a:gd name="connsiteX48" fmla="*/ 503323 w 1530269"/>
              <a:gd name="connsiteY48" fmla="*/ 292514 h 594428"/>
              <a:gd name="connsiteX49" fmla="*/ 584893 w 1530269"/>
              <a:gd name="connsiteY49" fmla="*/ 292514 h 594428"/>
              <a:gd name="connsiteX50" fmla="*/ 584893 w 1530269"/>
              <a:gd name="connsiteY50" fmla="*/ 479001 h 594428"/>
              <a:gd name="connsiteX51" fmla="*/ 444872 w 1530269"/>
              <a:gd name="connsiteY51" fmla="*/ 592924 h 594428"/>
              <a:gd name="connsiteX52" fmla="*/ 304851 w 1530269"/>
              <a:gd name="connsiteY52" fmla="*/ 479001 h 594428"/>
              <a:gd name="connsiteX53" fmla="*/ 304851 w 1530269"/>
              <a:gd name="connsiteY53" fmla="*/ 292702 h 594428"/>
              <a:gd name="connsiteX54" fmla="*/ 386421 w 1530269"/>
              <a:gd name="connsiteY54" fmla="*/ 292702 h 594428"/>
              <a:gd name="connsiteX55" fmla="*/ 386421 w 1530269"/>
              <a:gd name="connsiteY55" fmla="*/ 474490 h 594428"/>
              <a:gd name="connsiteX56" fmla="*/ 444872 w 1530269"/>
              <a:gd name="connsiteY56" fmla="*/ 535963 h 594428"/>
              <a:gd name="connsiteX57" fmla="*/ 503323 w 1530269"/>
              <a:gd name="connsiteY57" fmla="*/ 474301 h 594428"/>
              <a:gd name="connsiteX58" fmla="*/ 666650 w 1530269"/>
              <a:gd name="connsiteY58" fmla="*/ 291386 h 594428"/>
              <a:gd name="connsiteX59" fmla="*/ 768329 w 1530269"/>
              <a:gd name="connsiteY59" fmla="*/ 291386 h 594428"/>
              <a:gd name="connsiteX60" fmla="*/ 906847 w 1530269"/>
              <a:gd name="connsiteY60" fmla="*/ 439148 h 594428"/>
              <a:gd name="connsiteX61" fmla="*/ 768329 w 1530269"/>
              <a:gd name="connsiteY61" fmla="*/ 586908 h 594428"/>
              <a:gd name="connsiteX62" fmla="*/ 666650 w 1530269"/>
              <a:gd name="connsiteY62" fmla="*/ 586908 h 594428"/>
              <a:gd name="connsiteX63" fmla="*/ 1363936 w 1530269"/>
              <a:gd name="connsiteY63" fmla="*/ 285183 h 594428"/>
              <a:gd name="connsiteX64" fmla="*/ 1391564 w 1530269"/>
              <a:gd name="connsiteY64" fmla="*/ 289883 h 594428"/>
              <a:gd name="connsiteX65" fmla="*/ 1391564 w 1530269"/>
              <a:gd name="connsiteY65" fmla="*/ 322218 h 594428"/>
              <a:gd name="connsiteX66" fmla="*/ 1371642 w 1530269"/>
              <a:gd name="connsiteY66" fmla="*/ 320714 h 594428"/>
              <a:gd name="connsiteX67" fmla="*/ 1337811 w 1530269"/>
              <a:gd name="connsiteY67" fmla="*/ 348349 h 594428"/>
              <a:gd name="connsiteX68" fmla="*/ 1337811 w 1530269"/>
              <a:gd name="connsiteY68" fmla="*/ 380682 h 594428"/>
              <a:gd name="connsiteX69" fmla="*/ 1385550 w 1530269"/>
              <a:gd name="connsiteY69" fmla="*/ 380682 h 594428"/>
              <a:gd name="connsiteX70" fmla="*/ 1385550 w 1530269"/>
              <a:gd name="connsiteY70" fmla="*/ 408318 h 594428"/>
              <a:gd name="connsiteX71" fmla="*/ 1337811 w 1530269"/>
              <a:gd name="connsiteY71" fmla="*/ 408318 h 594428"/>
              <a:gd name="connsiteX72" fmla="*/ 1337811 w 1530269"/>
              <a:gd name="connsiteY72" fmla="*/ 586909 h 594428"/>
              <a:gd name="connsiteX73" fmla="*/ 1299282 w 1530269"/>
              <a:gd name="connsiteY73" fmla="*/ 586909 h 594428"/>
              <a:gd name="connsiteX74" fmla="*/ 1299282 w 1530269"/>
              <a:gd name="connsiteY74" fmla="*/ 408318 h 594428"/>
              <a:gd name="connsiteX75" fmla="*/ 1259249 w 1530269"/>
              <a:gd name="connsiteY75" fmla="*/ 408318 h 594428"/>
              <a:gd name="connsiteX76" fmla="*/ 1259249 w 1530269"/>
              <a:gd name="connsiteY76" fmla="*/ 380682 h 594428"/>
              <a:gd name="connsiteX77" fmla="*/ 1299282 w 1530269"/>
              <a:gd name="connsiteY77" fmla="*/ 380682 h 594428"/>
              <a:gd name="connsiteX78" fmla="*/ 1299282 w 1530269"/>
              <a:gd name="connsiteY78" fmla="*/ 342144 h 594428"/>
              <a:gd name="connsiteX79" fmla="*/ 1363936 w 1530269"/>
              <a:gd name="connsiteY79" fmla="*/ 285183 h 594428"/>
              <a:gd name="connsiteX80" fmla="*/ 357289 w 1530269"/>
              <a:gd name="connsiteY80" fmla="*/ 0 h 594428"/>
              <a:gd name="connsiteX81" fmla="*/ 357289 w 1530269"/>
              <a:gd name="connsiteY81" fmla="*/ 15415 h 594428"/>
              <a:gd name="connsiteX82" fmla="*/ 247902 w 1530269"/>
              <a:gd name="connsiteY82" fmla="*/ 124826 h 594428"/>
              <a:gd name="connsiteX83" fmla="*/ 287935 w 1530269"/>
              <a:gd name="connsiteY83" fmla="*/ 149452 h 594428"/>
              <a:gd name="connsiteX84" fmla="*/ 318947 w 1530269"/>
              <a:gd name="connsiteY84" fmla="*/ 131030 h 594428"/>
              <a:gd name="connsiteX85" fmla="*/ 326653 w 1530269"/>
              <a:gd name="connsiteY85" fmla="*/ 126330 h 594428"/>
              <a:gd name="connsiteX86" fmla="*/ 326653 w 1530269"/>
              <a:gd name="connsiteY86" fmla="*/ 135541 h 594428"/>
              <a:gd name="connsiteX87" fmla="*/ 184940 w 1530269"/>
              <a:gd name="connsiteY87" fmla="*/ 274091 h 594428"/>
              <a:gd name="connsiteX88" fmla="*/ 174227 w 1530269"/>
              <a:gd name="connsiteY88" fmla="*/ 274091 h 594428"/>
              <a:gd name="connsiteX89" fmla="*/ 194150 w 1530269"/>
              <a:gd name="connsiteY89" fmla="*/ 261684 h 594428"/>
              <a:gd name="connsiteX90" fmla="*/ 234183 w 1530269"/>
              <a:gd name="connsiteY90" fmla="*/ 186299 h 594428"/>
              <a:gd name="connsiteX91" fmla="*/ 234183 w 1530269"/>
              <a:gd name="connsiteY91" fmla="*/ 173892 h 594428"/>
              <a:gd name="connsiteX92" fmla="*/ 227980 w 1530269"/>
              <a:gd name="connsiteY92" fmla="*/ 181600 h 594428"/>
              <a:gd name="connsiteX93" fmla="*/ 168025 w 1530269"/>
              <a:gd name="connsiteY93" fmla="*/ 194007 h 594428"/>
              <a:gd name="connsiteX94" fmla="*/ 200352 w 1530269"/>
              <a:gd name="connsiteY94" fmla="*/ 116930 h 594428"/>
              <a:gd name="connsiteX95" fmla="*/ 200352 w 1530269"/>
              <a:gd name="connsiteY95" fmla="*/ 109222 h 594428"/>
              <a:gd name="connsiteX96" fmla="*/ 191142 w 1530269"/>
              <a:gd name="connsiteY96" fmla="*/ 116930 h 594428"/>
              <a:gd name="connsiteX97" fmla="*/ 95665 w 1530269"/>
              <a:gd name="connsiteY97" fmla="*/ 235553 h 594428"/>
              <a:gd name="connsiteX98" fmla="*/ 92658 w 1530269"/>
              <a:gd name="connsiteY98" fmla="*/ 257172 h 594428"/>
              <a:gd name="connsiteX99" fmla="*/ 84952 w 1530269"/>
              <a:gd name="connsiteY99" fmla="*/ 235553 h 594428"/>
              <a:gd name="connsiteX100" fmla="*/ 192646 w 1530269"/>
              <a:gd name="connsiteY100" fmla="*/ 72376 h 594428"/>
              <a:gd name="connsiteX101" fmla="*/ 349583 w 1530269"/>
              <a:gd name="connsiteY101" fmla="*/ 10716 h 594428"/>
              <a:gd name="connsiteX102" fmla="*/ 357289 w 1530269"/>
              <a:gd name="connsiteY102" fmla="*/ 0 h 59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530269" h="594428">
                <a:moveTo>
                  <a:pt x="1037471" y="403429"/>
                </a:moveTo>
                <a:cubicBezTo>
                  <a:pt x="1005144" y="403429"/>
                  <a:pt x="985222" y="432755"/>
                  <a:pt x="985222" y="465090"/>
                </a:cubicBezTo>
                <a:lnTo>
                  <a:pt x="1089721" y="465090"/>
                </a:lnTo>
                <a:cubicBezTo>
                  <a:pt x="1089721" y="429560"/>
                  <a:pt x="1074496" y="403429"/>
                  <a:pt x="1037471" y="403429"/>
                </a:cubicBezTo>
                <a:close/>
                <a:moveTo>
                  <a:pt x="1039163" y="375982"/>
                </a:moveTo>
                <a:cubicBezTo>
                  <a:pt x="1097614" y="375982"/>
                  <a:pt x="1129941" y="416025"/>
                  <a:pt x="1129941" y="472985"/>
                </a:cubicBezTo>
                <a:lnTo>
                  <a:pt x="1129941" y="491409"/>
                </a:lnTo>
                <a:lnTo>
                  <a:pt x="1129941" y="492913"/>
                </a:lnTo>
                <a:lnTo>
                  <a:pt x="983718" y="492913"/>
                </a:lnTo>
                <a:cubicBezTo>
                  <a:pt x="983718" y="529947"/>
                  <a:pt x="995934" y="565289"/>
                  <a:pt x="1035967" y="565289"/>
                </a:cubicBezTo>
                <a:cubicBezTo>
                  <a:pt x="1065287" y="565289"/>
                  <a:pt x="1080511" y="553070"/>
                  <a:pt x="1085210" y="523744"/>
                </a:cubicBezTo>
                <a:lnTo>
                  <a:pt x="1126746" y="523744"/>
                </a:lnTo>
                <a:cubicBezTo>
                  <a:pt x="1120731" y="569989"/>
                  <a:pt x="1085210" y="593112"/>
                  <a:pt x="1035967" y="593112"/>
                </a:cubicBezTo>
                <a:cubicBezTo>
                  <a:pt x="969809" y="593112"/>
                  <a:pt x="943685" y="547055"/>
                  <a:pt x="943685" y="486897"/>
                </a:cubicBezTo>
                <a:cubicBezTo>
                  <a:pt x="943685" y="426739"/>
                  <a:pt x="974508" y="375982"/>
                  <a:pt x="1039163" y="375982"/>
                </a:cubicBezTo>
                <a:close/>
                <a:moveTo>
                  <a:pt x="1482530" y="328232"/>
                </a:moveTo>
                <a:lnTo>
                  <a:pt x="1482530" y="383690"/>
                </a:lnTo>
                <a:lnTo>
                  <a:pt x="1530269" y="383690"/>
                </a:lnTo>
                <a:lnTo>
                  <a:pt x="1530269" y="411324"/>
                </a:lnTo>
                <a:lnTo>
                  <a:pt x="1482530" y="411324"/>
                </a:lnTo>
                <a:lnTo>
                  <a:pt x="1482530" y="543482"/>
                </a:lnTo>
                <a:cubicBezTo>
                  <a:pt x="1482530" y="557393"/>
                  <a:pt x="1493244" y="565101"/>
                  <a:pt x="1507152" y="565101"/>
                </a:cubicBezTo>
                <a:cubicBezTo>
                  <a:pt x="1513166" y="565101"/>
                  <a:pt x="1520872" y="563597"/>
                  <a:pt x="1527074" y="562093"/>
                </a:cubicBezTo>
                <a:lnTo>
                  <a:pt x="1527074" y="591420"/>
                </a:lnTo>
                <a:cubicBezTo>
                  <a:pt x="1517865" y="592924"/>
                  <a:pt x="1510158" y="594428"/>
                  <a:pt x="1500950" y="594428"/>
                </a:cubicBezTo>
                <a:cubicBezTo>
                  <a:pt x="1442497" y="594428"/>
                  <a:pt x="1442497" y="568109"/>
                  <a:pt x="1442497" y="540475"/>
                </a:cubicBezTo>
                <a:lnTo>
                  <a:pt x="1442497" y="409632"/>
                </a:lnTo>
                <a:lnTo>
                  <a:pt x="1407163" y="409632"/>
                </a:lnTo>
                <a:lnTo>
                  <a:pt x="1407163" y="381997"/>
                </a:lnTo>
                <a:lnTo>
                  <a:pt x="1444001" y="383690"/>
                </a:lnTo>
                <a:lnTo>
                  <a:pt x="1444001" y="340639"/>
                </a:lnTo>
                <a:close/>
                <a:moveTo>
                  <a:pt x="708187" y="326540"/>
                </a:moveTo>
                <a:cubicBezTo>
                  <a:pt x="708187" y="326540"/>
                  <a:pt x="708187" y="551378"/>
                  <a:pt x="708187" y="551378"/>
                </a:cubicBezTo>
                <a:lnTo>
                  <a:pt x="768142" y="551378"/>
                </a:lnTo>
                <a:cubicBezTo>
                  <a:pt x="837494" y="551378"/>
                  <a:pt x="865122" y="500621"/>
                  <a:pt x="865122" y="438959"/>
                </a:cubicBezTo>
                <a:cubicBezTo>
                  <a:pt x="865122" y="377298"/>
                  <a:pt x="835803" y="326540"/>
                  <a:pt x="768142" y="326540"/>
                </a:cubicBezTo>
                <a:close/>
                <a:moveTo>
                  <a:pt x="1176176" y="292702"/>
                </a:moveTo>
                <a:lnTo>
                  <a:pt x="1214705" y="292702"/>
                </a:lnTo>
                <a:lnTo>
                  <a:pt x="1214705" y="586720"/>
                </a:lnTo>
                <a:lnTo>
                  <a:pt x="1176176" y="586720"/>
                </a:lnTo>
                <a:close/>
                <a:moveTo>
                  <a:pt x="0" y="292702"/>
                </a:moveTo>
                <a:lnTo>
                  <a:pt x="264818" y="292702"/>
                </a:lnTo>
                <a:lnTo>
                  <a:pt x="264818" y="349663"/>
                </a:lnTo>
                <a:lnTo>
                  <a:pt x="174039" y="349663"/>
                </a:lnTo>
                <a:lnTo>
                  <a:pt x="174039" y="586908"/>
                </a:lnTo>
                <a:lnTo>
                  <a:pt x="92471" y="586908"/>
                </a:lnTo>
                <a:lnTo>
                  <a:pt x="92471" y="349663"/>
                </a:lnTo>
                <a:lnTo>
                  <a:pt x="0" y="349663"/>
                </a:lnTo>
                <a:close/>
                <a:moveTo>
                  <a:pt x="503323" y="292514"/>
                </a:moveTo>
                <a:lnTo>
                  <a:pt x="584893" y="292514"/>
                </a:lnTo>
                <a:lnTo>
                  <a:pt x="584893" y="479001"/>
                </a:lnTo>
                <a:cubicBezTo>
                  <a:pt x="583389" y="560589"/>
                  <a:pt x="518736" y="592924"/>
                  <a:pt x="444872" y="592924"/>
                </a:cubicBezTo>
                <a:cubicBezTo>
                  <a:pt x="371008" y="592924"/>
                  <a:pt x="304851" y="560589"/>
                  <a:pt x="304851" y="479001"/>
                </a:cubicBezTo>
                <a:lnTo>
                  <a:pt x="304851" y="292702"/>
                </a:lnTo>
                <a:lnTo>
                  <a:pt x="386421" y="292702"/>
                </a:lnTo>
                <a:lnTo>
                  <a:pt x="386421" y="474490"/>
                </a:lnTo>
                <a:cubicBezTo>
                  <a:pt x="384917" y="509832"/>
                  <a:pt x="406530" y="535963"/>
                  <a:pt x="444872" y="535963"/>
                </a:cubicBezTo>
                <a:cubicBezTo>
                  <a:pt x="483401" y="535963"/>
                  <a:pt x="503323" y="509832"/>
                  <a:pt x="503323" y="474301"/>
                </a:cubicBezTo>
                <a:close/>
                <a:moveTo>
                  <a:pt x="666650" y="291386"/>
                </a:moveTo>
                <a:lnTo>
                  <a:pt x="768329" y="291386"/>
                </a:lnTo>
                <a:cubicBezTo>
                  <a:pt x="892938" y="291386"/>
                  <a:pt x="906847" y="399105"/>
                  <a:pt x="906847" y="439148"/>
                </a:cubicBezTo>
                <a:cubicBezTo>
                  <a:pt x="906847" y="480693"/>
                  <a:pt x="894631" y="586908"/>
                  <a:pt x="768329" y="586908"/>
                </a:cubicBezTo>
                <a:lnTo>
                  <a:pt x="666650" y="586908"/>
                </a:lnTo>
                <a:close/>
                <a:moveTo>
                  <a:pt x="1363936" y="285183"/>
                </a:moveTo>
                <a:cubicBezTo>
                  <a:pt x="1373146" y="285183"/>
                  <a:pt x="1382355" y="288379"/>
                  <a:pt x="1391564" y="289883"/>
                </a:cubicBezTo>
                <a:lnTo>
                  <a:pt x="1391564" y="322218"/>
                </a:lnTo>
                <a:cubicBezTo>
                  <a:pt x="1384047" y="322218"/>
                  <a:pt x="1377844" y="320714"/>
                  <a:pt x="1371642" y="320714"/>
                </a:cubicBezTo>
                <a:cubicBezTo>
                  <a:pt x="1348525" y="320714"/>
                  <a:pt x="1337811" y="325226"/>
                  <a:pt x="1337811" y="348349"/>
                </a:cubicBezTo>
                <a:lnTo>
                  <a:pt x="1337811" y="380682"/>
                </a:lnTo>
                <a:lnTo>
                  <a:pt x="1385550" y="380682"/>
                </a:lnTo>
                <a:lnTo>
                  <a:pt x="1385550" y="408318"/>
                </a:lnTo>
                <a:lnTo>
                  <a:pt x="1337811" y="408318"/>
                </a:lnTo>
                <a:lnTo>
                  <a:pt x="1337811" y="586909"/>
                </a:lnTo>
                <a:lnTo>
                  <a:pt x="1299282" y="586909"/>
                </a:lnTo>
                <a:lnTo>
                  <a:pt x="1299282" y="408318"/>
                </a:lnTo>
                <a:lnTo>
                  <a:pt x="1259249" y="408318"/>
                </a:lnTo>
                <a:lnTo>
                  <a:pt x="1259249" y="380682"/>
                </a:lnTo>
                <a:lnTo>
                  <a:pt x="1299282" y="380682"/>
                </a:lnTo>
                <a:lnTo>
                  <a:pt x="1299282" y="342144"/>
                </a:lnTo>
                <a:cubicBezTo>
                  <a:pt x="1299282" y="303606"/>
                  <a:pt x="1326910" y="285183"/>
                  <a:pt x="1363936" y="285183"/>
                </a:cubicBezTo>
                <a:close/>
                <a:moveTo>
                  <a:pt x="357289" y="0"/>
                </a:moveTo>
                <a:cubicBezTo>
                  <a:pt x="360296" y="0"/>
                  <a:pt x="360296" y="6204"/>
                  <a:pt x="357289" y="15415"/>
                </a:cubicBezTo>
                <a:cubicBezTo>
                  <a:pt x="343380" y="50946"/>
                  <a:pt x="247902" y="84784"/>
                  <a:pt x="247902" y="124826"/>
                </a:cubicBezTo>
                <a:cubicBezTo>
                  <a:pt x="247902" y="150956"/>
                  <a:pt x="268013" y="155656"/>
                  <a:pt x="287935" y="149452"/>
                </a:cubicBezTo>
                <a:cubicBezTo>
                  <a:pt x="298649" y="144941"/>
                  <a:pt x="307859" y="138738"/>
                  <a:pt x="318947" y="131030"/>
                </a:cubicBezTo>
                <a:cubicBezTo>
                  <a:pt x="321955" y="127834"/>
                  <a:pt x="325150" y="124826"/>
                  <a:pt x="326653" y="126330"/>
                </a:cubicBezTo>
                <a:cubicBezTo>
                  <a:pt x="328157" y="127834"/>
                  <a:pt x="328157" y="132534"/>
                  <a:pt x="326653" y="135541"/>
                </a:cubicBezTo>
                <a:cubicBezTo>
                  <a:pt x="311241" y="189307"/>
                  <a:pt x="254293" y="269391"/>
                  <a:pt x="184940" y="274091"/>
                </a:cubicBezTo>
                <a:cubicBezTo>
                  <a:pt x="180430" y="275595"/>
                  <a:pt x="174227" y="275595"/>
                  <a:pt x="174227" y="274091"/>
                </a:cubicBezTo>
                <a:cubicBezTo>
                  <a:pt x="172535" y="269391"/>
                  <a:pt x="186444" y="267887"/>
                  <a:pt x="194150" y="261684"/>
                </a:cubicBezTo>
                <a:cubicBezTo>
                  <a:pt x="220274" y="241756"/>
                  <a:pt x="227980" y="221641"/>
                  <a:pt x="234183" y="186299"/>
                </a:cubicBezTo>
                <a:cubicBezTo>
                  <a:pt x="235686" y="180096"/>
                  <a:pt x="235686" y="173892"/>
                  <a:pt x="234183" y="173892"/>
                </a:cubicBezTo>
                <a:cubicBezTo>
                  <a:pt x="232679" y="172388"/>
                  <a:pt x="230988" y="176900"/>
                  <a:pt x="227980" y="181600"/>
                </a:cubicBezTo>
                <a:cubicBezTo>
                  <a:pt x="217268" y="201715"/>
                  <a:pt x="180430" y="224837"/>
                  <a:pt x="168025" y="194007"/>
                </a:cubicBezTo>
                <a:cubicBezTo>
                  <a:pt x="158815" y="170884"/>
                  <a:pt x="192646" y="149265"/>
                  <a:pt x="200352" y="116930"/>
                </a:cubicBezTo>
                <a:cubicBezTo>
                  <a:pt x="200352" y="112230"/>
                  <a:pt x="200352" y="110726"/>
                  <a:pt x="200352" y="109222"/>
                </a:cubicBezTo>
                <a:cubicBezTo>
                  <a:pt x="198848" y="106215"/>
                  <a:pt x="194150" y="112230"/>
                  <a:pt x="191142" y="116930"/>
                </a:cubicBezTo>
                <a:cubicBezTo>
                  <a:pt x="166521" y="156972"/>
                  <a:pt x="95665" y="173892"/>
                  <a:pt x="95665" y="235553"/>
                </a:cubicBezTo>
                <a:cubicBezTo>
                  <a:pt x="95665" y="247960"/>
                  <a:pt x="95665" y="257172"/>
                  <a:pt x="92658" y="257172"/>
                </a:cubicBezTo>
                <a:cubicBezTo>
                  <a:pt x="89651" y="257172"/>
                  <a:pt x="86456" y="240252"/>
                  <a:pt x="84952" y="235553"/>
                </a:cubicBezTo>
                <a:cubicBezTo>
                  <a:pt x="61835" y="134038"/>
                  <a:pt x="158815" y="87792"/>
                  <a:pt x="192646" y="72376"/>
                </a:cubicBezTo>
                <a:cubicBezTo>
                  <a:pt x="243392" y="50757"/>
                  <a:pt x="309550" y="50757"/>
                  <a:pt x="349583" y="10716"/>
                </a:cubicBezTo>
                <a:cubicBezTo>
                  <a:pt x="357289" y="4700"/>
                  <a:pt x="354281" y="0"/>
                  <a:pt x="3572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ECAB3B4-F35E-4D76-EA02-3E3649BBBFB6}"/>
              </a:ext>
            </a:extLst>
          </p:cNvPr>
          <p:cNvGrpSpPr/>
          <p:nvPr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EEDD29A-610A-2273-DABA-FB9222A95C16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983C36C1-CB1D-CA25-3A0B-2A93FFC1400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5B807AA7-4FEF-2FA2-8244-CCF559CE17B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BD25B71F-B7E0-A828-1605-117F45FD687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74D02B5-3EDD-BCCC-85E3-F8F9D83A419B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F7C3A32-4E04-3F4B-2255-58425429A0BB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96E48C5-FCBE-F9B5-DB3F-2B3794E4200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D59F427-0491-2FF6-C975-47AA945B3F4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B62651C2-FFE8-C32B-F6A6-10FD8545AB7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0828F416-7653-F035-68A7-C756998CCC3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A626F59F-1EC5-5F5C-20A9-1F1F000D8FA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446B6E35-FC26-962A-39C5-80CD8D3C6E7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ACB7A385-B183-4326-1A00-0AD7A41B1A5C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D16D9054-FD2E-DC72-A214-434738C9D72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9092F5D3-6F6F-4F0B-07B6-60C016D73ACB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272072D-8ACD-BC7F-D64E-5E9D4085A122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5B4AA6B3-50E1-6F76-4492-5AAEA7B1736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9194345A-B2FF-21F4-4DAF-8ADB5D4CA3D4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41454D04-373D-063D-B7A5-EF14C41832E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5393BBEA-7B06-BCD5-125C-3ED85CBA5EC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047D567A-7529-80C9-DADB-659330259D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474F870-9198-7DDF-B53A-2C5624A7CB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57133A41-0DA3-EC0D-DD40-EA42F5D511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D1537C7F-4F62-6596-6094-8A741A035A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8306CC10-0569-FF10-1F54-4E13C05BDA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C2AF62CB-396C-4F68-D150-DBDA05B2F4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50FEC18C-99B6-19EA-F922-F2F69EFCBA6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EF5B8D53-A898-21DA-48DB-6ABC477D0EF5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1C1693CC-39B8-BB97-B642-545DAD343B29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845D85AC-8785-920C-1D0D-FAA88957B31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E1BEDA66-B84A-32F7-D17D-150E73E6545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9BFE784-1FA0-37D6-D115-25324CB8852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45F7DA76-D338-637A-1DEA-4A59A9D2F7F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2DDC58D2-1A9E-2038-03B5-91302939A0EB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F0F0F4E-5D43-F573-5437-B47B11FD2B1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30D88811-F4D7-89E0-2892-AC45C45D777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B19547D-AD50-F756-C53A-A723E8144CC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009A88EB-079D-2AA1-7463-C48ED515C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037FDBCA-6B91-4A43-7157-1C0F4D61AE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368AB926-9121-77FC-0FF2-0360D97A2E5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648FCBC3-C6A4-CB28-0048-29892B3C4DAF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522A3677-3328-22AE-FCDC-08A6DB1FDB9E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2592A85E-7172-81B9-4829-70B00721B40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6585353-772C-E3BD-C957-E2328D9A1F3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1BE66F87-2E75-EAB4-0E43-877E7462863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0AC81EED-BDE2-3190-B9E6-25A4E41F7B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B7052F2D-845B-9950-02B8-E8E8FB32A5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134F6CD2-011B-E629-4423-F68EF8585D6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2F572210-6B19-60EC-3E91-E408CCBBE1C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4518562F-E05C-7ECD-BB55-EAF79CC77E6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9B134F-4A7E-1FD1-12EB-F27E8F8684D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B702C26F-965D-DB34-8D5E-238B853E086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21BB75F-AB5E-CF0B-DC79-4294FCA90AB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251652CE-BFD6-9535-C33B-96925F8274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30B4A79-9F1C-3801-8227-03388E4766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52EB4C43-B1A7-4983-B738-CABB83F3B36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2CA4F182-D3CB-354B-42E3-D74BC3B6DCB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DB2406B9-0901-F117-458A-CEE880D887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CE16E46-DE55-862F-AB87-3E5095B5A48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B75F591-B801-DA93-F75A-B46172125E9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9CCA03E-EE67-9422-6EAE-CF360AB988F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5AD1B12F-BDDA-12B5-1ABD-9041E12B0DC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288244E0-7957-0534-BC54-DDD4FB4FD6DF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A6D6BBAF-12E5-3B67-B7C3-0F27143D9CE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D7673D2B-D34C-BC53-529A-FF37A2765F7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6DDDDADA-32D7-E622-BFAB-2A40519E914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257BF55-E61E-D1A4-1848-4B599B7909B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039E6A-42B0-17A3-C7C7-81C8E6DD8E8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grpSp>
        <p:nvGrpSpPr>
          <p:cNvPr id="79" name="INSTRUCTION">
            <a:extLst>
              <a:ext uri="{FF2B5EF4-FFF2-40B4-BE49-F238E27FC236}">
                <a16:creationId xmlns:a16="http://schemas.microsoft.com/office/drawing/2014/main" id="{DC3E5831-FE93-EEF5-9BE1-BBAA55FDD35F}"/>
              </a:ext>
            </a:extLst>
          </p:cNvPr>
          <p:cNvGrpSpPr/>
          <p:nvPr/>
        </p:nvGrpSpPr>
        <p:grpSpPr>
          <a:xfrm>
            <a:off x="12274716" y="7038001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D410CB05-F967-2AD6-3C78-4D9013184424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 an image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96C110F2-DB61-F2A0-102E-B96E03C82664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frame of the image by clicking on the tag alongside this instruction.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 the preferred image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D9BAAF9A-BD78-26C4-621D-1AC7AA533A0B}"/>
                </a:ext>
              </a:extLst>
            </p:cNvPr>
            <p:cNvSpPr/>
            <p:nvPr userDrawn="1"/>
          </p:nvSpPr>
          <p:spPr>
            <a:xfrm rot="16200000" flipH="1">
              <a:off x="-3925504" y="-1392501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981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+ symbol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483A2B6B-2B11-2FA2-68D3-FCD020765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2451633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Title slide + symbol #2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94182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D511B4CD-103C-593D-613C-2346A3566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989968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Title slide + image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F8EDA2E5-8990-6524-1F90-5CF9A0ABE743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14F687E5-3F7F-C866-9EB7-85E0F55F5463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9449444-9956-51CD-FA6E-807D2DAA76C3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38D46059-DB59-DD28-5BD0-842E6FDED580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1D9EED3E-2DF3-39B2-4ABF-9A9E2C76D6B1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E872223-5E47-AEA4-3F51-C5DC13B053E8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3E81D4D2-DEFC-7F03-C7F1-7B01AE4AF1EC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22E0BAD8-5DCF-72B7-FB7A-91979F996E51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6779A44D-156E-169E-45E9-81901A8F6C6D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5865553" cy="1333698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3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5871541" cy="332399"/>
          </a:xfrm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19137" y="5813671"/>
            <a:ext cx="766235" cy="184666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7797F04D-8400-F770-AED2-A49B8F1C4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308357" y="0"/>
            <a:ext cx="488364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</a:t>
            </a:r>
            <a:br>
              <a:rPr lang="en-GB" noProof="0" dirty="0"/>
            </a:br>
            <a:r>
              <a:rPr lang="en-GB" noProof="0" dirty="0"/>
              <a:t>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3D36BAF-6A46-FC70-F348-9474E690DA0E}"/>
              </a:ext>
            </a:extLst>
          </p:cNvPr>
          <p:cNvGrpSpPr/>
          <p:nvPr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0DBC8A3-9289-CF0F-D83A-22ACEA901D9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B3C2751-ECA8-33FA-C952-CE2744AF394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153EE913-A752-7B9F-74CE-B992B74D85E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E075884-D63D-46F1-2CE9-D356783C747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B282691-AE0D-DE69-2960-8B2159DDCF0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D772366-0161-D434-5A40-B5AB54A2111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05EF644-5856-009F-B6B2-2388E6B26ED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956B1FB0-6592-EF9B-BE28-215FB072E5AF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0F71E3C-E372-CF85-F539-0EF7E3B9730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D1D8DD9D-7249-438D-35D0-2B2C4567EF4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B882E159-1ED3-DF4C-C190-0DCB38B3E7E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0196836D-26AB-A279-ACAB-AB403730A39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0" name="Rechthoek: afgeronde hoeken 79">
                  <a:extLst>
                    <a:ext uri="{FF2B5EF4-FFF2-40B4-BE49-F238E27FC236}">
                      <a16:creationId xmlns:a16="http://schemas.microsoft.com/office/drawing/2014/main" id="{7F8EFFB0-0CC4-7DB1-BE0B-6DB955BD6066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18F9C8D2-CE79-6EAE-50AF-9849C54D6923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D3E71A50-FF9D-B0D1-159A-433E0E0212C5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2A06DF3-7127-E117-C4FA-058C92952B7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CAE7B77C-A11C-A7B6-ED26-0A86A8D0318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95FC68D1-45F6-ED57-6C16-27D094F4F43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8" name="Groep 67">
                <a:extLst>
                  <a:ext uri="{FF2B5EF4-FFF2-40B4-BE49-F238E27FC236}">
                    <a16:creationId xmlns:a16="http://schemas.microsoft.com/office/drawing/2014/main" id="{501764F9-4AFD-49E8-A051-14921FBEB23C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550AB30-CCC2-55D0-DBC6-968B8DC1779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4" name="Rechthoek: afgeronde hoeken 73">
                    <a:extLst>
                      <a:ext uri="{FF2B5EF4-FFF2-40B4-BE49-F238E27FC236}">
                        <a16:creationId xmlns:a16="http://schemas.microsoft.com/office/drawing/2014/main" id="{9AD397C1-9A0D-4045-5CFE-4CB7616B8F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D6FB3632-AE4D-BD05-04B5-283C1C0A7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3825DE90-E1E8-E8E9-7FFA-20EF587984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B0A9C8C9-1044-AAA0-FA7C-0EEDC36BD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5F22B0D9-CD89-E8BF-06C7-727E559C99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50E97EF3-D92F-40DC-6800-1E4D6FBE86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3" name="Boog 72">
                  <a:extLst>
                    <a:ext uri="{FF2B5EF4-FFF2-40B4-BE49-F238E27FC236}">
                      <a16:creationId xmlns:a16="http://schemas.microsoft.com/office/drawing/2014/main" id="{49E1B6D8-6B64-EED4-4C17-8D0A2188029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2F5337C6-56DA-3C8C-0AD5-CC6BCBCA004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E753270-D0FD-33A8-CD11-C4E6B9F3A94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1" name="Vrije vorm: vorm 70">
                <a:extLst>
                  <a:ext uri="{FF2B5EF4-FFF2-40B4-BE49-F238E27FC236}">
                    <a16:creationId xmlns:a16="http://schemas.microsoft.com/office/drawing/2014/main" id="{38CAF6E8-E8ED-D666-5B19-37C9B432DF6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DDCD2BF-56A1-C7A7-1E59-921EF643774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2F30809B-DBBE-F925-DC39-FF534F148193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56" name="ICOON_info">
                <a:extLst>
                  <a:ext uri="{FF2B5EF4-FFF2-40B4-BE49-F238E27FC236}">
                    <a16:creationId xmlns:a16="http://schemas.microsoft.com/office/drawing/2014/main" id="{A1CC24CF-86A8-0341-843B-C83E7B3CA33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3" name="Ovaal 62">
                  <a:extLst>
                    <a:ext uri="{FF2B5EF4-FFF2-40B4-BE49-F238E27FC236}">
                      <a16:creationId xmlns:a16="http://schemas.microsoft.com/office/drawing/2014/main" id="{4A16FB29-FA8B-47B1-FEC2-19BD7198879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Graphic 163" descr="Informatie">
                  <a:extLst>
                    <a:ext uri="{FF2B5EF4-FFF2-40B4-BE49-F238E27FC236}">
                      <a16:creationId xmlns:a16="http://schemas.microsoft.com/office/drawing/2014/main" id="{17E78844-0BC9-1CDF-B1E9-D9B35A17B8E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AFCFFF33-03DE-784A-46BF-341491AD82C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8" name="Inspireren">
                  <a:extLst>
                    <a:ext uri="{FF2B5EF4-FFF2-40B4-BE49-F238E27FC236}">
                      <a16:creationId xmlns:a16="http://schemas.microsoft.com/office/drawing/2014/main" id="{1EBCEBD5-B620-0008-D93C-CD46A9E4DC71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Freeform 12">
                    <a:extLst>
                      <a:ext uri="{FF2B5EF4-FFF2-40B4-BE49-F238E27FC236}">
                        <a16:creationId xmlns:a16="http://schemas.microsoft.com/office/drawing/2014/main" id="{664BC5D7-F973-42A1-046B-9FAA1A70E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1" name="Freeform 13">
                    <a:extLst>
                      <a:ext uri="{FF2B5EF4-FFF2-40B4-BE49-F238E27FC236}">
                        <a16:creationId xmlns:a16="http://schemas.microsoft.com/office/drawing/2014/main" id="{CB24A030-65C8-B635-D99A-2DE8D174D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2" name="Freeform 14">
                    <a:extLst>
                      <a:ext uri="{FF2B5EF4-FFF2-40B4-BE49-F238E27FC236}">
                        <a16:creationId xmlns:a16="http://schemas.microsoft.com/office/drawing/2014/main" id="{2E2608C8-94F2-68AD-B9A3-7E3A53AA88F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9" name="Tekstvak 58">
                  <a:extLst>
                    <a:ext uri="{FF2B5EF4-FFF2-40B4-BE49-F238E27FC236}">
                      <a16:creationId xmlns:a16="http://schemas.microsoft.com/office/drawing/2014/main" id="{934212D2-1CC6-46C2-A7C9-1B6FA93A125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8" name="Groep 27">
              <a:extLst>
                <a:ext uri="{FF2B5EF4-FFF2-40B4-BE49-F238E27FC236}">
                  <a16:creationId xmlns:a16="http://schemas.microsoft.com/office/drawing/2014/main" id="{FC14F5F2-A02F-5E50-6A14-8376C836154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1359FB6E-97D1-FE9C-24B0-3A3C7BC9CAE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7D8E78B9-21BE-2D3A-A385-42849214C48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9" name="Groep 48">
                    <a:extLst>
                      <a:ext uri="{FF2B5EF4-FFF2-40B4-BE49-F238E27FC236}">
                        <a16:creationId xmlns:a16="http://schemas.microsoft.com/office/drawing/2014/main" id="{CD013D78-525B-059E-963E-23A760AF2C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7C74C419-82F3-C3A9-4CB6-BC24111FE3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C97B16C7-D52D-71EF-1439-2E7BC3CBA4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Ovaal 53">
                      <a:extLst>
                        <a:ext uri="{FF2B5EF4-FFF2-40B4-BE49-F238E27FC236}">
                          <a16:creationId xmlns:a16="http://schemas.microsoft.com/office/drawing/2014/main" id="{D55B39D2-4BAE-ADC3-26B7-F399857FAF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1FB4176A-87C0-215F-7224-5B51FEFB67D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1A29BF32-DB27-0F5C-C35B-C1564D2FA9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874A8D92-0691-A56C-A1F6-FF9982D3AB2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0D7559F1-D122-8FE2-D04A-D1E9D7CF62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B2E1E51-E0F4-ED2F-6D47-B5E635C3220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B20A7472-851D-3CBE-039E-867905EC7CA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7F0241A6-93EC-6B9E-D265-D69E8EC087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D2D6E925-8607-C578-819D-48C0847C57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24514FF6-A8F5-5D82-43A9-25335D2E2AB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1" name="Gelijkbenige driehoek 40">
                <a:extLst>
                  <a:ext uri="{FF2B5EF4-FFF2-40B4-BE49-F238E27FC236}">
                    <a16:creationId xmlns:a16="http://schemas.microsoft.com/office/drawing/2014/main" id="{D4645E96-47C9-6A85-74BF-91A9F504C58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7447DC81-DAF1-BC5C-7227-5C73C07C3A2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96DF473B-A274-D352-2252-11610BC8E15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14006B4-E1E5-D6BC-0279-4A3208C9047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30A9797-A377-19E2-5757-2556ABDBC3C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39696BC7-29FA-2D1C-435A-539D319391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F3989D1B-0E51-EF74-F735-A317ADA5C7C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5F6C71FC-BCA9-229A-F6C7-077055F7974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5A41684E-F2CE-5023-633D-6D7337B8EC6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262BF2D2-D3B0-7919-3557-F356FE48418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447868DC-4E78-0363-A8D7-CF69A490970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203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/>
        </p:nvSpPr>
        <p:spPr>
          <a:xfrm>
            <a:off x="0" y="-441330"/>
            <a:ext cx="4573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9" y="1565274"/>
            <a:ext cx="10752136" cy="4435476"/>
          </a:xfrm>
        </p:spPr>
        <p:txBody>
          <a:bodyPr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37508DF-E7AE-13D6-A5D2-641AAF042AAA}"/>
              </a:ext>
            </a:extLst>
          </p:cNvPr>
          <p:cNvGrpSpPr/>
          <p:nvPr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B292675-B31B-1A55-BD2C-CDC7BD1CA44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5309F0-A4E8-85D2-9E3E-CD49CB4ACB6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274035FC-FAE5-FEDD-FC98-2DC0B4C24B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37703DCC-3613-510F-E6EF-B5E9E9799A4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57BEEE0-E6E0-FB2B-D415-EFFBE579EB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4A8D04C8-99F4-D837-93EF-0CEF277D20B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85181B5-3158-376F-D926-AFA9513F2A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32DDA1C-171F-8981-2B90-6FD5AE5AE94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A02263B-52A4-C14C-D38F-4716D86E624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6C7CC7F-B1A2-466F-BC08-67D17171E5CA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6A00CAE5-EA4E-3025-8837-EA7504B1D9F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F41C09A2-C386-E45E-EA25-81D4F165148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B5207EA-F3B0-451A-9F45-19370FF77EB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205AA4BC-7FD8-C844-72C1-057F452AA5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FC95C2C-6412-7491-A24B-BE1590B0990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032E4A44-CF49-C369-C31E-82F68244C42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88B0BBC-401D-B4B9-EAB9-5F732A603B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0923C3B-92D8-3D47-9A1C-12BD19290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0353552-7BED-DF4A-354B-1CF349A22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A0A50B02-FA01-EBB9-5857-57CCBD40A9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D2AF1E5-FFF3-DAA5-C984-86F4BCBE2F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2748128B-F3DF-8964-29ED-3D14A1FB1EF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DDA583D6-D08D-95C4-A005-D82C60FD32F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C4BE452F-9BDF-A18D-0A7D-AE18F26993F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VOORBEELD">
              <a:extLst>
                <a:ext uri="{FF2B5EF4-FFF2-40B4-BE49-F238E27FC236}">
                  <a16:creationId xmlns:a16="http://schemas.microsoft.com/office/drawing/2014/main" id="{BCBE1EE9-F025-40A3-DAA5-C00A8F94810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D4FCD4E-E6C2-559E-740C-BD3369614F9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538757F-568E-4976-EF92-B878B06C834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174DEE9-1EA6-20ED-3D9D-BB2603482DE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0D1A3735-2B7A-FFC7-051F-149C12647F5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64E3276F-49E2-0662-ECF1-9C8A1C0E0C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F64D2204-8B03-7D97-0C60-288B8466B4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2604207-5D6B-EF04-2B7A-80E2010DBE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408F0C2-D0E5-B3F9-CDCB-95445399A2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724B0BCE-2A38-E76C-9EA2-2C55A56D34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1" name="Pijl: rechts 70">
                  <a:extLst>
                    <a:ext uri="{FF2B5EF4-FFF2-40B4-BE49-F238E27FC236}">
                      <a16:creationId xmlns:a16="http://schemas.microsoft.com/office/drawing/2014/main" id="{C33085CB-98EA-39F4-85B3-7753B789EE4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211BFD96-7DB8-EEE6-7010-BCB6BA4C543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59AB1ED-C075-609B-CE74-4A2A4D0B290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CD8A9BA2-5A9F-EAE1-5568-4D6D601A8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2D8F76A-79D8-E421-3CA4-A053AE88A4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B7FB5FE-22DF-9FE1-40CA-3DF9C03406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78A052E-2E80-0B09-7391-A07054E9D6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0EE57897-7B96-6834-B33C-C46342E0F2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4" name="Pijl: rechts 63">
                  <a:extLst>
                    <a:ext uri="{FF2B5EF4-FFF2-40B4-BE49-F238E27FC236}">
                      <a16:creationId xmlns:a16="http://schemas.microsoft.com/office/drawing/2014/main" id="{1EE7C1A8-F4A3-2DFD-F5D3-1DBBD741C63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D5EE5550-53F1-A3FA-624E-D82C7A4806C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976EC336-1566-A061-0BFC-9D665C8B01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4CCB6AAC-6450-2ED9-21C1-390C5D84C5D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09BBA50-E454-731D-445E-61A0E20CAF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6299F8D-2530-CD86-49B1-B21076DE7FD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B6BA80A6-3080-1B5D-9BA0-2E05C4C2DFC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9554AB33-7133-1169-EDDC-77429B9C16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93F65E9-5995-281D-B5E6-D05B120B5D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A4968D85-AB9D-DDFB-CDDD-8430ECE46E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2D3ADD57-7DCA-42D2-78F4-7D31A2159A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D1210B4-9A58-1F7D-1F68-6FA23AD1B6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ABAC1B0-CED1-B770-5C1F-1E28A9CF59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" name="Pijl: rechts 56">
                  <a:extLst>
                    <a:ext uri="{FF2B5EF4-FFF2-40B4-BE49-F238E27FC236}">
                      <a16:creationId xmlns:a16="http://schemas.microsoft.com/office/drawing/2014/main" id="{0D11D7DA-EA9F-B8F5-4069-C3537032C7B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339BAD63-756C-7F62-0EBB-D926343AC49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6390F651-A213-85A1-438F-DA57CB84D7D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94CE63C1-616F-141B-D19C-DED13D6C6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F0C2197-CACB-B4E4-A2E4-566797CD7E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190BDEE9-CF49-BE46-5188-5D10ACDA5F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52FB0A9-A081-6ABD-0104-4D69BC6047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0AADF44-5DAD-C621-08AF-BA2CECCC28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F34EBD70-3E9F-6F1F-5976-97222BD624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9" name="Pijl: rechts 48">
                  <a:extLst>
                    <a:ext uri="{FF2B5EF4-FFF2-40B4-BE49-F238E27FC236}">
                      <a16:creationId xmlns:a16="http://schemas.microsoft.com/office/drawing/2014/main" id="{F2DF7555-0BAD-5E82-C70F-311AF2D096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5190837-775F-410C-906A-BB5FCA95E36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" name="Inspireren">
                <a:extLst>
                  <a:ext uri="{FF2B5EF4-FFF2-40B4-BE49-F238E27FC236}">
                    <a16:creationId xmlns:a16="http://schemas.microsoft.com/office/drawing/2014/main" id="{D30132C9-2025-5C44-46AE-221ABEFB5E0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4" name="Freeform 12">
                  <a:extLst>
                    <a:ext uri="{FF2B5EF4-FFF2-40B4-BE49-F238E27FC236}">
                      <a16:creationId xmlns:a16="http://schemas.microsoft.com/office/drawing/2014/main" id="{DCDB8C4F-1930-4C7B-600F-9099358475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F4655FA-5BCA-5C0C-7839-6BDE067F0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4C8E76B0-8063-A13C-8266-95910CE768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771AE7A1-D522-5F70-E69D-F82BBBDBD65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055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S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</a:t>
            </a:r>
            <a:r>
              <a:rPr lang="en-GB" noProof="0" dirty="0" err="1"/>
              <a:t>Images’,select</a:t>
            </a:r>
            <a:r>
              <a:rPr lang="en-GB" noProof="0" dirty="0"/>
              <a:t> </a:t>
            </a:r>
            <a:br>
              <a:rPr lang="en-GB" noProof="0" dirty="0"/>
            </a:br>
            <a:r>
              <a:rPr lang="en-GB" noProof="0" dirty="0"/>
              <a:t>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2" y="1569104"/>
            <a:ext cx="7016140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(S)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4057" y="722454"/>
            <a:ext cx="7015484" cy="323709"/>
          </a:xfrm>
        </p:spPr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D62E5B-2074-698F-2ECC-2F629ED1F9D9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779EAF-1727-F745-6A6C-C9D3A21E85F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061AF3C-542B-3065-D7FA-87C187BFF5B0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7DF58987-30D3-B3E7-6656-59120C32F32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E3E31377-AA32-F0E7-8FF5-8568C5F3723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530573-E1FC-465C-55E0-FD584D31F42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AEB255B-2AE6-F3C5-A98C-707217F48EE1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317F4415-A25D-5BE7-8828-3AF1F7DAA69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48334B0-BF47-BCFA-0C40-E1F429EE42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DC6FD95F-976B-269D-4186-B75729CD714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4B7A3AA-4D64-87DF-FBFA-A59A9F96F08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8533E2A-FD24-9778-2EDC-E3D3CD9D60A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083A13B-CAE8-A226-9C18-F8829598B96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294AC230-1397-3FB7-B911-34A02D739D7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2037223-D6EC-4526-061E-7A21582C2C7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C9D60FED-AFA3-9011-59E2-9AB9DDB70A9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F2D8110-1AB1-E82E-7D0B-8005EE7C98B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EE8558-8338-C4E8-72FE-284A99CD299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71413106-EBB7-D694-601B-91490FE31E5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A319190-B9BE-0765-C13B-F85B2BB46D4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1A39CB4E-B08D-2C2D-4E41-C42BEA024B5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464F77B1-FBCC-549F-1253-55858E0F5F1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55C141B3-F47C-1AEC-3847-96FF2961C57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91F5BDB0-552B-D2B8-4B2E-57D49CC53BE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6DAFFFB-B084-4DB9-A933-9F5B16D9237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50AAA542-4BCC-0EE0-976F-1781EB9510B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BCDAF1CB-FD29-2263-7B57-995F325160B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5DD665FC-CAB4-DB70-8A26-F70A68BA262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F9570531-D919-CF89-891C-71147CB2096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F1F37F6E-097D-A403-BBA8-FCF9377B18A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488DE7C6-9E72-2A7E-08AD-EB0AC37375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C692C52-74F3-FBF3-3373-EB0A29B605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D93FD4F-8A93-D0ED-D4CA-9C0255BE0B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F353B41E-D9EE-26D1-D438-72FE51B8B3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3ECC67C-0DD9-A05E-0B91-B1A82E8A03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8B98149A-7494-152C-47AE-EF176E48D06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D8EA0292-CA67-2E7E-89E6-5A78AFA08573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FA30CDC8-AECF-2585-86CA-DD4B5AB86D8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7FD9C2AC-B4D1-1B71-8523-FC60799DFA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F86668BF-D2CF-56F5-4A47-4C43628627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F08D18-FB9D-3A6E-6333-C7C9A9CD4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0245CC1-B341-F028-9E70-C08D3965B8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1A96C893-3927-1C51-62A0-86D2109CAA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778D3D8A-59D1-08E1-1A76-CA152634440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9D561C4-FC9F-608D-0E76-FD88B15445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754303A0-9AB8-0CA0-0963-A77BB2930F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6BD6786-4ABE-4397-EE12-7117D1A4F10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730A5A6-8748-9212-B6AF-39CA7E01BC2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B7F9FEB9-F7C3-B4A0-E7E0-9A519EC68BD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0D6878FC-941E-F472-7B87-8025D7C5049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24C80858-D8B5-0624-1A8D-04D62D7EAD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020272-888E-6CC3-62D6-0C63BBCF75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09CAEFA9-C16D-4F89-DF93-815E8EC9EF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FC889B46-F148-A595-F04F-EA4F0FDD30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88328551-B190-B7EC-20F4-338C933117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67600FAD-2744-E9ED-A5B3-A6971000E25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CD6CDAA6-ADD0-4B3D-98F9-E192F500424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CA40C87-7E11-EAEF-1C26-96C44996BEC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C158E530-CE1B-0D0F-B973-F9D0071411C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5FCA82F-943B-8BDB-531B-DBD99C04494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80088CD-0B77-0C4D-2704-6915EE312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5BA688F1-F6FB-8D20-F0F0-2ABD7500CE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B1A8F60E-4621-4E5F-D36D-B9D2EF5EEB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24B179-D800-3170-2E8F-97C08D9083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94B07A75-449D-F416-8485-796FF9BBF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080E1A40-A48B-2DB2-8EA6-E65F41FC3E9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F2ED51CD-EB01-CFE1-07C3-1BD9CF4C82FA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1F1314B-A7B8-951F-51BA-663A8BEC98B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10FDD520-CC5F-3212-B855-10D0F2E4F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52170D27-2311-BE61-A8E0-C51958F08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BAFB5E16-14AB-BC95-6E55-69B28145E22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BD52C0B8-3072-B9F1-6646-4D194EF8734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4" name="INSTRUCTION">
            <a:extLst>
              <a:ext uri="{FF2B5EF4-FFF2-40B4-BE49-F238E27FC236}">
                <a16:creationId xmlns:a16="http://schemas.microsoft.com/office/drawing/2014/main" id="{AEDF01EE-0106-4162-27F4-6555CE7C7874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A7DBA7C6-1EBD-F527-AF22-C450B9652195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B1C743E-0910-B66F-1FA7-51BBE01C1C6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BCB2128-684A-4EFE-E69D-1CA11EC2D83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76AC11AA-C724-A455-9C7E-CE27C2B005A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9A2C3CE8-172F-3EAE-6352-C9C92B5AAF65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0690548B-7700-D72B-2728-8967501958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3D13594F-EAE3-5152-F310-3471C0753D6B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9AE496F3-7F4F-D464-7681-5C204E437F30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3" name="Groep 162">
              <a:extLst>
                <a:ext uri="{FF2B5EF4-FFF2-40B4-BE49-F238E27FC236}">
                  <a16:creationId xmlns:a16="http://schemas.microsoft.com/office/drawing/2014/main" id="{5A3ED984-533E-D084-0A98-66490E424A81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2" name="Rechthoek 201">
                <a:extLst>
                  <a:ext uri="{FF2B5EF4-FFF2-40B4-BE49-F238E27FC236}">
                    <a16:creationId xmlns:a16="http://schemas.microsoft.com/office/drawing/2014/main" id="{608160CE-4124-1405-D2C3-9F27805BAF8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3" name="Rechthoek 202">
                <a:extLst>
                  <a:ext uri="{FF2B5EF4-FFF2-40B4-BE49-F238E27FC236}">
                    <a16:creationId xmlns:a16="http://schemas.microsoft.com/office/drawing/2014/main" id="{357544C1-8E16-FD08-5667-598CD49F291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4" name="Groep 203">
                <a:extLst>
                  <a:ext uri="{FF2B5EF4-FFF2-40B4-BE49-F238E27FC236}">
                    <a16:creationId xmlns:a16="http://schemas.microsoft.com/office/drawing/2014/main" id="{5E70F474-6682-0844-8E52-F40B95E26B1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7" name="Rechthoek: afgeronde hoeken 216">
                  <a:extLst>
                    <a:ext uri="{FF2B5EF4-FFF2-40B4-BE49-F238E27FC236}">
                      <a16:creationId xmlns:a16="http://schemas.microsoft.com/office/drawing/2014/main" id="{807E0271-3133-E4BD-18F8-48057DBD1B5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8" name="Rechthoek 217">
                  <a:extLst>
                    <a:ext uri="{FF2B5EF4-FFF2-40B4-BE49-F238E27FC236}">
                      <a16:creationId xmlns:a16="http://schemas.microsoft.com/office/drawing/2014/main" id="{794DA430-249C-C317-D93E-AF2B423DC6C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9" name="Rechthoek 218">
                  <a:extLst>
                    <a:ext uri="{FF2B5EF4-FFF2-40B4-BE49-F238E27FC236}">
                      <a16:creationId xmlns:a16="http://schemas.microsoft.com/office/drawing/2014/main" id="{383EA3D7-16DE-EEBB-E500-EFB010D2821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DDE1B982-75D4-8DE8-C1A5-580C8F0C4684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0ECC5E71-A908-F04D-D13A-306F9B5FC47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17FEB298-C4BF-5689-1723-52BB4DF0256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5" name="Groep 204">
                <a:extLst>
                  <a:ext uri="{FF2B5EF4-FFF2-40B4-BE49-F238E27FC236}">
                    <a16:creationId xmlns:a16="http://schemas.microsoft.com/office/drawing/2014/main" id="{3631E47D-3D52-7E0E-59E8-C4AB92EB4AD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5B2A353-ED37-3D31-82B3-6813DFD8AE0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1" name="Rechthoek: afgeronde hoeken 210">
                    <a:extLst>
                      <a:ext uri="{FF2B5EF4-FFF2-40B4-BE49-F238E27FC236}">
                        <a16:creationId xmlns:a16="http://schemas.microsoft.com/office/drawing/2014/main" id="{9C37C452-A579-D643-1581-216BEABC4B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743249E8-3DA3-10B7-F358-4A85465DD2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" name="Rechthoek 212">
                    <a:extLst>
                      <a:ext uri="{FF2B5EF4-FFF2-40B4-BE49-F238E27FC236}">
                        <a16:creationId xmlns:a16="http://schemas.microsoft.com/office/drawing/2014/main" id="{32206FB8-B56D-A49E-2A72-82E6D978B4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B3D132A6-13DE-D312-C5D0-BEA8A27A4B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67F167F3-D3B3-2A32-900D-4DEB95B1D95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ADBE5A09-83B7-10BB-CF6C-877F3189FAA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0" name="Boog 209">
                  <a:extLst>
                    <a:ext uri="{FF2B5EF4-FFF2-40B4-BE49-F238E27FC236}">
                      <a16:creationId xmlns:a16="http://schemas.microsoft.com/office/drawing/2014/main" id="{9510AC96-0A9F-B11E-AA15-DF7206B4DC2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6" name="Tekstvak 205">
                <a:extLst>
                  <a:ext uri="{FF2B5EF4-FFF2-40B4-BE49-F238E27FC236}">
                    <a16:creationId xmlns:a16="http://schemas.microsoft.com/office/drawing/2014/main" id="{D5BB96CC-B91B-703B-84EA-B7EDA84490F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7" name="Tekstvak 206">
                <a:extLst>
                  <a:ext uri="{FF2B5EF4-FFF2-40B4-BE49-F238E27FC236}">
                    <a16:creationId xmlns:a16="http://schemas.microsoft.com/office/drawing/2014/main" id="{87AA12A6-A8A1-BD00-EE89-881D937504A2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08" name="Vrije vorm: vorm 207">
                <a:extLst>
                  <a:ext uri="{FF2B5EF4-FFF2-40B4-BE49-F238E27FC236}">
                    <a16:creationId xmlns:a16="http://schemas.microsoft.com/office/drawing/2014/main" id="{6A20EAF3-4320-C094-D78B-1BC11FD3135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50AA196A-548A-A1AF-556C-A158C265DBFE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60F9E4E8-8BF9-0B67-4B78-2EEB1AFE14F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1CD9022C-3003-25E9-E0F8-1E3033CDD74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7867242F-3D65-349B-AB92-0B62654CDC2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8A3777D6-A1EB-5CFE-1504-ACE2FB4A062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A9749D19-5EEB-5F95-0635-013B64914270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449D423-055B-89BE-3E65-35742355633B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EBAD858F-3990-35E7-4D4C-CB4929E7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01EC15E9-7F03-36B1-5E8B-35940F8786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D827E11A-C39B-D3A4-EC2A-0A5F65C99EE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94CDDA7F-1AEC-40FA-A8B9-652D299A961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A534071F-493F-E5C1-7FF4-76BD5B39DE95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6" name="Groep 175">
                <a:extLst>
                  <a:ext uri="{FF2B5EF4-FFF2-40B4-BE49-F238E27FC236}">
                    <a16:creationId xmlns:a16="http://schemas.microsoft.com/office/drawing/2014/main" id="{E913446D-A519-D1A6-F1DC-D4BB144D8CB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5B22225C-E16F-B4FA-7E3C-4FB64A5795C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6" name="Groep 185">
                    <a:extLst>
                      <a:ext uri="{FF2B5EF4-FFF2-40B4-BE49-F238E27FC236}">
                        <a16:creationId xmlns:a16="http://schemas.microsoft.com/office/drawing/2014/main" id="{5645C2E9-0E3F-493C-06F5-4DBACD1C76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89" name="Rechthoek 188">
                      <a:extLst>
                        <a:ext uri="{FF2B5EF4-FFF2-40B4-BE49-F238E27FC236}">
                          <a16:creationId xmlns:a16="http://schemas.microsoft.com/office/drawing/2014/main" id="{62284D8C-3900-974C-E1A6-1B0B14A182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0" name="Rechthoek 189">
                      <a:extLst>
                        <a:ext uri="{FF2B5EF4-FFF2-40B4-BE49-F238E27FC236}">
                          <a16:creationId xmlns:a16="http://schemas.microsoft.com/office/drawing/2014/main" id="{FB464925-6F21-3244-5313-27DEC6A5FB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1" name="Ovaal 190">
                      <a:extLst>
                        <a:ext uri="{FF2B5EF4-FFF2-40B4-BE49-F238E27FC236}">
                          <a16:creationId xmlns:a16="http://schemas.microsoft.com/office/drawing/2014/main" id="{E0B800B4-F4E4-9D7F-44A3-E8D451B28C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7" name="Afbeelding 186">
                    <a:extLst>
                      <a:ext uri="{FF2B5EF4-FFF2-40B4-BE49-F238E27FC236}">
                        <a16:creationId xmlns:a16="http://schemas.microsoft.com/office/drawing/2014/main" id="{638CDF03-CBE0-F53E-AC37-0614050110C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88" name="Afbeelding 187">
                    <a:extLst>
                      <a:ext uri="{FF2B5EF4-FFF2-40B4-BE49-F238E27FC236}">
                        <a16:creationId xmlns:a16="http://schemas.microsoft.com/office/drawing/2014/main" id="{68687D1D-E631-54D4-86D2-FEC778DF60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0" name="Groep 179">
                  <a:extLst>
                    <a:ext uri="{FF2B5EF4-FFF2-40B4-BE49-F238E27FC236}">
                      <a16:creationId xmlns:a16="http://schemas.microsoft.com/office/drawing/2014/main" id="{433EE0ED-9FFD-3CEE-CBDB-FC718D98A86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E24F3181-9B5D-2BBD-59F6-7001EB2B0BD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D3B7F4F0-EFE0-76F3-8696-4C72926E57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3F890A04-B977-1C31-B5E5-B92E2FE439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6A4500C2-416B-B3ED-E007-0A8CE9C96E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3456EAC2-F9F3-1007-A2FF-AEB38A23C85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D81E4D8-20EA-C456-2544-F2EB1139CD7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78" name="Gelijkbenige driehoek 177">
                <a:extLst>
                  <a:ext uri="{FF2B5EF4-FFF2-40B4-BE49-F238E27FC236}">
                    <a16:creationId xmlns:a16="http://schemas.microsoft.com/office/drawing/2014/main" id="{F85CA207-58FD-8750-75F2-94097F91D07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6" name="Ovaal 165">
              <a:extLst>
                <a:ext uri="{FF2B5EF4-FFF2-40B4-BE49-F238E27FC236}">
                  <a16:creationId xmlns:a16="http://schemas.microsoft.com/office/drawing/2014/main" id="{A2E2AE58-B5A8-4177-51AF-486C40C2D37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98CB1725-6A40-28C5-4D29-1125808D1F5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CAF34E4C-9143-60EE-B37F-F634647FDF0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69" name="Groep 168">
              <a:extLst>
                <a:ext uri="{FF2B5EF4-FFF2-40B4-BE49-F238E27FC236}">
                  <a16:creationId xmlns:a16="http://schemas.microsoft.com/office/drawing/2014/main" id="{3F345693-1496-5D36-D8A4-3BD8577C7A8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3765ABC2-1D66-7EB0-7484-D404D39E572D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2" name="Vrije vorm: vorm 171">
                  <a:extLst>
                    <a:ext uri="{FF2B5EF4-FFF2-40B4-BE49-F238E27FC236}">
                      <a16:creationId xmlns:a16="http://schemas.microsoft.com/office/drawing/2014/main" id="{6105C4EC-C48C-C099-35D5-B7B2CE69865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3" name="Groep 172">
                  <a:extLst>
                    <a:ext uri="{FF2B5EF4-FFF2-40B4-BE49-F238E27FC236}">
                      <a16:creationId xmlns:a16="http://schemas.microsoft.com/office/drawing/2014/main" id="{70BC74F2-6C9C-64AB-51E0-D12D079EAE8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4" name="Vrije vorm: vorm 173">
                    <a:extLst>
                      <a:ext uri="{FF2B5EF4-FFF2-40B4-BE49-F238E27FC236}">
                        <a16:creationId xmlns:a16="http://schemas.microsoft.com/office/drawing/2014/main" id="{26EB3650-9C0A-4889-5E25-74A14FA6063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5" name="Vrije vorm: vorm 174">
                    <a:extLst>
                      <a:ext uri="{FF2B5EF4-FFF2-40B4-BE49-F238E27FC236}">
                        <a16:creationId xmlns:a16="http://schemas.microsoft.com/office/drawing/2014/main" id="{37AE32A1-A930-83DF-3861-6C4E7683F177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1" name="Tekstvak 170">
                <a:extLst>
                  <a:ext uri="{FF2B5EF4-FFF2-40B4-BE49-F238E27FC236}">
                    <a16:creationId xmlns:a16="http://schemas.microsoft.com/office/drawing/2014/main" id="{8976F661-9C74-4EEE-5E1B-643ADE70D526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710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S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6">
            <a:extLst>
              <a:ext uri="{FF2B5EF4-FFF2-40B4-BE49-F238E27FC236}">
                <a16:creationId xmlns:a16="http://schemas.microsoft.com/office/drawing/2014/main" id="{61F36D1D-AE33-D8F4-F1EC-9C92E82AD6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</a:t>
            </a:r>
            <a:r>
              <a:rPr lang="en-GB" noProof="0" dirty="0" err="1"/>
              <a:t>Images’,select</a:t>
            </a:r>
            <a:r>
              <a:rPr lang="en-GB" noProof="0" dirty="0"/>
              <a:t> </a:t>
            </a:r>
            <a:br>
              <a:rPr lang="en-GB" noProof="0" dirty="0"/>
            </a:br>
            <a:r>
              <a:rPr lang="en-GB" noProof="0" dirty="0"/>
              <a:t>the preferred image and click on ‘Insert’.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AA9F6C2C-6967-33E9-B1F2-D2151E251A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(S)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6D07E421-802D-1AE7-499D-23D2A87E021E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1FC304D-357C-06BF-C5FF-3D046F7F6AB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9882C7C-88A1-41F0-7D86-1B6585FB08A2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532503FE-9BFB-4451-9202-2AE4E0C89B3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129915-D12A-A7CF-B1BD-52E3FCC93E3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B02F4ED-FD93-570B-17D1-E244D19CC3F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83401FAF-502A-5A46-E8BB-F5E46D87AC8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C57B91E-0D76-DAF7-7D66-B21823D7C333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06699EF6-D2E5-2AC2-4F8F-06B0B8C23BC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F6C70FD-81C5-B018-8CB3-6D0E09345D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A4FF5F39-B742-ECAF-D28B-FDEBB807833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8A7A46B-021E-6D64-C7A9-910DA38CD0A2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34E32B02-2B80-1814-047E-6972593C3A1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DB06FD1D-1C1C-7292-3998-AC099DC3E954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4B43B46C-4318-9F2E-4FAD-30021A080B6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F1D1366-7BC2-689C-C4C4-BC7A183FD17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5BBF4D97-EADD-24E9-C347-62C2D8E7C0F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D2791377-8520-FDD1-637F-42176130994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3381929D-B36F-C1D9-67D7-4CF11EFD66B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29F4CE9-70F9-1DC7-2B76-2F8551EA532D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4F431478-31A3-5F7E-1005-27B065D8605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C6771B1E-60C7-A57D-3192-B6AC419B8AD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B0A68CE-9999-1948-4E7B-6A080CC532D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80B157DB-68E0-624E-B7A0-5221729D590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D7B01AB8-F34A-82EF-E2E9-61803E45852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156A4BC5-042D-A6FB-AD3F-1F2BB8D09C8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691BCF54-16AB-6BE6-0C54-A41085B733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771F974-DDFD-E578-4A2A-9385135C24C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3B6CBF2-A72E-BC3A-CB4B-A2FFA8ED24B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075421AE-7C9C-FD82-340B-670C0FC7AB3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DDA0F6E1-7EDC-B2C0-788D-C621BD4F24D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E1FCD5C1-7ECC-F6D5-26DF-2CD8278705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A8466D84-E30A-6566-1B67-6F73EE0F37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B8EB5C4C-19EB-6AEB-9855-B20C411C48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46981410-460A-3D40-F5A5-591C091EFB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D7B8B9C0-5569-60E3-3058-06240A39FA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5B1B2EF-46B6-8DE1-55DC-A6FDE718FF3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4ABBCECB-3951-3D8A-8851-11DEBA960BB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212BF66F-3648-2DA0-7602-FA3AE21E2E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F5F3A2A6-6447-E940-CF7D-FB682A15FB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976FB9F5-7CC9-5C58-F011-1E7C6E18E7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C235DFE0-B5C3-D285-613B-772E7C8811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26875F0E-2B10-D647-DD3C-7794D1252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2252262-8D30-D6FB-4CD2-A26513DFF0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309C41FF-5EC9-FC9D-B5CE-055235B7B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F8E44A1F-BD52-F362-7C32-65470E1E47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807E99BB-32BB-D89C-8876-BA033ED9FA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1D609C5-FA7F-D727-0F1A-12BB5327620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1ECF685B-28B9-2E7E-D2AE-9B364B5164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6E85C9-6C5D-821E-F549-D537CDB59CC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6458F2AE-2DBB-E310-61EE-12958360DDB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BDD0D37F-E4CF-02CF-CAF3-C287E1CC7B8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11F41CA-0A24-5396-9777-96B78145CD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921C930B-F1C1-2535-4B4E-39BC524E33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1671-7728-E07E-893C-25BB3E5455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72ADC80-B7FB-F003-21EA-E8B732D2DF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07F1F97D-A5BF-EF8E-5D3B-DB27EB5FEB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4E29640E-CB6D-7E8D-2B65-8CF0ED5FEF3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EFD05B29-DA41-992B-56A6-470CDDB647B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D5953846-2FC0-5DFA-0DB3-69118675D6B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1E4054AC-711D-11A1-FADF-4F2DFC4C567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31C174A1-6DDD-4538-83AD-012057C2C2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60297FD-6A0A-25D9-1E9B-CF8C2AC623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1D28259-FF64-05A0-9DF5-FF441981BE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C86C6E9-73B9-FC12-1A19-9FCB3FFE34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530B3578-71E4-B7C9-49F6-B345E2FA6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E4B02E61-A882-F065-FF7C-B735D5D923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44A2C5E5-9032-0B25-BF2B-3CA33CC2017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03006E55-7C53-8453-CE0E-3D9347BDB77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378A8968-EA95-A0C2-DC98-5EDA20D77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10D57F30-040E-5883-E14C-22FBFBB37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2295BB9D-159A-5B44-CF42-3229905449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1A82DB-0786-98FB-4C70-1D5252036186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FA1DB2-0A2B-1411-8977-F91C2D831D5B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744ED7B5-EA83-C1FB-D901-E1DB97D37BF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EEC1556-9467-3873-4110-19148DE7F8D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473AD748-C8C8-79D7-7AD3-441EF77E473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2A3C38D-869D-C883-6F26-8BBFCAB2C79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2F40731F-D730-8186-DF20-778671B1F9BD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503F90D2-7B58-CE04-99D7-98987CC148B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938DE611-C579-69E1-3022-D7AAB44DADA3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46656C8-922B-910F-D66B-D42489DB6D5C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36175948-B77F-494D-0547-22A0318A930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3384AFE0-31FD-C9DB-4BDF-673177ACEE4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27E0397-783F-6578-3EA4-7322DE621D3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2685C4F1-8A77-8476-23C3-EA9CD1ECD2A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A38C77F5-5A2A-2223-C841-9D059242ADB8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6F2E5F66-77A4-984D-3A00-5493D37FC17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BEBB2900-152B-B205-77CE-05960C571BED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ABF3876-D6EE-F465-983B-DE53C69EECB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2C22475-AC20-D5C7-45AA-93A01FB4B1A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8B710D46-5200-2D05-2D85-42D9761393D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82F422D4-4061-D0A1-23EE-7EB368116A1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D1CD72-BB6F-907A-F464-1020B169C906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09A4519E-89B6-B10F-2881-C62BDE37BB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21D72C5C-3F61-3156-F613-D5FFEBBCEC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25206289-9CBD-55C9-AF12-0BE599632A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9E4890D4-A620-6C49-7C7A-318D5974C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B50C3CCC-15F9-4C42-43E9-2F0EA7D773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D0347A76-0532-3B3F-A218-A793EFACAC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2BE66F2F-5D15-6AD6-2A9D-D44AE76E2F0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0FEA4718-4D4D-1617-D163-11132A8185B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23B2506C-4AAF-36DF-E919-92EBD47D5761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FBE37F18-6C87-D68A-227B-194D32FFD120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61376C46-51F8-C1B6-1F13-9C32C2553E91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49F14BC0-ECE2-741D-3912-754D1A4F3A2C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4905C5D0-C2B5-571B-7B85-241A5F1C901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4FD9ED76-7C2E-6024-1BEC-FABD48B9A5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8E1E99F7-4369-2234-B9F2-6660914B6B6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3A9FC98-212B-0B17-5042-A24C87F0F5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CA83A769-3DB9-9B3C-2605-65CD93F01063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47519440-B415-9907-162A-E62EDF15F3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804AFE93-0C44-E21D-8948-A4DBBFD117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09E97041-6CFF-246D-0D18-DDEF17A8AA2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FF9BF36D-DE3D-8D8B-A514-44ADF9F4404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62C10834-E850-E2AF-C864-730029A1D800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10EF3C23-E070-74D0-83D7-6E229E657D0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D8D80824-3641-538A-27F0-AA145F3BF2F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9DCCDB47-19B1-49EF-D699-2A26C8AF55D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7AF03C-5ED2-A8C3-13A6-220E07E8261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7EFBEB2D-8F06-F546-6803-6C2B26BF8B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81AE6F84-80BC-804F-A5AB-72BDB8FD79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4A2DAF85-3539-604C-6247-322DDD1547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063CD94F-E1E4-BE78-9700-1613594DE96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B2936B82-A285-59FC-C0E4-2B76D864291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86B52D1B-015E-8BF8-6B88-ED6B40CB32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BBF9BECD-B461-A866-B746-30B72F9B317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3041923D-F8BD-65D6-B6B2-99A63456007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A8FA6EF4-EFCD-03EE-1E60-923EA48DE1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24D2D25E-DD4D-B282-1EEF-23ADDB65A0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A8799E50-6A1E-5DFE-7FAC-79B2636E9BA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32AC579-6DED-F7D4-2167-02164A03AAE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D2324287-62C9-A1F0-FC2D-5C6429FD39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51EB588A-AB08-816D-A6C3-2FD559EE269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1C465F6F-4E5A-1F0B-D07D-B51A988FAAC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F2DBA7EC-9F0D-7BFB-75DA-258D035FD2D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F4425EC9-7BF7-5605-128B-37C078FC47C3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D0CEF8D7-F560-2C3F-EBD4-A55265C5960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B5D0A59C-11E7-DEDB-343F-ADA8AE2FD1C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7BCEF51-6EB2-17FD-1C06-346362FEF9F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CA09521B-74E4-3240-53A1-C4A9170967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600E0002-C4B5-BB83-0991-54BC74D25B9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778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S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998950D4-3158-5AF8-50A9-B3ED06B571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3735859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</a:t>
            </a:r>
            <a:r>
              <a:rPr lang="en-GB" noProof="0" dirty="0" err="1"/>
              <a:t>Images’,select</a:t>
            </a:r>
            <a:r>
              <a:rPr lang="en-GB" noProof="0" dirty="0"/>
              <a:t> </a:t>
            </a:r>
            <a:br>
              <a:rPr lang="en-GB" noProof="0" dirty="0"/>
            </a:br>
            <a:r>
              <a:rPr lang="en-GB" noProof="0" dirty="0"/>
              <a:t>the preferred image and click on ‘Insert’.</a:t>
            </a:r>
          </a:p>
        </p:txBody>
      </p:sp>
      <p:sp>
        <p:nvSpPr>
          <p:cNvPr id="10" name="Tijdelijke aanduiding voor tekst 18">
            <a:extLst>
              <a:ext uri="{FF2B5EF4-FFF2-40B4-BE49-F238E27FC236}">
                <a16:creationId xmlns:a16="http://schemas.microsoft.com/office/drawing/2014/main" id="{B08C0826-31A1-3DEF-7271-51202B96A1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3735859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453623" y="1569104"/>
            <a:ext cx="7016140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 dirty="0">
                <a:solidFill>
                  <a:schemeClr val="accent1"/>
                </a:solidFill>
                <a:latin typeface="+mj-lt"/>
              </a:rPr>
              <a:t>Image (S) + text | dark mode</a:t>
            </a:r>
            <a:endParaRPr lang="en-GB" sz="1800" b="1" cap="none" baseline="0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3622" y="722454"/>
            <a:ext cx="7016140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29F8F8E-B66F-D84A-81C1-DBDA4B71F05C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7ADF48FA-05FC-DF57-4E09-928C2BA513F5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424E496F-C327-0011-F410-E6438146CA9B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F2155647-28C0-F888-EE81-A099B769859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59057CE-9262-6BC0-323C-A78F545C165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4EF1168F-E89C-E8BB-3E6F-F99E7A4F3BC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3D57669-F1E3-9778-8B1C-EEB64916CAA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F2691A-894C-0BAD-A64E-90BF94FDFB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7B72370B-63C0-3FF6-CBA0-D0218F4DEB9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08892AF-36E8-A4BF-34DF-E574D7DED7E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AF9529F5-90D9-81C2-6542-EBD5AAF673C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B2668A43-8FB8-75AA-5B87-1040304E7DF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D75DEDC8-9AC6-A76C-074D-95E1A9147B8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2D235DA-4BB4-6C21-1050-E849F54C28A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CA6F3E0C-DE5B-050C-2EA7-D80262B0D1F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023CB4A1-6963-FFA0-E469-F920BA15514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96DA48D-D558-61AF-14C5-38E968D93220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9DD0256-BC55-70B6-9711-3F06745948A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E593191-AEB1-EB79-EE36-D6B34530146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E8FD4786-60C9-9486-2DC6-3D9B00E1CBEF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23DA0C7-DBA9-8FE2-B931-01679B902CAC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BAB3BD5C-FB06-9428-2AA1-20078828C5DC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AEA86D1-B00E-3D8E-7B2C-0871C793463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2B60D8A9-3310-9810-08D8-CFBD1AC55BD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0059BE4F-C466-EDF0-108B-5D92562BDEC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7921049A-F3B6-D3E0-4073-0B095AA691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5BC10C1D-E1D4-4E29-4C13-249D3D62C25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AF3EC131-7E63-C06C-7917-A3FF8A41114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914610E8-B757-0A30-9B28-61396977CD4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B4E2AC5-D400-8328-C7B2-BAE358134C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BC3576CF-A7B1-17B1-D984-90AFF95BFE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823F07FA-3156-C421-3B03-3B64529D97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ABD2612A-2576-8DF0-3F4D-08534B6182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60EBB61E-1F76-853D-41A6-484939521A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2073D5CB-EA62-759E-CC40-FDA085CC43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C80278B-8737-7B3C-1EF7-7047527172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701C7CFA-4BFB-5C65-2BF2-90987071C9F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D5AD55C-1878-1FBA-8585-25AFE3AF720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BC8A942C-6950-44FB-3A9D-068C5E9A0FA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82A6C3D0-6C85-9B31-38A7-88C4338A1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8FC8623B-CEAE-E9A5-2244-112541F952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46281FFE-331A-6BB8-A841-0F767919C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F6B4E5CF-4D15-7FF7-A8D5-04A688445D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8C263B9C-331C-8048-E4FF-8B47D9B151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B49CE55E-69FB-B9CC-001D-9F1F9BF1901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9E585861-F94E-CD59-2EB9-5F485F3F4D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9310290C-4527-DDE5-98F2-0BBE8E32997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91BCBE2-245D-6BEA-3A96-F2069FCF272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15E977E5-EF26-3107-BA42-02048DB28539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D24D345-7F5E-C4F9-ED55-D6B041C68DB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AF027B3-D16D-1FC0-7B47-F317342C79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EF0A90F4-444A-4301-846D-7488DD28EA4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655EFAD-2E48-28EC-34B0-0E71AA7B03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2E740BBE-4ACA-E77D-11F6-E3EC8EFA32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4CDF5780-534F-AAD2-D80D-B82DF93EAE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849EABD2-5647-B9AC-2F3B-FF87A99EF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88A1F66-CBE0-5E1D-3BAC-39CCC49BB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1A8C63F1-E2B1-4882-2922-F9E134AFF73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BF9ABF3C-8C2D-E4F6-5C27-1B0DC2A7AA39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08E0DA45-CC90-9315-4654-C1A487262EA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25AA5B83-9366-2167-4789-97722C1A374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CE0142AE-8E90-944D-CF85-D76224D49D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59151C3-DFBE-E5EB-B5B2-0EDE2B8FE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83AC589-248C-D47E-FE78-91C446B9C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F90724F-3E48-75F8-0EE7-4BCDBF76D1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FB434647-E4C7-E5E7-DAF5-1C1ED4834C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974723F2-A567-0B2C-1E19-3D58BF5F4EA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4E92109E-7049-67B7-E711-D0E3C35FFAB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B6BB28E5-FC07-8660-D163-A81A2312AC2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DDAE04FD-F181-3949-7D85-58325D157C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95968914-FEA4-2AE8-E004-E96F339388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AB79A8C7-FB3C-A442-3338-FC8FB2AE60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DF17050-91F9-6EE8-82AF-836B5EC13983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56" name="INSTRUCTION">
            <a:extLst>
              <a:ext uri="{FF2B5EF4-FFF2-40B4-BE49-F238E27FC236}">
                <a16:creationId xmlns:a16="http://schemas.microsoft.com/office/drawing/2014/main" id="{0F7A56C1-733C-A37F-4D3F-2213F982AE40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1CEDD57F-4BB9-FD9F-B3F7-E79C0320BA7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DCE54C07-4C43-F9E1-4B83-167B7B08880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5886D6B-F586-7823-DBA0-98143291F751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1E526610-5710-6B63-4E90-4563E7AA859F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6D115087-3C69-969D-E772-4723287E1F53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8BFA1349-EEE4-A0F0-3A3D-55A8FE8D97A0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13036124-AFB3-6331-E1AA-99EB524253A2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4" name="Rechthoek 163">
              <a:extLst>
                <a:ext uri="{FF2B5EF4-FFF2-40B4-BE49-F238E27FC236}">
                  <a16:creationId xmlns:a16="http://schemas.microsoft.com/office/drawing/2014/main" id="{92646E72-2021-23E6-3AE0-AE1866ABA24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9D68007A-EF83-5BDB-1FE3-3C1FDD8F5F0C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C0C16C9F-8FC4-7BB6-91E2-E51E396E82F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876A49EE-B34B-CDAF-FFC2-E46719A4C38B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6" name="Groep 205">
                <a:extLst>
                  <a:ext uri="{FF2B5EF4-FFF2-40B4-BE49-F238E27FC236}">
                    <a16:creationId xmlns:a16="http://schemas.microsoft.com/office/drawing/2014/main" id="{3D59A685-562C-AF7A-977C-E38B960321B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19" name="Rechthoek: afgeronde hoeken 218">
                  <a:extLst>
                    <a:ext uri="{FF2B5EF4-FFF2-40B4-BE49-F238E27FC236}">
                      <a16:creationId xmlns:a16="http://schemas.microsoft.com/office/drawing/2014/main" id="{5A6F8916-EBA7-660C-5641-28B34664684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Rechthoek 219">
                  <a:extLst>
                    <a:ext uri="{FF2B5EF4-FFF2-40B4-BE49-F238E27FC236}">
                      <a16:creationId xmlns:a16="http://schemas.microsoft.com/office/drawing/2014/main" id="{61617C69-A22C-868A-947A-C694ED973DF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Rechthoek 220">
                  <a:extLst>
                    <a:ext uri="{FF2B5EF4-FFF2-40B4-BE49-F238E27FC236}">
                      <a16:creationId xmlns:a16="http://schemas.microsoft.com/office/drawing/2014/main" id="{1C7E5242-C604-56AA-1F4C-F85A6763639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Rechthoek 221">
                  <a:extLst>
                    <a:ext uri="{FF2B5EF4-FFF2-40B4-BE49-F238E27FC236}">
                      <a16:creationId xmlns:a16="http://schemas.microsoft.com/office/drawing/2014/main" id="{485EE85A-5C8B-B94B-B308-5C74919257C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332D8983-048F-D0D5-2C9C-60488AA4F229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3CA42B89-B62A-300D-E3E8-03F413847AF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3A2C2FA6-8A47-3A01-0C10-697B8A1D09E1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EE17CD81-799C-FE6B-92B6-798E98A75307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13" name="Rechthoek: afgeronde hoeken 212">
                    <a:extLst>
                      <a:ext uri="{FF2B5EF4-FFF2-40B4-BE49-F238E27FC236}">
                        <a16:creationId xmlns:a16="http://schemas.microsoft.com/office/drawing/2014/main" id="{EFF6AA78-CACC-4F0F-CAC2-1219830951B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" name="Rechthoek 213">
                    <a:extLst>
                      <a:ext uri="{FF2B5EF4-FFF2-40B4-BE49-F238E27FC236}">
                        <a16:creationId xmlns:a16="http://schemas.microsoft.com/office/drawing/2014/main" id="{74088B98-943B-23A9-FBC8-8A71B7633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7EB6BD8A-A3C2-31C0-5C9E-D72973559C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6" name="Rechthoek 215">
                    <a:extLst>
                      <a:ext uri="{FF2B5EF4-FFF2-40B4-BE49-F238E27FC236}">
                        <a16:creationId xmlns:a16="http://schemas.microsoft.com/office/drawing/2014/main" id="{65A1C915-25F2-4B6A-5B98-41A7621FDD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7" name="Rechthoek 216">
                    <a:extLst>
                      <a:ext uri="{FF2B5EF4-FFF2-40B4-BE49-F238E27FC236}">
                        <a16:creationId xmlns:a16="http://schemas.microsoft.com/office/drawing/2014/main" id="{60EF339A-523B-DC6A-3917-FFA59378E75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8" name="Rechthoek 217">
                    <a:extLst>
                      <a:ext uri="{FF2B5EF4-FFF2-40B4-BE49-F238E27FC236}">
                        <a16:creationId xmlns:a16="http://schemas.microsoft.com/office/drawing/2014/main" id="{6B5073AE-2EAD-748F-BFBD-18579C5DCA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2" name="Boog 211">
                  <a:extLst>
                    <a:ext uri="{FF2B5EF4-FFF2-40B4-BE49-F238E27FC236}">
                      <a16:creationId xmlns:a16="http://schemas.microsoft.com/office/drawing/2014/main" id="{20E27356-621D-94D2-EDE8-D27F24BBD1C8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08" name="Tekstvak 207">
                <a:extLst>
                  <a:ext uri="{FF2B5EF4-FFF2-40B4-BE49-F238E27FC236}">
                    <a16:creationId xmlns:a16="http://schemas.microsoft.com/office/drawing/2014/main" id="{90E9C096-24A1-FB55-4B35-19DC3E1E55B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09" name="Tekstvak 208">
                <a:extLst>
                  <a:ext uri="{FF2B5EF4-FFF2-40B4-BE49-F238E27FC236}">
                    <a16:creationId xmlns:a16="http://schemas.microsoft.com/office/drawing/2014/main" id="{A94BEDA9-24F8-0C29-9889-2B152C52226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210" name="Vrije vorm: vorm 209">
                <a:extLst>
                  <a:ext uri="{FF2B5EF4-FFF2-40B4-BE49-F238E27FC236}">
                    <a16:creationId xmlns:a16="http://schemas.microsoft.com/office/drawing/2014/main" id="{C16F6D9D-F4A7-1662-4C7C-9BDC6CAC020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A83BF9D9-BBED-BB51-A3BB-1457D2A9860B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94" name="Rechthoek 193">
                <a:extLst>
                  <a:ext uri="{FF2B5EF4-FFF2-40B4-BE49-F238E27FC236}">
                    <a16:creationId xmlns:a16="http://schemas.microsoft.com/office/drawing/2014/main" id="{22B995AC-FF24-DC48-5079-8DC2072A6D1A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5" name="ICOON_info">
                <a:extLst>
                  <a:ext uri="{FF2B5EF4-FFF2-40B4-BE49-F238E27FC236}">
                    <a16:creationId xmlns:a16="http://schemas.microsoft.com/office/drawing/2014/main" id="{1D839DD9-0867-9C00-4164-7543DBB718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202" name="Ovaal 201">
                  <a:extLst>
                    <a:ext uri="{FF2B5EF4-FFF2-40B4-BE49-F238E27FC236}">
                      <a16:creationId xmlns:a16="http://schemas.microsoft.com/office/drawing/2014/main" id="{86C3C913-1270-0A5E-1F69-702A8485F55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Graphic 163" descr="Informatie">
                  <a:extLst>
                    <a:ext uri="{FF2B5EF4-FFF2-40B4-BE49-F238E27FC236}">
                      <a16:creationId xmlns:a16="http://schemas.microsoft.com/office/drawing/2014/main" id="{8FD71EF2-9010-01D8-5D23-49C4D81FA1A4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0A6C9D97-FC75-2636-CDB7-A2A1867268A2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7" name="Inspireren">
                  <a:extLst>
                    <a:ext uri="{FF2B5EF4-FFF2-40B4-BE49-F238E27FC236}">
                      <a16:creationId xmlns:a16="http://schemas.microsoft.com/office/drawing/2014/main" id="{822A0246-33A0-71F3-0945-019F96E0C1AE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9" name="Freeform 12">
                    <a:extLst>
                      <a:ext uri="{FF2B5EF4-FFF2-40B4-BE49-F238E27FC236}">
                        <a16:creationId xmlns:a16="http://schemas.microsoft.com/office/drawing/2014/main" id="{0139CC9F-B0DF-CC2B-51B1-25447EFDB0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0" name="Freeform 13">
                    <a:extLst>
                      <a:ext uri="{FF2B5EF4-FFF2-40B4-BE49-F238E27FC236}">
                        <a16:creationId xmlns:a16="http://schemas.microsoft.com/office/drawing/2014/main" id="{CA484941-AA5F-7570-708B-BF034C344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201" name="Freeform 14">
                    <a:extLst>
                      <a:ext uri="{FF2B5EF4-FFF2-40B4-BE49-F238E27FC236}">
                        <a16:creationId xmlns:a16="http://schemas.microsoft.com/office/drawing/2014/main" id="{73E6621C-5BD3-1722-8ADE-5F69230B355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8" name="Tekstvak 197">
                  <a:extLst>
                    <a:ext uri="{FF2B5EF4-FFF2-40B4-BE49-F238E27FC236}">
                      <a16:creationId xmlns:a16="http://schemas.microsoft.com/office/drawing/2014/main" id="{9FD00A1B-8E3B-6F8B-1D63-BA6F2AF629CA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5C816F21-6B48-6FEA-AE3A-6691608C2123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DFFEEFB8-5FCE-DB39-6265-B0A69794AD6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81" name="Groep 180">
                  <a:extLst>
                    <a:ext uri="{FF2B5EF4-FFF2-40B4-BE49-F238E27FC236}">
                      <a16:creationId xmlns:a16="http://schemas.microsoft.com/office/drawing/2014/main" id="{0C7575CB-EC62-A457-D471-9CD8F6D79E8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88" name="Groep 187">
                    <a:extLst>
                      <a:ext uri="{FF2B5EF4-FFF2-40B4-BE49-F238E27FC236}">
                        <a16:creationId xmlns:a16="http://schemas.microsoft.com/office/drawing/2014/main" id="{8D47A38F-770D-2EBB-E2EA-2B406EA2D9B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91" name="Rechthoek 190">
                      <a:extLst>
                        <a:ext uri="{FF2B5EF4-FFF2-40B4-BE49-F238E27FC236}">
                          <a16:creationId xmlns:a16="http://schemas.microsoft.com/office/drawing/2014/main" id="{3E346608-E17B-5B8A-A58A-DC6A512AF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2" name="Rechthoek 191">
                      <a:extLst>
                        <a:ext uri="{FF2B5EF4-FFF2-40B4-BE49-F238E27FC236}">
                          <a16:creationId xmlns:a16="http://schemas.microsoft.com/office/drawing/2014/main" id="{CEEA1F7C-0170-71FD-F67E-C23D0A490DC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3" name="Ovaal 192">
                      <a:extLst>
                        <a:ext uri="{FF2B5EF4-FFF2-40B4-BE49-F238E27FC236}">
                          <a16:creationId xmlns:a16="http://schemas.microsoft.com/office/drawing/2014/main" id="{4464906B-E2FE-3DBB-7B17-D31B07FFB8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89" name="Afbeelding 188">
                    <a:extLst>
                      <a:ext uri="{FF2B5EF4-FFF2-40B4-BE49-F238E27FC236}">
                        <a16:creationId xmlns:a16="http://schemas.microsoft.com/office/drawing/2014/main" id="{A7FD7A29-A34B-5458-B542-4FD8E5D93E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0" name="Afbeelding 189">
                    <a:extLst>
                      <a:ext uri="{FF2B5EF4-FFF2-40B4-BE49-F238E27FC236}">
                        <a16:creationId xmlns:a16="http://schemas.microsoft.com/office/drawing/2014/main" id="{3B707343-9074-784D-8A4C-D52A1A147D8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2" name="Groep 181">
                  <a:extLst>
                    <a:ext uri="{FF2B5EF4-FFF2-40B4-BE49-F238E27FC236}">
                      <a16:creationId xmlns:a16="http://schemas.microsoft.com/office/drawing/2014/main" id="{70E78859-0741-ECDC-9D92-6101C0DEC96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6" name="Rechthoek 185">
                    <a:extLst>
                      <a:ext uri="{FF2B5EF4-FFF2-40B4-BE49-F238E27FC236}">
                        <a16:creationId xmlns:a16="http://schemas.microsoft.com/office/drawing/2014/main" id="{92B4EF0B-CE70-BB6F-2977-DFE82704C0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7" name="Rechthoek 186">
                    <a:extLst>
                      <a:ext uri="{FF2B5EF4-FFF2-40B4-BE49-F238E27FC236}">
                        <a16:creationId xmlns:a16="http://schemas.microsoft.com/office/drawing/2014/main" id="{93306CB3-E3DF-AD8A-E4EB-6F05CAA19B7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83" name="Groep 182">
                  <a:extLst>
                    <a:ext uri="{FF2B5EF4-FFF2-40B4-BE49-F238E27FC236}">
                      <a16:creationId xmlns:a16="http://schemas.microsoft.com/office/drawing/2014/main" id="{E96BFF7F-C3C8-8E94-EB57-BA957750B5D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D886EE0D-0BA6-363B-1BEF-C2EAE61C2C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184">
                    <a:extLst>
                      <a:ext uri="{FF2B5EF4-FFF2-40B4-BE49-F238E27FC236}">
                        <a16:creationId xmlns:a16="http://schemas.microsoft.com/office/drawing/2014/main" id="{CDFC80A7-CBCA-4182-032F-879647C6990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79" name="Rechthoek 178">
                <a:extLst>
                  <a:ext uri="{FF2B5EF4-FFF2-40B4-BE49-F238E27FC236}">
                    <a16:creationId xmlns:a16="http://schemas.microsoft.com/office/drawing/2014/main" id="{F6E7E734-3097-A12E-3909-A0D45DCDC1D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0" name="Gelijkbenige driehoek 179">
                <a:extLst>
                  <a:ext uri="{FF2B5EF4-FFF2-40B4-BE49-F238E27FC236}">
                    <a16:creationId xmlns:a16="http://schemas.microsoft.com/office/drawing/2014/main" id="{827F8E60-A265-0DF6-23B7-9F78BFEE5CE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F418584F-4DED-9ADC-9501-F914575960E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9" name="Rechthoek 168">
              <a:extLst>
                <a:ext uri="{FF2B5EF4-FFF2-40B4-BE49-F238E27FC236}">
                  <a16:creationId xmlns:a16="http://schemas.microsoft.com/office/drawing/2014/main" id="{AD3C003F-6AAA-FE9D-E939-362E5036891C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0" name="Rechthoek 169">
              <a:extLst>
                <a:ext uri="{FF2B5EF4-FFF2-40B4-BE49-F238E27FC236}">
                  <a16:creationId xmlns:a16="http://schemas.microsoft.com/office/drawing/2014/main" id="{A6EF58C4-75E4-7404-778D-92D22FFC5DA8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1" name="Groep 170">
              <a:extLst>
                <a:ext uri="{FF2B5EF4-FFF2-40B4-BE49-F238E27FC236}">
                  <a16:creationId xmlns:a16="http://schemas.microsoft.com/office/drawing/2014/main" id="{C7DD37FF-5836-948B-2A50-3E4C2462671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6CF1ED7-3D62-E1ED-DA23-6BDB4FFEEA8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74" name="Vrije vorm: vorm 173">
                  <a:extLst>
                    <a:ext uri="{FF2B5EF4-FFF2-40B4-BE49-F238E27FC236}">
                      <a16:creationId xmlns:a16="http://schemas.microsoft.com/office/drawing/2014/main" id="{65E308BB-4A40-0395-52E1-2A5F39437A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75" name="Groep 174">
                  <a:extLst>
                    <a:ext uri="{FF2B5EF4-FFF2-40B4-BE49-F238E27FC236}">
                      <a16:creationId xmlns:a16="http://schemas.microsoft.com/office/drawing/2014/main" id="{9A027C3F-9E31-5DED-F93E-17BCB0AD0F9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76" name="Vrije vorm: vorm 175">
                    <a:extLst>
                      <a:ext uri="{FF2B5EF4-FFF2-40B4-BE49-F238E27FC236}">
                        <a16:creationId xmlns:a16="http://schemas.microsoft.com/office/drawing/2014/main" id="{134521F5-E6AC-A8DE-5045-9E936F752F5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77" name="Vrije vorm: vorm 176">
                    <a:extLst>
                      <a:ext uri="{FF2B5EF4-FFF2-40B4-BE49-F238E27FC236}">
                        <a16:creationId xmlns:a16="http://schemas.microsoft.com/office/drawing/2014/main" id="{BE4E9C39-1E7E-6981-2C84-C9139072335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3D4A21A9-9684-1D46-0D3D-B60A1401B53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82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M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(M)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DB32FCA-E550-678D-CF29-07E1060D4802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70FB3601-1E60-220C-7581-69D819FC46B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1D8B121-5210-8C15-AA18-37FFDEEB248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9C13F65-6DDE-4DD8-476E-5EA81B7D885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A9AA05E-B0AE-6D4B-EC93-B908D2128AD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282CB00-7F3D-EE85-7D92-1E30A45E7FB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11A7D4B-73CA-787D-069A-3EEB3A93FC9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C7B17D2-0DEB-5C89-FA07-0D4035F657B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D769579-5678-82F8-5EC7-C1EC5A7BD46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CE9C8560-B90F-ACEF-D1B1-E81433E3EA14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8B53E7C-BE59-376C-9884-925677BC53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5E00AF43-1C11-1106-6CBF-B8AA5236ADF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F109EDA6-3938-D36D-5BF1-CEB04833B91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43929D9-5074-28C7-430E-06A5121E3CC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1E2D10A-DC67-DC90-9506-D766E6CDA2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F4E4954-1BA9-85AB-1D34-B263CCDED7EC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D620A53-1453-46B1-28A7-A0765808D19C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D6EFEEDF-39B5-378C-1FB5-52E661BCC7C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F8DC04CC-6C90-E8A5-378B-4335C3F9132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31508442-3451-A1C1-0A08-3F9935F706A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220192E-8E83-E907-758F-39627DE3B73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0BE4A20-EDE2-77B5-0B21-4B55E373704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B9E6C526-E226-7062-4FA5-FDE523F0E4E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492BC0A2-A027-6F99-157C-600972DF19B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232FD5CC-0243-0F69-31C4-0320883883B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8E631805-BF1F-022D-4F32-299C5BF2CC1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95004DF6-4CCD-CD81-E05B-F9930250D1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78ACA381-CDD2-252D-2C13-0AC2A20E726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CCF3B4E6-0A43-D6BB-12AD-B7D4034FB0B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A0C37986-45EC-482E-C898-0A79F2C86A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50BC636F-1661-59C1-A5AE-E7A1034C2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94BAA4BF-F7EC-F1B4-C8B8-FBDC3319C5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4F88B24B-B6B7-EFDC-1A2C-F981024366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75FDF19-0D72-6419-6380-AECECFC0B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7F08EC6-23C0-B4EE-E424-C8961354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A872E16C-844D-4471-B55F-C71F1EBE708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9C2E7DD-AE84-2079-452A-FFDDAC68154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79E99FA6-537E-D80C-D8D5-CDDBD46AC9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135E801A-BCF6-F674-B601-7141177006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B4C5379B-1527-592A-717E-1DD6F07FF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D6926521-3B5E-06B7-5AEE-B4FEC956D5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DA13AD7-50DA-676E-3F6B-AAA45A8721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DB6173F-542F-C87E-AE88-5E7D261E10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2991704C-3BCE-212F-10CD-AC9DEB4133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E046524F-60C1-C37F-7304-AA4E426E80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47C64CD2-99EF-66A0-1837-D9D53EE87C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ED4E9734-AE6E-1E15-782B-32F1F17261E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0CD2390B-E0AD-AA53-1B11-30DA66FDF9C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E3B2991A-4A48-F510-013D-6C29FE1B1DF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91842888-6B47-88B0-9BCA-966039FF2C0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9920054C-DF7F-E48D-91D2-BED4B8106BB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FB89B83-4270-7694-5945-9A4A8CBD69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33922D41-2612-0A94-1D20-67550EEF5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6C16A11-600E-2DDB-317F-7E4210BAEA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81697E8-AC25-2F2A-1799-B96E728CC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F4D805A-82B8-A9F4-2620-BA315E11B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E9BAB2AE-16B8-24C9-758A-3568412C118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7A2D103-6AEF-5D08-B65A-B11D0FB36A2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1D5EE45A-686B-6217-63BC-D51496974F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C7108246-2366-5C2E-E2D5-4BE669C54C9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D059F9B-A4E4-A14B-0DAE-A27D49D5D4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72B1BB2D-E47E-E183-9314-997CDD8311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2DA1A32-F58C-FB87-69C4-A458E6139A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9A84228E-0F3E-D61F-2C71-35EB949E82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43DD438-A49B-6FC7-1D25-11636878B6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9E01507-7E8C-CCBF-5A64-88C5585E5A4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B81333CC-EF49-40D9-E6FE-15D63A16187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1649ACFD-637A-E926-DD5C-3CCA606E336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7F60C42A-E814-D8B8-D340-F7334AC0B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7017D67F-17BF-B95B-30CD-0FA8A5D61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0E0611DC-F7C9-75A2-C88E-FCAA598AEB2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4E04E60-514C-2FE7-A094-A5203B48C74C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4C2089C0-B2AC-E696-5A8E-6A8B8C42167D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DBFA259-3300-B065-B510-8B891F78430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0E57904-8A79-7AAD-C778-24BC09FE7DD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22D6E0BB-AA43-3466-9879-A10C8B472936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049C766C-863D-202C-344D-827AF0E42934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980DF71-F498-2CF9-3E80-B8BCD6D04B8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6A91D5A-69C2-0976-98D1-92D5F7FB36B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EA2FA2F3-7E9B-4DDB-5600-55FBEBAE39E8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1A8E870-C918-CCE2-70FC-FBA9EBCE0D9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A026C58A-7588-E764-F83A-1D56887006E9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7C07B5C8-1636-4DE7-0BD5-B6C4511F7FE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11F8AD69-1B3B-4086-B3C4-0B0E6DFC2F6A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12D28B5-79BD-D0C1-673E-6FAE85B50A54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6B3E1899-75C5-2B15-FC88-8B704EB50E7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E3C2167C-C4F4-BD6B-F4DF-DED0307D32CD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D84B6B35-D9F4-68C8-7F69-9AC0D898F6A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65285791-DA80-619E-F7C7-D4DC1A1AAF3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B92C0E2C-5E48-7F80-3312-1DCC47C0832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9CE35A5B-7572-4AA5-9096-BD6A1AE6F9E0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93164CF-47C6-1308-0CE3-AF492E1C559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74DDB3DA-955E-C73B-633A-C29D94DEC990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B6C671DF-2B2A-7CEB-A7D2-EB308E4309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8C581F6A-8E37-A90D-7CC5-7F5A650CE1E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5B09599-CD9A-3034-7EE0-61697A9FA7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90F0AD5-E400-7C3D-E353-5E4A6D5C46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B2B2704C-F08B-30FC-C3B4-6D61221BE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EA26EDFB-03C0-F0D8-D04F-6A24AD02EA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18A7D5F9-1FDF-AADC-7682-144A43CDF8D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76CF95F6-E18C-6BFA-3930-451D17467AD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8ABEB76-F339-5EF1-AC6E-0D5AE2DACDF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2E6FDD78-3B75-C101-12EF-5FF35FF3BA76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2BCB3FD2-467B-0B48-0D5B-8BA7B4AF0FAA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15FDBCD-9C14-ABB9-F89A-D4F719A5FE30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C7242B07-B1BB-3F07-0238-E96F0FF5387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2F426854-D00B-F45D-B955-86FAEC9E5763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B4AA01CD-2285-7CA1-30D2-16B914FD3FCA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2AB54ED2-EDD2-2105-7B7B-3117B7C95B83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2A5FD0E5-835F-21BE-5661-5CFC500E097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7D8C4D80-1012-DAB6-3741-11759AECB8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2FC65B57-49F0-1EA3-9C02-606F7637A6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01D73EF9-1110-0BDA-8CFC-6FFF57242E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6A890629-80E9-574C-1DBD-CC14AF25455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20F5000D-B3D2-2845-E515-75E5583BFF2A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85893EE-32BD-7246-C0F1-5D0AB8A6321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95F95942-17DE-CE98-689A-11927E3F514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E2CC32E2-7CF1-DD85-D240-81FDE0BFCB8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820CD70B-BAEC-7668-55DB-51F0AF826D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56291531-E9BE-0722-F707-DB44F8937F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C11268D5-9CBE-B938-9B16-2F1C7EEB20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BA381BF8-ED12-400C-D3D9-62BCDBCA1A1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FA450C4F-7440-1438-66AA-970705FA34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91ED5AA9-DA63-940D-CA85-F38B2B95FFE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FC86B387-74FD-2253-E65B-55CA2835127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4C42A54C-E400-A3B9-DAD0-06BE2CB5DE7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C11A1D3D-5BA8-7C2B-609D-7E1F87328CB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7F02C236-FAB5-B0A1-CBE0-867BED1DBE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2E37AAF6-7B6D-5DCD-C9C3-5B6853D4287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A5A931BD-69DB-3529-DD1A-FAD0EAA5D24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CB763C0D-F836-5AB1-EBFC-B919C60E2EF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3CB1E9B-68E5-C1B8-AD9E-8774515695D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8E237388-CA38-9E57-06EF-EA587EA132B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7D474CE2-B7DB-9EFA-0C1D-6773A522CDC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95495BD3-F248-6C1C-C6A4-9D089109A69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A0500E96-1499-9A2E-AC79-D820D7E0D0A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D9F6402A-F56A-F9F2-66EA-18B82F678F3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59801F8-B618-F37B-E778-FA732E5F30A4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FAC99742-CB6B-E29B-1E35-833A0E15B11E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80AED1A-9DF9-9BA0-DCF0-D602ADC3556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A8401AF-3FEB-44A1-E123-5CBDAFF7C100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01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M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(M)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AE8F50-ED3B-331B-6EDF-C516BCBE04F2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541A9AE1-FDCE-9C4A-ABB3-985C50871DF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AA53428D-ECF3-2B69-4E88-0FAF6F52BC86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CCE85D3-726B-79FC-9D08-E084E057D34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782DE7-6714-D963-7384-9274D987F5B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4A562D5-48B6-EAA7-A12C-968EF910751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08E3EC8-3868-4ACA-5F1D-2D52EB80083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467C121-5EF3-17F0-A6CA-E0FDCFB329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263BC64-4A4A-745A-97F5-DCFA632696A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B8AF6B3-B43D-17F1-6112-7D0E6411B3D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5E57F296-8989-D3D3-69B4-4A5A3EFB378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89FDF4BB-7875-F011-9873-5BBAE4BAF38B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410F7E0-6C4A-906E-47AA-68BA759B4F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A7F113-B635-90B0-8769-CAD9D480ED6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2380A194-D5F8-CB43-80B1-5E9867967C9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D8AFD61-6500-DDE1-059C-A7EB1965AD9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388B32FF-A6AD-AA31-F50E-5DB2EC119E2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7D2817CF-8F72-4931-9D5D-9BD4BA12A5F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6C1FC193-7166-88A5-F529-2B5AB454A5A4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1B2D8DD6-459C-5EED-C6FF-68CEE0A03B4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D12A6833-C02A-0D9C-1717-49F90818FC1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58E9712-5196-D0C0-221F-46DAC1604F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42D9C72-60C8-3DB4-EDE0-68FA3653B4E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5AD6B587-3A12-394F-9570-65F9A31E349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95E89583-59D7-1FBC-2194-19480CC5EC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6FD11870-6DBA-3782-903B-CAF3446C7EC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7DBD3D2-5227-9378-A3BC-4A94C52227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4AA3FAF-4A8E-CE1C-22AF-519004EBB71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D68FAB-566B-7CB1-B240-EC2C4E3262C7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85258AF1-36FB-508F-33C8-ED74B428D0A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A60DDBFA-B5C9-D794-069A-808942BEAB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BF27C5F2-B7A6-A0EA-819B-2CEAD59F07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4679592-39C7-859A-7FCB-9294A67116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BD1ED5AA-10F8-CA5A-DDB4-5C9AD8AF99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F64222F-D623-6926-1869-183B2FD5EC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3E8AEE8E-D547-3832-6DEB-67E7968CE4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4886A281-AB3B-8EA5-3B79-561D44488A8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B2148450-1553-44DD-F6BC-8A24FD6C741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5EEE16C5-1F5B-77E6-B519-B8EA5DD64DA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C3E980F-9D49-AD64-977C-07FD2DA627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F2348E5E-A204-9326-9AD5-FF468929B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EF1D2D29-43CD-F88E-EDEB-82C61AF2F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37D0449-8549-41C0-358D-B21650C5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CD6AFD2-FD76-06CE-0B33-9983FC461B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98179507-58E2-BEEA-7969-715E36BAB0E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DB410B63-6EEE-3F71-5F6D-AFD29A1219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0AFFB209-BED1-C088-A1BF-174BBCCD887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FEEFE8A6-D308-6A37-DD1D-558BA7397BB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036CB7DD-D3E3-CF10-0EDD-CB3CECBF8CB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7FE597D9-5CC2-2DB6-963E-3A6B5782B6A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6CA3F92A-F207-1B11-B719-BAA0950F8480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DCF2BE17-5726-EC84-C4BD-4872B636746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1CA4E12F-DD59-7F39-F221-12FB02CA9B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C7CF087-551B-5C37-EFDA-62ACC424F4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F6383F1D-11C3-88F8-F35B-320ACBDF67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A04F3A3-93F6-1032-5AA4-E4E9C364FD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1AA10358-6A17-D5E8-3EBC-EEC7CC449F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8FED6B50-47FE-8AC2-703B-0B7C7E3449A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84A33AE7-2AA0-382B-87C1-1BFDFC1536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C57F1C43-3CE1-F890-74E4-CF8AE4A6697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63F139E5-2923-4991-197D-6F63D76EE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6FB4E87-994C-EDC0-D5A6-0C545F3FA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8140E44B-F803-277B-8F3D-666E676851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CEDEF060-0735-AD50-8CFE-962739394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A0EC06D-AEB5-E4B3-2F74-6956D6AFBB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72D7D49-2FA7-7B47-C3CD-1E97DB6A89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7623F4C8-D7C5-6B80-07FC-95E28F2816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D23EB3D7-D2D1-A640-A8D7-91646E89EEC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1567F056-12B4-920F-3974-996A7C95322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4F86F78-D7B3-3886-10BA-FDA750D9F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8704D9B4-5519-A3AB-B0FA-0F1872881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2121ADB-E02D-C207-8AC7-739B48DA65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7347118D-762F-7218-C659-96B631FC4775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5F585955-C82B-E5E8-02A6-DE7951C28365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0B12CA8E-3868-4E86-6765-345CE7E0C400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44A43AE-394C-FB42-3A1E-E34BC04338E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7F2739C4-7C27-4B72-0B6F-E14ABD15E71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5431E20C-7780-F7D3-6104-3CBD394BD59C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33B63BD8-7191-1156-1CA7-F0BB1586B7E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9ACBB932-22C1-DA71-FBCB-8D936738D737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2B986B3E-C592-6BF4-E87F-13A551192F3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8885C02-ED56-ABF2-DD05-5FFE786BB51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A60EC4AA-7B17-D3B2-CD0F-0346CC88BAF3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5047F1-A331-D6BF-E7F4-428EAA1419C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C1C16890-6553-AD7D-C822-0E34C45FFB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31B843C2-F8DA-5521-53A9-87E7025FF96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1AD9B5DA-FDA8-F0F5-40B1-24F3A6C8AEF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4A7C22A1-307B-D3D1-B6AD-24771BB9DF5E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2CE37110-45D3-F029-8891-25859FF5AAC6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436A09B3-39F4-D4C5-E5FE-D60FDDCC375E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06763219-3C49-FD2B-5770-B058D40090DD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63A01090-4B6E-441B-333F-F7B80876AF9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1B50E30-87D2-0D73-5C03-10520672C449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10348AC-A5D3-E8E0-0336-0D807588ED2D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D81A09A7-ED8B-1EDB-1FC3-09319DBC29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9BFEE9CB-C698-93F4-A526-B6B90F7210A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3C39D9E6-7C39-625B-89FB-D46C37D0C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38407312-3456-0207-DA7C-305499DD9D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1D36CC63-B868-735A-14B0-A0C30BB388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0C4FD971-C1A4-F3A6-F800-FC19998567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F5BC04D6-71F8-5813-FE12-9E7349E3EE2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F13247CB-CF61-FC7F-3227-B0536E8589E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14C57AAA-BC51-E7F5-485D-65CEA3B959DF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1B3349F9-C272-DBF1-907A-93466BE3050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3F24FBDA-F8E9-BC68-2508-97FFA45B934C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0C2B497-72B0-D7AB-E3B2-74C9993AE90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F9F88388-1875-FF9D-4009-EB74CE59B30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9ADAD9C9-69EF-B577-86A7-FA7AEE8C6D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5FE2376-D6CA-6CF6-76B7-36385CF951E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0631948E-6991-73D3-536F-75FD2CD1EF95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237C75CB-EB3F-1491-22E1-B238356ABC09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EAC06A5A-B198-CBDE-6C24-9778D9319D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FD7F45DB-4F30-2A54-EB64-0F9984A77C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A1E7207C-2A66-83CB-600B-40E8EB33343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7064263C-EC34-F4B1-3B16-EDF85985512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9B1D4447-51AA-9995-7CA6-DC18169FEF5D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CA20017F-FA8F-BEC9-5F24-D0AFF52A739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CBF422A4-7D77-0D6D-9181-B6DFED7EBCB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6623B590-B321-35C5-85DF-3F3C94EB6EA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F068A3BD-C4BE-FA65-B24C-B6E5BF557D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D2660878-B4A0-7604-1881-A117BF22EC0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CEC733F3-0833-B09A-58D7-173515B65A3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3DDF74A-B48D-A971-E2BA-228022DA82F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EB317102-3F9F-DF5A-99F4-0314C2B59A6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A5D15376-F1C6-F63D-DF4A-14EB207A5F0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99721CB5-F7C7-6AB4-82FC-4EC56048B2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02ACD577-BA90-3B4D-87CD-ABCED406203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399A18-2243-991F-C634-0FFC93E7F12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786E5263-B04E-EDC6-B7E3-25C1585BCB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4F33D48F-B43F-D7AB-19A1-B848B2B4F20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E51D038C-5560-7D05-6652-165E8D8442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971EB294-FCA6-4940-BA30-879A2C87EA4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35C63940-8C4B-6B23-FD55-0579ABB46A8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0E267ACF-F57F-5677-D072-F383CE6338B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2547F05-7459-93AE-E317-144756BA4D9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2A495CBB-0BCE-A477-6DC8-BDD67DD2342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FC2F719-AFD4-8770-7E9F-16621C2EC47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61FB5E76-CCEC-1A5E-129C-2ACEFEF5041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24E6E742-B072-94DA-ED41-E091F04D99B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E7384CA-C692-8248-A3F2-543EFD78769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18BA3CF4-F5DF-4E4F-1201-95CD3DE5815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3C1C8FA9-F036-7A18-CCDE-1DE3D9817D8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912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M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813763" y="1569104"/>
            <a:ext cx="46559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 dirty="0">
                <a:solidFill>
                  <a:schemeClr val="accent1"/>
                </a:solidFill>
                <a:latin typeface="+mj-lt"/>
              </a:rPr>
              <a:t>Image (M) + text | dark mode</a:t>
            </a:r>
            <a:endParaRPr lang="en-GB" sz="1800" b="1" cap="none" baseline="0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4198" y="722454"/>
            <a:ext cx="4655564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B3CB0790-E9A2-6E67-239E-AE820D8351A7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0D0967EB-E223-34D4-2249-10A73BE52E0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9F69C09-7A2F-1A24-BFB8-863E0299A153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0B70B94E-B8A9-0844-3EAF-39B4323CD96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53AE89C-7DD2-2722-222F-2802759266E1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A87F24F-3766-A9A7-A652-345BAE3901A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987E0BF-F4A1-F4BE-DB22-FBBE63A949A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49298F2-390B-A97A-565C-8F34EF1BC01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A8A5BF94-5D83-51AC-FDC2-2DB910A1A37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557799C-9801-4304-007C-96B1FF01E30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E2D90C9E-04EF-8D67-84B3-53CC1383B56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73DD6FA7-9241-4BA3-4540-243F4364C3D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560A5EF4-452A-C47D-2279-86391945535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47783FD-8C3F-EF54-35F8-496F499D7C1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166982D2-48AD-9BA4-3319-F813B2542A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BCB3AF48-4036-9B93-C659-863E73AF750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E1C4368D-F093-00DE-1BE1-F95BF42AAF5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3A0539B-53A7-863E-7727-3D72D9A654D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3987EA1-C861-55CD-E8E2-6D7ACC32506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CDE361AB-49B7-1154-FD07-DB29075749A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FEA1A8E2-C1B0-2460-A639-D20A48EDFF70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7C062330-EAB7-E8E0-F35C-19FF4091AC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53CA71A7-F8A1-DAD8-A043-4F21A68FA9F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A8488C99-CCD1-FBDF-54E4-AF96E40B9943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2A3A9081-BEC9-E5B5-7129-54AF7D9368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A1F113C4-2D5A-D3AC-93B3-F3266CF763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F8CD22DD-D7A5-FA1F-3BD0-F0FEB161A09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7CFF1B9-6731-4E47-20A5-733F15F728D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0674D3E3-3F0D-9932-B6B9-2084671FE8D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C2D49B7A-912C-6A6E-DC7C-6364BD8110C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923F04E5-431F-0F8D-1CAF-F11FF8862B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D3D5ECED-52F0-C5CB-BFED-0ACB54D374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61447953-2015-7765-D927-347F35C5E2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2BFF810-7117-0409-9B4A-7B720239C3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0988791F-6C4E-1B86-4565-8F1DD98062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1897C869-A269-3382-12FC-D0FE5E6D44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5D3B0223-233C-D641-6C13-FE8BCF50C2D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DF77736B-B752-1CE9-763C-B0C017D8F5A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A6BFF0A2-8640-5F97-684B-3295C0431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5E16BCF6-F0CA-AABD-1B33-39B7847074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1CF9CC9D-C773-C17B-99E2-68F5B5B645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09B2F130-5CA3-6D80-8112-2ECF832C5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DA25BA26-07B2-D6A5-6CAF-55CCE6A155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509F34BA-7AD1-6C70-6C2B-F7AE8B33BD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6B0B571E-E813-9D46-F48D-0EB352FF657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07A395EA-1852-477B-1718-31EFAE2ED49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D460947E-F1CD-3560-9B3D-E5301F940C4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51BD63C6-A4EE-9CA3-713E-CC89145F674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7918749-7E05-8E63-9C79-58995FEA5D4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AE092800-9752-10DE-1380-C98658BA5F0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2458EA62-80D9-BBB5-5CAC-6BCABA251682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893B9755-FBF3-27BF-CA88-2911B37A9EF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85839790-4044-2FD7-30F6-4F1096BF5B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CA95C337-FE13-A080-D6B7-6E74A174C9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B91667B-5197-0AE2-D694-CF6C7BC3DE7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B14D9A9-12B0-2362-D080-8F5365E79D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55F1C33-E8AD-36AE-BFE1-055742CD19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5E0E99D6-9D87-7CB2-A791-C2FA313EA59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5FA02082-572F-A151-7945-4B2695E5CC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83642C46-A668-9DDC-BF71-EC0AB48193E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7907993A-24D1-E428-D830-F4C02D9A38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3956F39C-241A-BC04-52FF-E271163FA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6DCA5F7D-B286-44C4-260A-2A963AC315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5257B91C-A464-0BFA-A050-27B697877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B58843B8-C27D-5005-885E-C6BAC7D91D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8C66F9B4-E371-1303-A8DF-B113A961CC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1A0482B3-492F-AA85-5816-BDFC3FCBA81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3269C9AE-FDFA-31CC-AD4D-5EFB1C3FAF3B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D1D88979-146A-E364-FEFB-E326F9D421A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23936E01-DB74-9D6D-4AEE-DD98EB5B0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BEE1EFE6-706F-823E-DCE0-B695F6478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5E9A2E68-C8A1-EEC2-C1CA-C91AFFB0D2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6A79C011-298F-0F16-F82C-B018F20EF05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E59A1A09-35E5-3877-EB86-D641AA703871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ED43AD59-CC67-C440-9DEC-D9A6FA60D1F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652756DA-507B-EA7E-9BD3-D085255F6F8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F84BAD5F-B9D1-0410-BAAA-8D46965E3143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1E06180-7D5F-3A7B-281E-09852588488A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7EF1833F-E009-0FB1-E631-29D58ED9BAEA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7A3A73F4-317F-607A-E3BF-76637F5CB69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17320E69-B9D4-27E0-08E5-9917222A3CCD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1127A269-B404-B00E-F76F-36A226866A45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B58EC32E-0982-990B-005F-85E877E691D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DAA28283-6433-D1D4-AA03-6F048B7B8D3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ABEB944A-3F29-58A8-C7F4-F7298137C3AC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664EA9CE-8466-88E0-1C0A-595308AFAC35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EC93D234-38D5-F7FB-4A9A-F9E3956EA75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7FE4919C-14A5-8B08-C75B-1D4F6C0A1E06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93BE4082-4A8B-AA99-5FB8-53B082AB5A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EFFF627F-DD41-B6B1-A966-FBDFC836BBB7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F6D7B99-D667-0BCE-A515-4920BD5FAFF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E76F207-8706-BC94-0187-AB7DDF81A35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A9C49130-59A0-A866-15C1-D030DBAE6D7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E79F92F1-65A1-9065-74FD-5B1F18E1AC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7BB9B21D-E09E-415F-882D-ABEC192CEA3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10BFE924-922C-9444-9D72-0D4405E11C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BD3233A6-F3B6-A69F-451E-45AADF65B3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0844AF91-2F67-0A58-469D-2D6C7C7AA3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4F069BE-69F5-A599-296C-1E3B55F42A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1B8ACD20-69B3-4F05-BEDA-32611ABA68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B21C25B0-6F24-279A-7F67-CB181FE5D76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25C59919-7EA1-2490-48B6-41BC192A6C21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62D87F8A-A270-8A80-1BDE-BE929AFB4C1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E9F8774D-BC14-F89C-EDB8-E19D411788C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4A8F8932-6223-C60D-520A-4B3114EFDB97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F3D80750-2189-65AA-92B7-2EDF6188030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8829B19A-8A77-7AC5-814F-BBE40054450C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14EDB932-D111-6288-36F8-995765270EB4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B5C168F7-8D04-C380-74A5-28492954C47E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8A3DF902-CE41-18CF-CC8A-CCF6890FC8A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81CBAAC2-5BC8-44FD-1599-38A76B61D75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778ED93C-3689-C216-F5CA-563A6D8ECB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C60FC464-782C-7087-8393-95EB895245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9E4C106B-B6A9-C27D-E9F1-9DE9E6890B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12333633-A5A2-D468-FFAF-6B514C21DE1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D18A7EE9-BD26-5725-6D29-95B39CAFE309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313D675B-30C2-F0EE-7815-CEE5640E500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53781D7D-CE0B-E442-EAC7-D7F8F40BE55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7EA0C453-4FF9-2113-2726-FB177B4993C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D7C59E19-424F-34E2-DF71-5F0F7A84BFA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13CDA648-4879-5B57-3F2F-0C71A13096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E335B4AA-6B06-30CD-95FB-E692DB08D99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DE7D31C4-A373-4773-9C7D-4CD5C4A84CE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314B97FA-4E02-D059-F7EE-5B066FBFED6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9AC02DD-FD1F-69B9-E4E0-514FCD4DF81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B4EE2E3B-E903-4460-2458-34282EB4C1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96F5D277-3051-BF64-DA15-D5780AD762B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93200710-F5EB-9611-E801-8BF96B1C2903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680E6C7-941A-24DC-F040-658FC9D587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D0CD47A2-E39F-94BD-9C17-252963BF233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5BC37983-DED2-D3FC-7B33-28C75B96194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2ED1FB52-95E9-AC5A-C86E-827F9D95F21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75B0681B-4EAB-3AE2-AB5E-31A88A8AE0B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E08209DD-AD8A-3092-F7DA-B4E7908C20E8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8B5A8FA0-DD09-9740-6DA7-1A7EA3B2BA8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4DF1C6A3-D717-7FF9-0A4D-D4903CFE386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3DE20C5C-01D6-4304-227C-3D673DBB85E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F9FB0DA8-0298-305D-AEF2-8789DA28CE9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16FE78E-5A62-6BE8-F06E-1AC33A67569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1F0170D9-A676-12A2-7049-CAD0F7E0EBC3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D66CF15C-9070-5CBC-1CCA-080E93E01DE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A81BB697-190C-8043-4CDE-7AA88A107535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577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L) + text | light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2876" y="1569104"/>
            <a:ext cx="3718399" cy="44316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(L) + text | light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311" y="722454"/>
            <a:ext cx="3718052" cy="323709"/>
          </a:xfrm>
        </p:spPr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1C182753-D37A-03FB-5F8F-6C5C81751998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161F0B3A-2DD2-EB00-E6E3-C14742E429C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F91C9AE-A758-75C9-F413-ACF0E33628C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0429B57F-8B37-0B56-0B77-DA799942F1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950C5DC-DC34-7E0C-3235-87885FD49B6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7360CAA-330D-D085-28A4-B75D4894FA7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B9AA7C0-7935-6B9F-5601-B8133BE2F52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C79B9160-D88E-F079-19A9-DC5600DA6DE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433726C-E98D-390F-6861-07BC05D7EB3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4A6647FA-AD76-A6BA-47CF-F69A4FD9424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D5ACFBE-F773-84B1-D9AA-55ABF947467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9F50771-D2E9-AAB8-5266-A021FC4FDFE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9F61985-6A8C-D188-BE6E-B06994B5FCD1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87C8C0C0-557C-F8E5-F6BA-C5C8646F26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527198F-5168-183C-7F2B-D89D3484BFE9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BDAF6704-20B0-1032-1B5F-4F57DE495CC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6B9BC69-3959-89C0-7DB8-E8FC6A59877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C4B62ECE-564F-C3EB-D674-E60D1F209E3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25DF11A-613E-A712-C438-02963C5AF50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ECF4898B-C9CC-BF10-9A0F-D8B5E7790B4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7CE6187F-206D-D323-FD67-3692EB98746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6C738772-7F99-FFA5-0565-928ACF5ADE5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197957C7-1BD6-B96E-5E84-FBA03F5CE2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540926F7-39DA-54F3-4FA9-8AE00F6C8AD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AC49195C-9C87-6164-ECA2-CD4CA82C88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DDAFE7FE-A134-D46C-3562-5B08CD8C4BE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19A15B23-37F5-321B-4FC4-1688B79ADC40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F5466969-64E7-C9A7-83BB-603D440D162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2CB18FA1-922A-3264-FEDA-9E1C4843974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7366486D-7CE8-331A-1109-F24848A05BF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C05C80DD-8BC4-BE9E-3FC9-DF79BFEDDD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F9878F74-E673-7989-FFC8-C0B738CE8D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376151-8C77-24D5-9797-B1A58E7D48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C47F31E4-159B-DB9D-AFCD-8F638C3C5D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D41218B-5D12-246A-8EA5-F815FB5132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5AF306A7-0913-30EC-2C0F-BD94665B1C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EF1BD19D-B10D-9955-3F9E-FD8BE8EE17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3D27DBE4-D0BB-6E91-812D-A6294A99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8FCA4C7-5886-C66A-C2E4-D7827E29FC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3E250946-2239-7323-E14B-B04C28199E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229D1AC-C7D6-A0B1-4BF9-8A9B98227A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93F41268-BA3A-2771-4E10-28D8162CD3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9B277F83-263A-47EB-DA6D-FFE56E35C6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F09C4DFF-399C-FEE7-17D5-407FEE5DA0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5CE31B18-8A50-3F55-8F2B-C0798467F1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6BC2E004-7B63-0399-3B0C-4756D1BCBC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8183CEAC-464C-24B1-3187-5A453A8FBA1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7D838FDD-95CB-2F8D-5BD5-069785C7CDB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A90E01B7-9A1B-2B0F-71F6-228F08522F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C145A0F9-45D7-DB49-7E48-5A288040AD58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A4E5FA3B-BEF0-AA32-B834-7A4BA41B215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DC82169D-C4EA-81FD-9D45-76A15F35EC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441147B-4F7B-A44B-E5A9-3D7B1C4CFC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83F89102-52EB-7F74-05E6-EF450C0227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B2B657DC-5239-D3B2-60EC-7D0238573D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D9B1B29C-9EB0-4FC7-C876-356A3D5EF2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84032DBA-F42C-139A-6A14-76771E6735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12D68B95-41BA-70F4-0FF2-5CCA90ACF7C2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E01FF351-893D-0851-B22B-043D8D90392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64406A5-B06A-39F4-1870-5DEAA0CC0E1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193E6AF6-40D8-27FE-5473-655D6D5D9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42E451F-F47B-26DB-0D50-D5B04F66DF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0871F5BA-F3A4-0DB3-DF67-154973C5FA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67C1A0D6-BC07-9492-251D-29B0E2B7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282F3C60-7498-B2AF-C463-75F180DF76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B2FB7C18-D130-40E4-2131-28F62138C8F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184818AA-F36C-9CB3-9D0C-9FFB58A47D0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F0F65DC2-BBC6-21B0-EB36-EB677C3BBFA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4C8CB1AA-0713-2EDB-ED43-436B12BE1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35DEFC04-A9A7-169E-CCF5-E9FDFA43C6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8A06F22F-7609-F715-B955-22D5283248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C8A23695-E32B-B2DD-5D29-1A2CADF76FAE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2" name="INSTRUCTION">
            <a:extLst>
              <a:ext uri="{FF2B5EF4-FFF2-40B4-BE49-F238E27FC236}">
                <a16:creationId xmlns:a16="http://schemas.microsoft.com/office/drawing/2014/main" id="{ABBA2584-EB2E-097C-61ED-9AD0B02E720F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197CFE1F-62E8-0CB4-F076-3895FD22F547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01EF32E0-A25C-0B98-C22C-DB8BB01C719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CBF2FA5-CCDC-025D-ADE5-3EAB258BBFF5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631CEF0A-6463-D0BF-6C68-F3C3EDDA97B7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3D7DA09-0073-1375-CFB7-D48D4FF2F42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545AEC8C-ECC1-F810-E268-3E0FD2C3317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B241703D-7C46-A6BF-B227-6DFBCECA5F50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5AC093CC-3EC1-A92F-02DA-AE729C416523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1" name="Groep 90">
              <a:extLst>
                <a:ext uri="{FF2B5EF4-FFF2-40B4-BE49-F238E27FC236}">
                  <a16:creationId xmlns:a16="http://schemas.microsoft.com/office/drawing/2014/main" id="{CA7FC607-2ED5-C448-D706-EF201EAC42B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9E96E077-0E80-F053-510A-0207308572D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E881AF09-38C3-E2F5-10E4-BBE9764C1C1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FC877618-F4D8-0538-8B40-747782A1663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5" name="Rechthoek: afgeronde hoeken 144">
                  <a:extLst>
                    <a:ext uri="{FF2B5EF4-FFF2-40B4-BE49-F238E27FC236}">
                      <a16:creationId xmlns:a16="http://schemas.microsoft.com/office/drawing/2014/main" id="{20532B2D-CDA3-FA36-CAAF-86D4F99D9659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7D028589-6AE7-5D8A-70DB-58993521759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EECCCCC9-A47D-A533-F544-F38BBEBC14F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1A39F79-BD4E-38DA-909D-D5605198F4B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9E386CB9-59D6-A1A2-3EED-45CC91F5C00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A199680-BE14-2A1E-268D-FE43C05695B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E7DBE0D6-7EA2-89E9-CE65-1CF29C25D75A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E18461F9-11B5-C8CB-0E81-69E6D3FCD0F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39" name="Rechthoek: afgeronde hoeken 138">
                    <a:extLst>
                      <a:ext uri="{FF2B5EF4-FFF2-40B4-BE49-F238E27FC236}">
                        <a16:creationId xmlns:a16="http://schemas.microsoft.com/office/drawing/2014/main" id="{A33F0500-6672-F106-4282-8FCD6F10A1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139">
                    <a:extLst>
                      <a:ext uri="{FF2B5EF4-FFF2-40B4-BE49-F238E27FC236}">
                        <a16:creationId xmlns:a16="http://schemas.microsoft.com/office/drawing/2014/main" id="{6B6B4812-828C-D822-E7A0-7410342816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5CEA06D3-9BCE-72D5-E374-91F261957EC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A3153A60-2EC8-A221-91C5-7ACE42CA4E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38140D7-D6AF-FEA7-6AF9-5C2C2A9C0B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FA36004D-FD9C-B107-01EA-DD6FA8AA8D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8" name="Boog 137">
                  <a:extLst>
                    <a:ext uri="{FF2B5EF4-FFF2-40B4-BE49-F238E27FC236}">
                      <a16:creationId xmlns:a16="http://schemas.microsoft.com/office/drawing/2014/main" id="{84A96E7D-A637-42C8-8F63-26465DCFBB8D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Tekstvak 133">
                <a:extLst>
                  <a:ext uri="{FF2B5EF4-FFF2-40B4-BE49-F238E27FC236}">
                    <a16:creationId xmlns:a16="http://schemas.microsoft.com/office/drawing/2014/main" id="{12B9ED65-7296-1120-7AC6-461D16714F7C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6B4E1E-06A7-DAE2-ED36-3F1FC1FC6EF0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6" name="Vrije vorm: vorm 135">
                <a:extLst>
                  <a:ext uri="{FF2B5EF4-FFF2-40B4-BE49-F238E27FC236}">
                    <a16:creationId xmlns:a16="http://schemas.microsoft.com/office/drawing/2014/main" id="{B2A7B7A8-6066-C590-56F4-92D8DEB319E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4CDA475-9168-AA76-FF8D-9FB4BBF514D8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5A31E6D1-BF05-E3D1-1EB8-2981DE5C037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1" name="ICOON_info">
                <a:extLst>
                  <a:ext uri="{FF2B5EF4-FFF2-40B4-BE49-F238E27FC236}">
                    <a16:creationId xmlns:a16="http://schemas.microsoft.com/office/drawing/2014/main" id="{0D0F6C5E-CA7C-0E19-9F9B-E0410E872783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8" name="Ovaal 127">
                  <a:extLst>
                    <a:ext uri="{FF2B5EF4-FFF2-40B4-BE49-F238E27FC236}">
                      <a16:creationId xmlns:a16="http://schemas.microsoft.com/office/drawing/2014/main" id="{57662B22-43FE-3E38-970B-4021994EF13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Graphic 163" descr="Informatie">
                  <a:extLst>
                    <a:ext uri="{FF2B5EF4-FFF2-40B4-BE49-F238E27FC236}">
                      <a16:creationId xmlns:a16="http://schemas.microsoft.com/office/drawing/2014/main" id="{42EE14BC-D019-FE01-BC94-92188C12C39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1B39E94-2DB5-3632-D6F5-1066AB4A12F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3" name="Inspireren">
                  <a:extLst>
                    <a:ext uri="{FF2B5EF4-FFF2-40B4-BE49-F238E27FC236}">
                      <a16:creationId xmlns:a16="http://schemas.microsoft.com/office/drawing/2014/main" id="{7C5CCB28-788B-69AD-61E7-8FFE9C8DDFF4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5" name="Freeform 12">
                    <a:extLst>
                      <a:ext uri="{FF2B5EF4-FFF2-40B4-BE49-F238E27FC236}">
                        <a16:creationId xmlns:a16="http://schemas.microsoft.com/office/drawing/2014/main" id="{B1979129-8360-5A8F-9025-74FCE4263B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6" name="Freeform 13">
                    <a:extLst>
                      <a:ext uri="{FF2B5EF4-FFF2-40B4-BE49-F238E27FC236}">
                        <a16:creationId xmlns:a16="http://schemas.microsoft.com/office/drawing/2014/main" id="{062B8236-9687-2507-4998-6D149721E9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4">
                    <a:extLst>
                      <a:ext uri="{FF2B5EF4-FFF2-40B4-BE49-F238E27FC236}">
                        <a16:creationId xmlns:a16="http://schemas.microsoft.com/office/drawing/2014/main" id="{F10E2487-6402-6DAE-C117-5B6D3D26055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4" name="Tekstvak 123">
                  <a:extLst>
                    <a:ext uri="{FF2B5EF4-FFF2-40B4-BE49-F238E27FC236}">
                      <a16:creationId xmlns:a16="http://schemas.microsoft.com/office/drawing/2014/main" id="{99B5D6F4-5D1E-FD38-719A-33B75CF8C8D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9A2E264A-8EA2-B9CC-521C-A51CC9A8D03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6AE8B6CD-971E-3744-5319-11531C0135C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F86ABF1-AED6-69CC-41E8-A3F5DE01B2A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A7A8C876-6306-B932-1915-932B0F76BD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DCCE4507-54C3-5A71-C0C9-D06864EA0F7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647FAF5E-8C74-2291-98B5-07765370DA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8272CFB2-C196-E22A-6FCE-447128165D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5AE5EF3A-0F5C-010B-4F71-BD025AC7E4B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190620F3-18EC-27BA-2475-AA1A6A927D9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886EB32F-5865-873B-48FC-904B7843217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AB84B581-2C37-66C9-C748-1C0A68A66DC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E1690D03-2492-1FD6-0726-BF08D95D13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10325537-5A98-FDE4-07BD-73B9E057E3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006095F2-7D8F-55B6-8522-1B2DF47979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93E72C50-15CD-B642-2E37-A9332516148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1E08ED1F-EF07-15E3-802C-52803D5E4E6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91608643-D1B3-4768-F951-B23F24ECAFC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A00954BB-5325-4A84-7D90-114E402F996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1EE2235F-F018-D5E5-106F-3CD24842DA7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3AA42D3-9774-8BBC-843D-4416DF5B478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7" name="Groep 96">
              <a:extLst>
                <a:ext uri="{FF2B5EF4-FFF2-40B4-BE49-F238E27FC236}">
                  <a16:creationId xmlns:a16="http://schemas.microsoft.com/office/drawing/2014/main" id="{F352F5CD-B1BD-4861-FEA7-E5EDF29D9F97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94C0320C-6307-4149-B1B4-5E90FBC232B9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0" name="Vrije vorm: vorm 99">
                  <a:extLst>
                    <a:ext uri="{FF2B5EF4-FFF2-40B4-BE49-F238E27FC236}">
                      <a16:creationId xmlns:a16="http://schemas.microsoft.com/office/drawing/2014/main" id="{9CF1F5EC-FFE7-7BD7-CB13-5A0DF99BB735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7FA4587A-D307-DF5A-EBE9-988766AE401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2" name="Vrije vorm: vorm 101">
                    <a:extLst>
                      <a:ext uri="{FF2B5EF4-FFF2-40B4-BE49-F238E27FC236}">
                        <a16:creationId xmlns:a16="http://schemas.microsoft.com/office/drawing/2014/main" id="{580874E5-40C7-33FB-571A-42AA15E4B39C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A3DDEB1A-597C-4424-0853-95C317934B02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9" name="Tekstvak 98">
                <a:extLst>
                  <a:ext uri="{FF2B5EF4-FFF2-40B4-BE49-F238E27FC236}">
                    <a16:creationId xmlns:a16="http://schemas.microsoft.com/office/drawing/2014/main" id="{6053E988-0CF6-1284-8060-57F1D01A177C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085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L) + text | blue mo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035113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09700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Image (L) + text | blue mode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4094329"/>
            <a:ext cx="7035113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F2CE8C7B-360C-FFE0-9E57-5AD6A1997D6F}"/>
              </a:ext>
            </a:extLst>
          </p:cNvPr>
          <p:cNvGrpSpPr/>
          <p:nvPr/>
        </p:nvGrpSpPr>
        <p:grpSpPr>
          <a:xfrm>
            <a:off x="12377595" y="0"/>
            <a:ext cx="3693386" cy="5359349"/>
            <a:chOff x="-3786437" y="0"/>
            <a:chExt cx="3693386" cy="5359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564012-1912-9450-5FB3-C2D99D9A018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F482477-B036-5D7E-2431-4686085ECED7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C18B15F-8CB0-36CB-4132-022C379024B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DB448D0-37D2-1E97-AE6E-6CB6EB87E8A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ECD613A-2768-135B-D788-E7D8831FAE7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732C590C-39D9-6A87-B4BE-E667C01E00C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D8C6019-E558-67A0-1DEB-1B99FBD3AEC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763C2EAC-36A1-60E5-82F1-4542194264C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B40DCBF-AB24-25E1-8F58-9F1241FDAFF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D21D15D5-7379-E56D-FEFC-980320947E6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46C415F4-0755-BCDA-3411-F3AB8ADD02B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0D658161-325A-28F7-6955-43E9A2D0800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C16F4D7-033E-39EF-3698-E52C4CFF82A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92DA9D1E-1316-8EAF-39C3-633F6918859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3811279-355F-46ED-11D2-C158074834B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CD76153-E7AE-B444-343F-F0925ACA915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D3D3F60-DBFA-8C2F-8866-FBEEEE8579E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451C1E2-471C-8B47-F19F-A20F4236576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203E4EA4-74F1-86D2-871D-232F972F505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E09AEEB4-7905-4EC1-E1AB-10C2E52585A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AFB141D-4210-F056-0EC0-7C95C7E13A0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FD5EE1E-05D7-6BAE-8011-5C42CE77ABA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33" name="ICOON_info">
              <a:extLst>
                <a:ext uri="{FF2B5EF4-FFF2-40B4-BE49-F238E27FC236}">
                  <a16:creationId xmlns:a16="http://schemas.microsoft.com/office/drawing/2014/main" id="{4A367698-9FDD-9329-42AE-CA1338F81F9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34BBE4E7-3B8E-DD1F-E079-1533483E5E3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Graphic 163" descr="Informatie">
                <a:extLst>
                  <a:ext uri="{FF2B5EF4-FFF2-40B4-BE49-F238E27FC236}">
                    <a16:creationId xmlns:a16="http://schemas.microsoft.com/office/drawing/2014/main" id="{D1755EB3-38C6-3692-0173-FC6AA22741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" name="VOORBEELD">
              <a:extLst>
                <a:ext uri="{FF2B5EF4-FFF2-40B4-BE49-F238E27FC236}">
                  <a16:creationId xmlns:a16="http://schemas.microsoft.com/office/drawing/2014/main" id="{74093231-30A3-00A7-4C66-1601A7768CD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8F03249D-AAD0-68D8-8C2F-368CFBDB399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CB16A27-0EA7-DDA1-485D-1879EC4755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5DDF132B-FB9C-78D9-3F26-D9F110CF73B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144C11BC-4810-5E1C-B34A-BA233A22BE7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46BD0B0D-D8DF-F59B-04FD-D838EBA497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E720DFC0-4D28-B137-27A2-C0B189183B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1118595D-1200-7858-5D9C-7A238486B1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B26C46AD-0B66-9D7C-9FC4-8A16A53D11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055A3277-E624-18B6-D19A-2750710544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2315519A-4B0E-0B2F-4460-D58FE51B021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26EC352-36FE-8142-03BE-04B569AFE72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7" name="Groep 66">
                  <a:extLst>
                    <a:ext uri="{FF2B5EF4-FFF2-40B4-BE49-F238E27FC236}">
                      <a16:creationId xmlns:a16="http://schemas.microsoft.com/office/drawing/2014/main" id="{09632EB7-48E0-71E7-BDF7-D925658DD91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ED2F9E54-A731-26FD-A767-68E6701FDC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39AC02C-9082-7147-1CC1-8D1C6569CE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396A51E-9B20-C56D-AE39-E19FF2B3A7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C17FC455-FD73-4D26-3461-CDB12A0C0C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11482E8-ACF8-FDA8-220C-812C900BA8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8" name="Pijl: rechts 67">
                  <a:extLst>
                    <a:ext uri="{FF2B5EF4-FFF2-40B4-BE49-F238E27FC236}">
                      <a16:creationId xmlns:a16="http://schemas.microsoft.com/office/drawing/2014/main" id="{A9AAFCDC-9F4D-37E6-2766-CB1B18CB15C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363AD987-1161-2872-1491-35E77880AF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A5F2F453-F46E-4600-23E1-7B0C68AEAB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DF25AE5A-8195-91AF-E8B8-C86C0A10510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CACE095-809D-92CE-852E-91F4A2A46A10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45509355-2089-447A-20C1-E20B857B1926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C433AA5-6AC2-FA6D-AE2E-4B4370D9745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6CC64A8F-EFC7-5128-A869-F4DB4BEC45F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C5054BE0-1632-D53A-02FE-C86830FDBF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3EAD92F-51AB-3C12-2F56-452291C94A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1CD778D7-33A5-C84C-13B6-E60FD9A93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3C54E428-7FED-2343-FD61-273FF063EAF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D7A7612C-6FEF-938C-EAC4-55A9BEB814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C30FD48E-B893-3404-64C1-5CC8ACC369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FAB11BA-864A-1D5F-B220-8DD3A10A3E8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1" name="Rechthoek 50">
                  <a:extLst>
                    <a:ext uri="{FF2B5EF4-FFF2-40B4-BE49-F238E27FC236}">
                      <a16:creationId xmlns:a16="http://schemas.microsoft.com/office/drawing/2014/main" id="{63179556-C1DD-7952-5E45-4213386037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1E2AF22F-473C-A6E8-F63C-21666C95052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1760650E-CC90-10A4-5154-0571AB7898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2A3E8100-7EDE-6785-4843-98958C8C7D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2A3C1821-A1A1-ED03-F727-85DC1CE11D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6444AD83-3460-AAA2-AC09-1EFE16037A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4F3C2A51-65C6-6739-7B12-855ED168D3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" name="Pijl: rechts 52">
                  <a:extLst>
                    <a:ext uri="{FF2B5EF4-FFF2-40B4-BE49-F238E27FC236}">
                      <a16:creationId xmlns:a16="http://schemas.microsoft.com/office/drawing/2014/main" id="{D168D7AF-E66C-9D68-F29D-12B56BDC299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5" name="Groep 34">
              <a:extLst>
                <a:ext uri="{FF2B5EF4-FFF2-40B4-BE49-F238E27FC236}">
                  <a16:creationId xmlns:a16="http://schemas.microsoft.com/office/drawing/2014/main" id="{6A86315F-CE6D-A421-9582-63DB1311F6B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6" name="Inspireren">
                <a:extLst>
                  <a:ext uri="{FF2B5EF4-FFF2-40B4-BE49-F238E27FC236}">
                    <a16:creationId xmlns:a16="http://schemas.microsoft.com/office/drawing/2014/main" id="{A7C26EC0-A42E-F5B9-8F0A-44F064D2FC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EBC72EBD-677E-CECE-3EBC-06F281CFE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25F18558-DA35-FB02-7E20-4E64CDB3E9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D890AC45-FF2F-B336-876B-057FF71711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7" name="Tekstvak 36">
                <a:extLst>
                  <a:ext uri="{FF2B5EF4-FFF2-40B4-BE49-F238E27FC236}">
                    <a16:creationId xmlns:a16="http://schemas.microsoft.com/office/drawing/2014/main" id="{8B9FB497-A268-4702-E483-D37D608CBC8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DADB640B-F848-BF22-D9FD-1280D8BB256D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30A59C9E-A5E3-9CFB-DB6D-D1818672C988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1F617BA-443B-B604-887B-807D4774C08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92B0F077-C636-F02C-B0E5-6C6E08D4AFD9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E3F72F69-7C07-CFCB-51F8-E99D69156451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091F0B1-182E-AB64-F686-2FCEE439E9AF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CFEFB352-A2BE-D63C-2FAB-5C2BF6A265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B801473-D5E8-DAC9-B62C-1CCAA1AE98A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ECF16FD-A827-8A4F-C0A9-BCA60D9BC6FB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80534B9D-5094-52EA-E869-2A3B610D1AF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0EC07636-605E-EC78-0E6B-F18D7E227469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25326BA8-AA52-3973-2EF2-4282A6370A9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A6F3190D-B871-F8BD-A59D-F0E213EC18DA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46" name="Rechthoek: afgeronde hoeken 145">
                  <a:extLst>
                    <a:ext uri="{FF2B5EF4-FFF2-40B4-BE49-F238E27FC236}">
                      <a16:creationId xmlns:a16="http://schemas.microsoft.com/office/drawing/2014/main" id="{B69C5BC7-7F6C-D15D-4294-D0183C42991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12132457-6BB3-5FD1-6969-5A35ABDB0FF4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D383B8B7-E7A4-E39F-2D5A-17041E6081D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C537C40B-564E-434F-5FAF-B38FC66FD12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D4D46503-562A-91B5-07C9-A7806C1ACB3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7DC78F9F-DBD1-4690-EEB3-D55CF1C68FA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4" name="Groep 133">
                <a:extLst>
                  <a:ext uri="{FF2B5EF4-FFF2-40B4-BE49-F238E27FC236}">
                    <a16:creationId xmlns:a16="http://schemas.microsoft.com/office/drawing/2014/main" id="{D0FBB1C7-28DA-B9C0-7691-28988782201F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CA764267-1C4F-2584-454A-1184B133A3FE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40" name="Rechthoek: afgeronde hoeken 139">
                    <a:extLst>
                      <a:ext uri="{FF2B5EF4-FFF2-40B4-BE49-F238E27FC236}">
                        <a16:creationId xmlns:a16="http://schemas.microsoft.com/office/drawing/2014/main" id="{3D627100-7CAA-5068-0024-FDC664D23C1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1" name="Rechthoek 140">
                    <a:extLst>
                      <a:ext uri="{FF2B5EF4-FFF2-40B4-BE49-F238E27FC236}">
                        <a16:creationId xmlns:a16="http://schemas.microsoft.com/office/drawing/2014/main" id="{C3392647-A40B-7DC5-E652-1F3D2982A6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141">
                    <a:extLst>
                      <a:ext uri="{FF2B5EF4-FFF2-40B4-BE49-F238E27FC236}">
                        <a16:creationId xmlns:a16="http://schemas.microsoft.com/office/drawing/2014/main" id="{5C4FE589-B40B-0945-C711-6727D94FF4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3" name="Rechthoek 142">
                    <a:extLst>
                      <a:ext uri="{FF2B5EF4-FFF2-40B4-BE49-F238E27FC236}">
                        <a16:creationId xmlns:a16="http://schemas.microsoft.com/office/drawing/2014/main" id="{CD58B93F-2C90-1F4A-DD69-CF8CF8E07B1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Rechthoek 143">
                    <a:extLst>
                      <a:ext uri="{FF2B5EF4-FFF2-40B4-BE49-F238E27FC236}">
                        <a16:creationId xmlns:a16="http://schemas.microsoft.com/office/drawing/2014/main" id="{211A8B7A-4B14-A89D-94B7-A053990BDF3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5" name="Rechthoek 144">
                    <a:extLst>
                      <a:ext uri="{FF2B5EF4-FFF2-40B4-BE49-F238E27FC236}">
                        <a16:creationId xmlns:a16="http://schemas.microsoft.com/office/drawing/2014/main" id="{A6FDFA63-9A0E-59F7-07A3-3BA7F55EF6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9" name="Boog 138">
                  <a:extLst>
                    <a:ext uri="{FF2B5EF4-FFF2-40B4-BE49-F238E27FC236}">
                      <a16:creationId xmlns:a16="http://schemas.microsoft.com/office/drawing/2014/main" id="{93934C78-BA19-5FF5-A663-51F0F25094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C584F701-9445-1FCC-9E79-CB8E38E71B38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36" name="Tekstvak 135">
                <a:extLst>
                  <a:ext uri="{FF2B5EF4-FFF2-40B4-BE49-F238E27FC236}">
                    <a16:creationId xmlns:a16="http://schemas.microsoft.com/office/drawing/2014/main" id="{9B838821-5A9A-5FC3-7D0C-0C2161031F8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7" name="Vrije vorm: vorm 136">
                <a:extLst>
                  <a:ext uri="{FF2B5EF4-FFF2-40B4-BE49-F238E27FC236}">
                    <a16:creationId xmlns:a16="http://schemas.microsoft.com/office/drawing/2014/main" id="{0E00BB0D-9EC3-71ED-BB92-82EC7D4B8EFC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Groep 92">
              <a:extLst>
                <a:ext uri="{FF2B5EF4-FFF2-40B4-BE49-F238E27FC236}">
                  <a16:creationId xmlns:a16="http://schemas.microsoft.com/office/drawing/2014/main" id="{F41B6FB0-6DE5-3043-0F64-3C28B565310F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32902CD8-B7A4-4A94-3355-A58737AC59B8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22" name="ICOON_info">
                <a:extLst>
                  <a:ext uri="{FF2B5EF4-FFF2-40B4-BE49-F238E27FC236}">
                    <a16:creationId xmlns:a16="http://schemas.microsoft.com/office/drawing/2014/main" id="{161A0F02-D7A7-9E22-DBF0-36B7CB3408A9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129" name="Ovaal 128">
                  <a:extLst>
                    <a:ext uri="{FF2B5EF4-FFF2-40B4-BE49-F238E27FC236}">
                      <a16:creationId xmlns:a16="http://schemas.microsoft.com/office/drawing/2014/main" id="{68D6C11E-FACC-4A35-49CB-34B5EE3B079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Graphic 163" descr="Informatie">
                  <a:extLst>
                    <a:ext uri="{FF2B5EF4-FFF2-40B4-BE49-F238E27FC236}">
                      <a16:creationId xmlns:a16="http://schemas.microsoft.com/office/drawing/2014/main" id="{2CB0D6B8-8A90-0918-ECE3-10E2C322A07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7D1444BC-65AC-894E-BE11-2F81C4746B8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24" name="Inspireren">
                  <a:extLst>
                    <a:ext uri="{FF2B5EF4-FFF2-40B4-BE49-F238E27FC236}">
                      <a16:creationId xmlns:a16="http://schemas.microsoft.com/office/drawing/2014/main" id="{73790A88-64EA-FBB5-C84B-B29D01231EBF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26" name="Freeform 12">
                    <a:extLst>
                      <a:ext uri="{FF2B5EF4-FFF2-40B4-BE49-F238E27FC236}">
                        <a16:creationId xmlns:a16="http://schemas.microsoft.com/office/drawing/2014/main" id="{B13080AE-CC17-8D30-2A89-6EF330C4EA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7" name="Freeform 13">
                    <a:extLst>
                      <a:ext uri="{FF2B5EF4-FFF2-40B4-BE49-F238E27FC236}">
                        <a16:creationId xmlns:a16="http://schemas.microsoft.com/office/drawing/2014/main" id="{E1DE025A-993A-E256-DFF8-C05AD5E1AA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28" name="Freeform 14">
                    <a:extLst>
                      <a:ext uri="{FF2B5EF4-FFF2-40B4-BE49-F238E27FC236}">
                        <a16:creationId xmlns:a16="http://schemas.microsoft.com/office/drawing/2014/main" id="{8527177F-6F96-5EB2-0CB8-7EE4F2CC98B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25" name="Tekstvak 124">
                  <a:extLst>
                    <a:ext uri="{FF2B5EF4-FFF2-40B4-BE49-F238E27FC236}">
                      <a16:creationId xmlns:a16="http://schemas.microsoft.com/office/drawing/2014/main" id="{AE7907BE-1008-4C4F-7A98-3382D2AD0CA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4DCAFB2A-9564-E13A-6978-26E18E179B7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2F2DF590-3E74-2972-A9FC-69E233CC772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79AE5742-0FD1-B388-EDE7-AAA8393C589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AACBE424-0327-C5C7-BBCC-A8484F770B6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DE7238-DEDB-BD61-2AC0-A8447997597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24CAF6A2-72B6-7A8C-776E-0CECF05CCD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Ovaal 119">
                      <a:extLst>
                        <a:ext uri="{FF2B5EF4-FFF2-40B4-BE49-F238E27FC236}">
                          <a16:creationId xmlns:a16="http://schemas.microsoft.com/office/drawing/2014/main" id="{062C60B0-FBAE-1387-8B3C-A0A30355BB2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CDF3B38B-56FE-FE19-7CBA-AC26D74F4D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56925B78-2420-9263-5698-320AFF9F2E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FF26AFE1-85ED-4883-FD58-36FD1AF1E9A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74AE44B6-3547-F066-961C-FE3BECD93C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E4E17695-279A-1BCA-565E-BE42B3CB53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191F1BF-C315-B89C-BBC0-FD99A46D1FC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CE75644D-6EDD-5C74-1374-B45DF3B52CD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7297CA82-0828-28AC-291E-05552A1DA8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66A8E329-8C4C-744C-B50F-F908B69830C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7" name="Gelijkbenige driehoek 106">
                <a:extLst>
                  <a:ext uri="{FF2B5EF4-FFF2-40B4-BE49-F238E27FC236}">
                    <a16:creationId xmlns:a16="http://schemas.microsoft.com/office/drawing/2014/main" id="{8C8738C7-DAFA-B166-ADAC-54C8A9C089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A532AA27-C5B7-8227-55CF-E0CD6BA55F39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27294885-0684-1A98-196C-F3597A4FA6B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4DB68C6F-8BFA-85AE-9D37-34F392C2AC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8" name="Groep 97">
              <a:extLst>
                <a:ext uri="{FF2B5EF4-FFF2-40B4-BE49-F238E27FC236}">
                  <a16:creationId xmlns:a16="http://schemas.microsoft.com/office/drawing/2014/main" id="{9648D4D6-F727-688B-B1A8-EB1DE507EA79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6B608090-81AF-A43C-C813-76E48AB1972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B8461E32-E73D-1B3F-FBAB-7F844D7EE0F0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236059C-7079-0E28-32DA-0FA9073CE34F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03" name="Vrije vorm: vorm 102">
                    <a:extLst>
                      <a:ext uri="{FF2B5EF4-FFF2-40B4-BE49-F238E27FC236}">
                        <a16:creationId xmlns:a16="http://schemas.microsoft.com/office/drawing/2014/main" id="{B15D5726-B38D-0E0A-B5BD-2D0FE776D87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04" name="Vrije vorm: vorm 103">
                    <a:extLst>
                      <a:ext uri="{FF2B5EF4-FFF2-40B4-BE49-F238E27FC236}">
                        <a16:creationId xmlns:a16="http://schemas.microsoft.com/office/drawing/2014/main" id="{69DB4185-0C50-12CC-86E4-1B80536F780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100" name="Tekstvak 99">
                <a:extLst>
                  <a:ext uri="{FF2B5EF4-FFF2-40B4-BE49-F238E27FC236}">
                    <a16:creationId xmlns:a16="http://schemas.microsoft.com/office/drawing/2014/main" id="{ED472295-600B-FA4B-183A-522A345F29A1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378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L) + text | dark mo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035112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751363" y="1569104"/>
            <a:ext cx="3718399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  <a:p>
            <a:pPr lvl="8"/>
            <a:endParaRPr lang="en-GB" noProof="0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/>
        </p:nvSpPr>
        <p:spPr>
          <a:xfrm>
            <a:off x="0" y="-441330"/>
            <a:ext cx="310982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1800" b="1" cap="none" baseline="0" noProof="0" dirty="0">
                <a:solidFill>
                  <a:schemeClr val="accent1"/>
                </a:solidFill>
                <a:latin typeface="+mj-lt"/>
              </a:rPr>
              <a:t>Image (L) + text | dark mode</a:t>
            </a:r>
            <a:endParaRPr lang="en-GB" sz="1800" b="1" cap="none" baseline="0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2CC7142-B29C-44C0-A766-50C559F83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4D5831-898C-467F-9278-A1AE8AFEAC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05E34B7-2C9E-9A98-E207-B06777DF2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1710" y="722454"/>
            <a:ext cx="3718052" cy="3237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67C0CDF-DF54-BAD6-CE34-0D10178A4E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7035112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BE9B9236-02AD-4FF6-37E4-BA4CB5E71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A7336FF7-18FF-3BB8-5AEA-E983219567F5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C770C59-D708-F964-89F9-E59E317418A1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EE48741E-CA30-117C-60C6-1C308653AB2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8A8179E-0C1F-1E64-E21C-7D5FE802D0CC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7650F560-EA1D-F0EA-031C-BA7971A45D4B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E947BCF-4AEB-601F-6859-0E6D01CD798C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3B75BDB9-29FC-AEDF-BE33-AF52FADAB9C9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8B57B2C-B484-CDBB-ECB9-7B12A253A78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6414778-C8E8-4B70-81E1-CD07B6AB51D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E9C2B093-EDB0-5F40-D292-4A905355B386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56A6D143-97DA-1FBC-0159-F98F7C02A09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A89AFB5-C0D5-A34D-7042-62ACA4D4DBF3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D10234B-746A-BCC6-8413-E91002E9FFCE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030E6B89-58B9-55AE-7303-DA231A9537F2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452E2F6F-FB77-E0D8-3F55-20CDCB0B0C4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74E57709-86D8-9295-DD87-28D8EFB59AE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B8224673-FE02-FF00-D930-21BDB7248F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F0FB8FCB-DB22-1525-A02E-3EEEB1300D5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947469E-FC83-B524-6A12-7499EBFA7CEE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219AD492-35FA-37D4-978E-4303BFD6CA6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2FB59377-2435-FB65-4AC5-D4E30865CE6B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B3149741-1451-A6D0-D7BA-95BC07C429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B79DE03C-1274-C94F-19F1-5CFE5A208C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B3B80C84-98B6-EE4A-AA97-8EB32ECCE1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7C599F19-AAA5-F994-7F3E-59B75FB822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4E0967AD-4F8A-D0BD-9A67-85CEF93BB6C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E45FEE40-2FCB-0701-61B6-60C6BAAB98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4D28163B-7175-CAA8-906B-87BA06F1862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201300D6-726F-E35C-3AA6-BB733D8E5EA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EF2572E2-9484-1CE8-D388-B7EBCB69F74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E5391AE2-7F0E-CADB-EBA4-772021FA20B2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AC138F54-9069-D405-D823-3CE87D591A92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77B28C19-1D07-E5E3-7371-A6BF2BA10E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8B2F2EDF-935F-BFC1-EAE2-BFE9DE353D0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DC8C16BF-D80C-D82E-E9E0-96B51E08AEA1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00411D94-0F43-1744-7F62-556550349F3C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F106D254-B184-895A-C7A3-1803CB483944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98F1D1E8-2DD7-70A7-E3B3-F5D7E74E796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F13A0130-608B-8F0C-2C34-8DB7A1412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49A6CDD9-B881-0AA9-9539-E8EF620BFC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119F5919-919E-7EAB-DC5A-F13A1EF663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0C08ABFD-EE1C-E82B-A339-E9914FD82489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923CB5C-702E-1049-5161-D8278C1B03E6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2" name="Groep 31">
                <a:extLst>
                  <a:ext uri="{FF2B5EF4-FFF2-40B4-BE49-F238E27FC236}">
                    <a16:creationId xmlns:a16="http://schemas.microsoft.com/office/drawing/2014/main" id="{C752A4FB-682E-9FB7-59E4-FFB57170396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29596E8-0EF8-F48A-AF79-37B11CB3E4A5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2" name="Groep 41">
                    <a:extLst>
                      <a:ext uri="{FF2B5EF4-FFF2-40B4-BE49-F238E27FC236}">
                        <a16:creationId xmlns:a16="http://schemas.microsoft.com/office/drawing/2014/main" id="{6173BA00-BDAF-D9F6-5602-8C9B9D4CD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31611FDB-5321-B5AC-CD19-32339D25FA8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F5762C02-6485-DE25-7B70-921C9D3193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Ovaal 46">
                      <a:extLst>
                        <a:ext uri="{FF2B5EF4-FFF2-40B4-BE49-F238E27FC236}">
                          <a16:creationId xmlns:a16="http://schemas.microsoft.com/office/drawing/2014/main" id="{FF84C1A4-6E3A-7E7F-9686-BDF578B365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3C67B1C0-178E-F471-8E3E-2FE56B30A2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CDA9251C-32FA-9E92-51F2-E504DD03CEB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F8C032AF-DF1F-088A-A98E-E7E147B93AA2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CD6BBF0-E75C-B0C4-C22E-4AAA402410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EC0628E7-D46B-1F65-1223-7D3259E3E3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6B4B8766-ABE0-99CF-03B2-F54B1F0CF01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CDF8746-5F58-217E-AC6D-98C825F56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02609685-BC32-C20C-E6D5-3AA9CE27F9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4D6FEA86-EB08-7D77-1BC3-ACE55992FBB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82C976CC-965E-7725-D8D1-AE59C467F42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CBC82C2-E07F-C27F-3B40-37DE103CC3DE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0B0BD46-FA64-110F-1847-E0A18ECA8D1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8B80033-7F25-0523-8A5C-2DDF4DC0501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2CA96F27-72E5-B1D3-AD0C-8356DEC1BBF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1E79B584-F09B-6344-8669-2B23FACD2CE1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8" name="Vrije vorm: vorm 27">
                  <a:extLst>
                    <a:ext uri="{FF2B5EF4-FFF2-40B4-BE49-F238E27FC236}">
                      <a16:creationId xmlns:a16="http://schemas.microsoft.com/office/drawing/2014/main" id="{8E3BDEBC-B023-A5FA-BDB4-B49D3E240C9B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ACBDBA0-4A2C-0F20-615A-020C6AA4AAE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C8EEBE41-315A-01E2-4C27-ABB71570B980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1" name="Vrije vorm: vorm 30">
                    <a:extLst>
                      <a:ext uri="{FF2B5EF4-FFF2-40B4-BE49-F238E27FC236}">
                        <a16:creationId xmlns:a16="http://schemas.microsoft.com/office/drawing/2014/main" id="{1FDC0460-EF4B-7BB4-42FA-7157D0008ED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8B743AA9-EBE1-BA1E-9595-C9D051DA582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846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66684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Quote</a:t>
            </a:r>
          </a:p>
        </p:txBody>
      </p:sp>
      <p:sp useBgFill="1"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19138" y="719138"/>
            <a:ext cx="10752137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658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+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4BA9A9DA-7F82-A455-1C60-3EE6BCAB12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61002"/>
            <a:ext cx="155811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Image </a:t>
            </a:r>
            <a:r>
              <a:rPr lang="en-US" dirty="0"/>
              <a:t>+ </a:t>
            </a:r>
            <a:r>
              <a:rPr lang="en-GB" dirty="0"/>
              <a:t>quote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643AF82E-C1ED-400F-120E-32FD5E07D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D840FC76-4BFA-9D62-E866-F7E43D49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" y="2"/>
            <a:ext cx="12191999" cy="6857999"/>
          </a:xfrm>
          <a:custGeom>
            <a:avLst/>
            <a:gdLst>
              <a:gd name="connsiteX0" fmla="*/ 2664877 w 12191999"/>
              <a:gd name="connsiteY0" fmla="*/ 0 h 6857999"/>
              <a:gd name="connsiteX1" fmla="*/ 9662219 w 12191999"/>
              <a:gd name="connsiteY1" fmla="*/ 0 h 6857999"/>
              <a:gd name="connsiteX2" fmla="*/ 9669502 w 12191999"/>
              <a:gd name="connsiteY2" fmla="*/ 58454 h 6857999"/>
              <a:gd name="connsiteX3" fmla="*/ 12141987 w 12191999"/>
              <a:gd name="connsiteY3" fmla="*/ 2645975 h 6857999"/>
              <a:gd name="connsiteX4" fmla="*/ 12191999 w 12191999"/>
              <a:gd name="connsiteY4" fmla="*/ 2652349 h 6857999"/>
              <a:gd name="connsiteX5" fmla="*/ 12191999 w 12191999"/>
              <a:gd name="connsiteY5" fmla="*/ 6857999 h 6857999"/>
              <a:gd name="connsiteX6" fmla="*/ 7658728 w 12191999"/>
              <a:gd name="connsiteY6" fmla="*/ 6857999 h 6857999"/>
              <a:gd name="connsiteX7" fmla="*/ 7684133 w 12191999"/>
              <a:gd name="connsiteY7" fmla="*/ 6682259 h 6857999"/>
              <a:gd name="connsiteX8" fmla="*/ 7588732 w 12191999"/>
              <a:gd name="connsiteY8" fmla="*/ 5413362 h 6857999"/>
              <a:gd name="connsiteX9" fmla="*/ 6769078 w 12191999"/>
              <a:gd name="connsiteY9" fmla="*/ 6441900 h 6857999"/>
              <a:gd name="connsiteX10" fmla="*/ 6629774 w 12191999"/>
              <a:gd name="connsiteY10" fmla="*/ 6673849 h 6857999"/>
              <a:gd name="connsiteX11" fmla="*/ 6506207 w 12191999"/>
              <a:gd name="connsiteY11" fmla="*/ 6857999 h 6857999"/>
              <a:gd name="connsiteX12" fmla="*/ 0 w 12191999"/>
              <a:gd name="connsiteY12" fmla="*/ 6857999 h 6857999"/>
              <a:gd name="connsiteX13" fmla="*/ 0 w 12191999"/>
              <a:gd name="connsiteY13" fmla="*/ 4333078 h 6857999"/>
              <a:gd name="connsiteX14" fmla="*/ 146172 w 12191999"/>
              <a:gd name="connsiteY14" fmla="*/ 4092082 h 6857999"/>
              <a:gd name="connsiteX15" fmla="*/ 2642743 w 12191999"/>
              <a:gd name="connsiteY15" fmla="*/ 49565 h 6857999"/>
              <a:gd name="connsiteX16" fmla="*/ 0 w 12191999"/>
              <a:gd name="connsiteY16" fmla="*/ 0 h 6857999"/>
              <a:gd name="connsiteX17" fmla="*/ 960612 w 12191999"/>
              <a:gd name="connsiteY17" fmla="*/ 0 h 6857999"/>
              <a:gd name="connsiteX18" fmla="*/ 943428 w 12191999"/>
              <a:gd name="connsiteY18" fmla="*/ 19059 h 6857999"/>
              <a:gd name="connsiteX19" fmla="*/ 113541 w 12191999"/>
              <a:gd name="connsiteY19" fmla="*/ 831096 h 6857999"/>
              <a:gd name="connsiteX20" fmla="*/ 0 w 12191999"/>
              <a:gd name="connsiteY20" fmla="*/ 93168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1999" h="6857999">
                <a:moveTo>
                  <a:pt x="2664877" y="0"/>
                </a:moveTo>
                <a:lnTo>
                  <a:pt x="9662219" y="0"/>
                </a:lnTo>
                <a:lnTo>
                  <a:pt x="9669502" y="58454"/>
                </a:lnTo>
                <a:cubicBezTo>
                  <a:pt x="9916918" y="1666551"/>
                  <a:pt x="10899414" y="2453064"/>
                  <a:pt x="12141987" y="2645975"/>
                </a:cubicBezTo>
                <a:lnTo>
                  <a:pt x="12191999" y="2652349"/>
                </a:lnTo>
                <a:lnTo>
                  <a:pt x="12191999" y="6857999"/>
                </a:lnTo>
                <a:lnTo>
                  <a:pt x="7658728" y="6857999"/>
                </a:lnTo>
                <a:lnTo>
                  <a:pt x="7684133" y="6682259"/>
                </a:lnTo>
                <a:cubicBezTo>
                  <a:pt x="7761749" y="6064946"/>
                  <a:pt x="7755600" y="5464341"/>
                  <a:pt x="7588732" y="5413362"/>
                </a:cubicBezTo>
                <a:cubicBezTo>
                  <a:pt x="7340994" y="5335952"/>
                  <a:pt x="7131278" y="5762726"/>
                  <a:pt x="6769078" y="6441900"/>
                </a:cubicBezTo>
                <a:cubicBezTo>
                  <a:pt x="6725598" y="6518910"/>
                  <a:pt x="6679102" y="6596298"/>
                  <a:pt x="6629774" y="6673849"/>
                </a:cubicBezTo>
                <a:lnTo>
                  <a:pt x="6506207" y="6857999"/>
                </a:lnTo>
                <a:lnTo>
                  <a:pt x="0" y="6857999"/>
                </a:lnTo>
                <a:lnTo>
                  <a:pt x="0" y="4333078"/>
                </a:lnTo>
                <a:lnTo>
                  <a:pt x="146172" y="4092082"/>
                </a:lnTo>
                <a:cubicBezTo>
                  <a:pt x="909057" y="2863958"/>
                  <a:pt x="1936780" y="1556781"/>
                  <a:pt x="2642743" y="49565"/>
                </a:cubicBezTo>
                <a:close/>
                <a:moveTo>
                  <a:pt x="0" y="0"/>
                </a:moveTo>
                <a:lnTo>
                  <a:pt x="960612" y="0"/>
                </a:lnTo>
                <a:lnTo>
                  <a:pt x="943428" y="19059"/>
                </a:lnTo>
                <a:cubicBezTo>
                  <a:pt x="681749" y="296223"/>
                  <a:pt x="403894" y="566215"/>
                  <a:pt x="113541" y="831096"/>
                </a:cubicBezTo>
                <a:lnTo>
                  <a:pt x="0" y="931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38" name="Tijdelijke aanduiding voor tekst 3">
            <a:extLst>
              <a:ext uri="{FF2B5EF4-FFF2-40B4-BE49-F238E27FC236}">
                <a16:creationId xmlns:a16="http://schemas.microsoft.com/office/drawing/2014/main" id="{76CBEE19-19B8-54C7-B3D4-7E145D8FA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643" y="719138"/>
            <a:ext cx="4625632" cy="5281612"/>
          </a:xfrm>
        </p:spPr>
        <p:txBody>
          <a:bodyPr wrap="square" anchor="ctr" anchorCtr="0">
            <a:normAutofit/>
          </a:bodyPr>
          <a:lstStyle>
            <a:lvl1pPr marL="0" indent="0"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0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Quote</a:t>
            </a:r>
          </a:p>
        </p:txBody>
      </p:sp>
      <p:grpSp>
        <p:nvGrpSpPr>
          <p:cNvPr id="25" name="Groep 24">
            <a:extLst>
              <a:ext uri="{FF2B5EF4-FFF2-40B4-BE49-F238E27FC236}">
                <a16:creationId xmlns:a16="http://schemas.microsoft.com/office/drawing/2014/main" id="{E6F410F0-D1DC-202A-E501-96449F5D92C6}"/>
              </a:ext>
            </a:extLst>
          </p:cNvPr>
          <p:cNvGrpSpPr/>
          <p:nvPr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902B7BC0-E1DE-6761-BAA2-289E1BF2AE2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77DB36C0-4B06-148B-B57C-74F842A70ECB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44F18412-D70E-7985-05EF-0A560429034C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4CDC0AA2-CBAF-B659-0AC6-C307B4BF19D0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8B5196A6-0E92-0BA6-DAB1-3CFEF96E2966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ADC5254-E2B3-7491-C71F-7DFFE5010D54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4DE709D1-04E9-E28E-EF96-038EF13D728E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B23C046E-991A-48FD-E45D-368DA85614EF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443D2E7F-A623-8993-DD43-05FEE32F8E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5C52521A-2ED3-C2C9-18F8-B9748BDDEE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974DC6B1-5FBE-F762-EB87-7DD8109BBE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0" cy="685800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3" name="Tijdelijke aanduiding voor tekst 18">
            <a:extLst>
              <a:ext uri="{FF2B5EF4-FFF2-40B4-BE49-F238E27FC236}">
                <a16:creationId xmlns:a16="http://schemas.microsoft.com/office/drawing/2014/main" id="{7A3A8DF1-30AE-209E-FAA7-38BAD3B4B2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6096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4" name="Tijdelijke aanduiding voor tekst 18">
            <a:extLst>
              <a:ext uri="{FF2B5EF4-FFF2-40B4-BE49-F238E27FC236}">
                <a16:creationId xmlns:a16="http://schemas.microsoft.com/office/drawing/2014/main" id="{0B8B641F-7D71-A980-1A73-47282BC42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13464DE-31A3-FF03-3292-7990BB450B8E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4B03BB14-0771-54CD-E9C6-CC8845CC36EB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6E29086E-5289-EB23-2067-BA0D2EF6892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65F95B9-20E7-27B4-C0A8-268BB370292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06E22166-DCA4-ECEB-ACD5-42257365FF6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6B885CA-0726-A52D-706E-C2705F3994B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CBBC036-7836-547B-442B-A162EDFFC3FD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A26781F-D1AF-C01C-D1F9-BACA228E4B46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EFB32EAC-2B93-C56C-B455-06C8AB966FDA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58DA69D7-141B-5CBD-87EC-F24FF63FA824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9" name="Rechthoek 68">
                <a:extLst>
                  <a:ext uri="{FF2B5EF4-FFF2-40B4-BE49-F238E27FC236}">
                    <a16:creationId xmlns:a16="http://schemas.microsoft.com/office/drawing/2014/main" id="{65666394-7747-E89D-DEA6-55026071B0F1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6A7E8A51-D855-A800-CD58-204E2B425FC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1" name="Groep 70">
                <a:extLst>
                  <a:ext uri="{FF2B5EF4-FFF2-40B4-BE49-F238E27FC236}">
                    <a16:creationId xmlns:a16="http://schemas.microsoft.com/office/drawing/2014/main" id="{7975DAC0-A422-BE33-6F1B-9292E2243DF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84" name="Rechthoek: afgeronde hoeken 83">
                  <a:extLst>
                    <a:ext uri="{FF2B5EF4-FFF2-40B4-BE49-F238E27FC236}">
                      <a16:creationId xmlns:a16="http://schemas.microsoft.com/office/drawing/2014/main" id="{ABD401C6-28F8-585A-DF72-E14FCE38A42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CD4407BE-88BB-DD90-D8AB-3D3A14CE84F0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213473A7-BBEC-99AE-2EE5-5F98C8858CD8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9398F7A2-52B6-7686-1D48-CDFDFDD75333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FAFFDC0-81D5-970E-4BDA-5BD4EC45054C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CA0D335A-3ACE-1B15-384F-92CA190EE97B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2" name="Groep 71">
                <a:extLst>
                  <a:ext uri="{FF2B5EF4-FFF2-40B4-BE49-F238E27FC236}">
                    <a16:creationId xmlns:a16="http://schemas.microsoft.com/office/drawing/2014/main" id="{7968E732-C5CF-D850-7F48-1451E5ACE843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6" name="Groep 75">
                  <a:extLst>
                    <a:ext uri="{FF2B5EF4-FFF2-40B4-BE49-F238E27FC236}">
                      <a16:creationId xmlns:a16="http://schemas.microsoft.com/office/drawing/2014/main" id="{982E9006-80BF-2055-9596-D13A6CB1FB0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8" name="Rechthoek: afgeronde hoeken 77">
                    <a:extLst>
                      <a:ext uri="{FF2B5EF4-FFF2-40B4-BE49-F238E27FC236}">
                        <a16:creationId xmlns:a16="http://schemas.microsoft.com/office/drawing/2014/main" id="{A52A5F37-DC95-8FE6-F7C6-91FC57DD33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06D541A9-D8FE-DCB2-C9AC-9AAFBFCFB5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0" name="Rechthoek 79">
                    <a:extLst>
                      <a:ext uri="{FF2B5EF4-FFF2-40B4-BE49-F238E27FC236}">
                        <a16:creationId xmlns:a16="http://schemas.microsoft.com/office/drawing/2014/main" id="{B8761B28-0138-4419-8F7B-8D7C8F3898F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" name="Rechthoek 80">
                    <a:extLst>
                      <a:ext uri="{FF2B5EF4-FFF2-40B4-BE49-F238E27FC236}">
                        <a16:creationId xmlns:a16="http://schemas.microsoft.com/office/drawing/2014/main" id="{9563D739-E975-CA93-F22D-7E4D39306B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" name="Rechthoek 81">
                    <a:extLst>
                      <a:ext uri="{FF2B5EF4-FFF2-40B4-BE49-F238E27FC236}">
                        <a16:creationId xmlns:a16="http://schemas.microsoft.com/office/drawing/2014/main" id="{D6097BED-2529-F12B-32FE-FD77ABCD1C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3" name="Rechthoek 82">
                    <a:extLst>
                      <a:ext uri="{FF2B5EF4-FFF2-40B4-BE49-F238E27FC236}">
                        <a16:creationId xmlns:a16="http://schemas.microsoft.com/office/drawing/2014/main" id="{F749D837-D8D5-A670-733A-3A5E9938B6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7" name="Boog 76">
                  <a:extLst>
                    <a:ext uri="{FF2B5EF4-FFF2-40B4-BE49-F238E27FC236}">
                      <a16:creationId xmlns:a16="http://schemas.microsoft.com/office/drawing/2014/main" id="{E719CA74-6772-0F1A-5A98-7CD45BBAD37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3" name="Tekstvak 72">
                <a:extLst>
                  <a:ext uri="{FF2B5EF4-FFF2-40B4-BE49-F238E27FC236}">
                    <a16:creationId xmlns:a16="http://schemas.microsoft.com/office/drawing/2014/main" id="{4AB4936A-3AA3-E395-9B50-7903BF03B9CF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C46031F7-18AD-C58C-C8BD-B279FDC4823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75" name="Vrije vorm: vorm 74">
                <a:extLst>
                  <a:ext uri="{FF2B5EF4-FFF2-40B4-BE49-F238E27FC236}">
                    <a16:creationId xmlns:a16="http://schemas.microsoft.com/office/drawing/2014/main" id="{FA85B7C9-77E4-D390-69B7-002360E451C9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4F06251D-5186-5478-54A7-6CECD70410D4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214D442C-2145-B06C-F030-F14A03693FE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60" name="ICOON_info">
                <a:extLst>
                  <a:ext uri="{FF2B5EF4-FFF2-40B4-BE49-F238E27FC236}">
                    <a16:creationId xmlns:a16="http://schemas.microsoft.com/office/drawing/2014/main" id="{7AC659FD-B073-7529-C18A-AABA4EBD081A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7" name="Ovaal 66">
                  <a:extLst>
                    <a:ext uri="{FF2B5EF4-FFF2-40B4-BE49-F238E27FC236}">
                      <a16:creationId xmlns:a16="http://schemas.microsoft.com/office/drawing/2014/main" id="{52B7F277-7D71-5F12-369C-C7DABB29F97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Graphic 163" descr="Informatie">
                  <a:extLst>
                    <a:ext uri="{FF2B5EF4-FFF2-40B4-BE49-F238E27FC236}">
                      <a16:creationId xmlns:a16="http://schemas.microsoft.com/office/drawing/2014/main" id="{85CB978C-AC3D-A449-06A2-F67F05341B4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146F97F6-F223-13A2-5474-DDEF5F94FAB1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62" name="Inspireren">
                  <a:extLst>
                    <a:ext uri="{FF2B5EF4-FFF2-40B4-BE49-F238E27FC236}">
                      <a16:creationId xmlns:a16="http://schemas.microsoft.com/office/drawing/2014/main" id="{E8FCB087-14A5-DBC9-0314-3044E219E98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4" name="Freeform 12">
                    <a:extLst>
                      <a:ext uri="{FF2B5EF4-FFF2-40B4-BE49-F238E27FC236}">
                        <a16:creationId xmlns:a16="http://schemas.microsoft.com/office/drawing/2014/main" id="{D478E702-E873-59FF-D79C-793FE8B30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5" name="Freeform 13">
                    <a:extLst>
                      <a:ext uri="{FF2B5EF4-FFF2-40B4-BE49-F238E27FC236}">
                        <a16:creationId xmlns:a16="http://schemas.microsoft.com/office/drawing/2014/main" id="{6671A40F-1053-EA19-1624-22D0C8C6F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66" name="Freeform 14">
                    <a:extLst>
                      <a:ext uri="{FF2B5EF4-FFF2-40B4-BE49-F238E27FC236}">
                        <a16:creationId xmlns:a16="http://schemas.microsoft.com/office/drawing/2014/main" id="{B473F71A-5475-B13D-D883-CC83F3230A3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45BF62BA-2E1F-2CF0-A64B-F0F29D38D9A6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79E7C04-3AC5-48DE-D29C-250AE780AE62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38783D98-DEA5-E27A-C4B2-7ABBCC5A8B8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07D1FED-4D20-31FF-C9D9-ED5E78886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3" name="Groep 52">
                    <a:extLst>
                      <a:ext uri="{FF2B5EF4-FFF2-40B4-BE49-F238E27FC236}">
                        <a16:creationId xmlns:a16="http://schemas.microsoft.com/office/drawing/2014/main" id="{F71AD621-7514-A780-6498-E40EC9CE874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C03F1BC5-67DF-3857-46DF-7236FB01DE2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ADCBD14F-3B9C-2B61-FD86-32CE9D44E61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8" name="Ovaal 57">
                      <a:extLst>
                        <a:ext uri="{FF2B5EF4-FFF2-40B4-BE49-F238E27FC236}">
                          <a16:creationId xmlns:a16="http://schemas.microsoft.com/office/drawing/2014/main" id="{5221755B-D268-3702-0666-7949230E313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4" name="Afbeelding 53">
                    <a:extLst>
                      <a:ext uri="{FF2B5EF4-FFF2-40B4-BE49-F238E27FC236}">
                        <a16:creationId xmlns:a16="http://schemas.microsoft.com/office/drawing/2014/main" id="{AFA4049C-F5E6-4B8B-4110-868276838D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5" name="Afbeelding 54">
                    <a:extLst>
                      <a:ext uri="{FF2B5EF4-FFF2-40B4-BE49-F238E27FC236}">
                        <a16:creationId xmlns:a16="http://schemas.microsoft.com/office/drawing/2014/main" id="{73C14D4F-E030-C5A9-21B8-1E41B506AE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6CDB6E7-A3FF-A684-F9DA-CE58D822043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1" name="Rechthoek 50">
                    <a:extLst>
                      <a:ext uri="{FF2B5EF4-FFF2-40B4-BE49-F238E27FC236}">
                        <a16:creationId xmlns:a16="http://schemas.microsoft.com/office/drawing/2014/main" id="{A82889F1-F370-1C0E-C8DE-97C25DAACD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" name="Rechthoek 51">
                    <a:extLst>
                      <a:ext uri="{FF2B5EF4-FFF2-40B4-BE49-F238E27FC236}">
                        <a16:creationId xmlns:a16="http://schemas.microsoft.com/office/drawing/2014/main" id="{C422F5D2-C68E-71D2-3EF6-60A7E4B1824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C411A677-ADD9-1A53-5AD5-B22A7E84893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98076301-A147-32CF-1408-DF06651541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20045967-E8C5-DC91-1388-3C24354937C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9CC1755-6693-B806-7FE8-B478B3CA80D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5" name="Gelijkbenige driehoek 44">
                <a:extLst>
                  <a:ext uri="{FF2B5EF4-FFF2-40B4-BE49-F238E27FC236}">
                    <a16:creationId xmlns:a16="http://schemas.microsoft.com/office/drawing/2014/main" id="{127BA261-DAEA-401F-3711-B6DE04DBC4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1EC2F4AD-E6D2-CBBB-E406-3A2367CB12B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ED756127-253F-90A6-BF10-557FDEE6B9B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E7E902D-CD84-81AC-F7F3-3EA08BAB681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929E58E-C549-D2C7-DEB5-093BA2957DE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DDC2CEFC-7CB1-A780-CF73-1F4F1987A4A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E2491FB2-C557-3233-EE25-E1E415BCA9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BDC9F8A4-A7F1-D4BF-21CB-0CBA87599188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99F7E725-E4BD-01A0-F686-BD5B82F5EBD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9" name="Vrije vorm: vorm 38">
                    <a:extLst>
                      <a:ext uri="{FF2B5EF4-FFF2-40B4-BE49-F238E27FC236}">
                        <a16:creationId xmlns:a16="http://schemas.microsoft.com/office/drawing/2014/main" id="{7D355568-B8A1-7C0E-ECFD-B45C095763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C8232F0-8E2E-7C95-7C6B-BAE2F12BF6A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938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93331" y="722455"/>
            <a:ext cx="5378669" cy="527829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graph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/>
        </p:nvSpPr>
        <p:spPr>
          <a:xfrm>
            <a:off x="0" y="-441330"/>
            <a:ext cx="136146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D59144BE-8A99-C269-400B-9D68868F4A97}"/>
              </a:ext>
            </a:extLst>
          </p:cNvPr>
          <p:cNvGrpSpPr/>
          <p:nvPr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5A5382D-8A23-F76B-A3F1-65EB2AB1E73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585F4107-57F5-3D45-FA66-E5D502BA3C91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B299F5A0-F482-489E-08B8-C3ACCE28C5E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49F51C4-3C5A-60E2-BFFF-74FD546D00E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76E32F7F-E128-95D1-2361-829273F0415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C0DF96B0-1604-48C1-6604-90470CDE1794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8EC8AD8A-2671-9A8F-C175-93DD5AFFAB0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65F716A-AA9E-B614-2FC4-EEC8024E65C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11C08510-D645-64A3-084E-EBD354CE423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B444B49A-F9D5-21ED-102D-6E091D25EC6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97390E05-6CD2-EDB9-0F6A-15D54C64A03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C95ECFCE-D7E5-97D8-AA58-B03DAA66C03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2305A90F-852F-3EC6-4C4A-A9A785C4B788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389F6311-C221-8067-1126-EBDCAE0E5A6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DF1A603A-EDDA-ED38-DA0F-11A7433FE61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8A1A3B82-196E-A31E-A5FA-879340B397B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FB5D4B9B-DE21-7C2E-D713-A10D276DA87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4AB9DD57-CCA1-C2AA-1142-32E25D39AC0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6A8D1F49-3D21-AEE2-9AF7-4A982B6CD841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9E753A53-9C80-CC9A-34B7-AC3D1CFC0F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7413BC2B-90A6-58D5-1CEC-300B07C2A1B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E3D7E444-0865-2F12-7C95-95740E05BFE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41" name="ICOON_info">
              <a:extLst>
                <a:ext uri="{FF2B5EF4-FFF2-40B4-BE49-F238E27FC236}">
                  <a16:creationId xmlns:a16="http://schemas.microsoft.com/office/drawing/2014/main" id="{6A93CC44-357C-B454-2B46-DE6328C5ADE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4C1992AB-5768-CCD7-BAE1-CA34B4AAA4F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Graphic 163" descr="Informatie">
                <a:extLst>
                  <a:ext uri="{FF2B5EF4-FFF2-40B4-BE49-F238E27FC236}">
                    <a16:creationId xmlns:a16="http://schemas.microsoft.com/office/drawing/2014/main" id="{2B5FFA2A-A959-6711-0B68-B2AF5263AC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" name="VOORBEELD">
              <a:extLst>
                <a:ext uri="{FF2B5EF4-FFF2-40B4-BE49-F238E27FC236}">
                  <a16:creationId xmlns:a16="http://schemas.microsoft.com/office/drawing/2014/main" id="{ABEE6276-EFC7-68DB-2404-8DE36F05A04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0D5F01AC-6FA9-4138-B206-E0D8E96B43B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A1316048-0344-F109-2579-DC7CFC244B7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1DC2874A-6CA7-994E-A3C1-85A0EED8C50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C0BB2822-7937-3038-1CED-3E74660EBA5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EB8F155E-0820-9F74-A5F3-FF1D5AE080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6AAD9618-B34B-9F50-0D7F-FF091B1E0A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1C853E2E-F9C0-551D-07DE-FAC07CFA67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6BD397CF-8D51-0AD0-89FD-6FC7E19F95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57900762-F8CE-3D0E-3709-9B860E42F6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A9EFDA3B-D849-91FD-81A9-C63585687B2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409968CC-A339-4FC3-8D0D-2436C1BB0F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68E4AD88-74DA-170E-6C80-B0D1F402E24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8821CAC1-0493-026F-C8DF-779C10A24F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06258173-563E-42E9-1E4C-48C26B58C4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EB3242B9-EADE-5F49-5F7E-B29CDE2294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2950CCF7-021E-D18C-36E1-C6AF26D02A1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C5F14EDB-31B1-AC4F-0450-3488586CCA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A7E42B44-4500-B6A7-2ACA-ECCC92DAD55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3" name="Rechte verbindingslijn 52">
                <a:extLst>
                  <a:ext uri="{FF2B5EF4-FFF2-40B4-BE49-F238E27FC236}">
                    <a16:creationId xmlns:a16="http://schemas.microsoft.com/office/drawing/2014/main" id="{1A17C06E-1195-5D53-0ACE-B74CF6F5727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A56FC4A8-E788-EE79-6E80-65700D2FD7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62CFA35-E6A4-6528-7335-3DDC5430616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1702738-4883-1395-EA4E-2752965529C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78853CF6-97E4-E018-545B-8A3D4735C18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557EC5DF-8EB2-5901-C2D6-DE5EC640DD1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D21D5BAE-2C55-BD55-4900-8B20C21685B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47F96410-82EA-F07E-C590-50576EA4AA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DC4CC8BB-577B-10BD-916B-8601D84A0F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5153C5C9-DE8E-7779-345E-E34A5C425D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62CCFBA-0EF4-D03A-7687-626DC0F5B9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000294A2-BF66-998E-C8F3-A88232FF627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6F4CB703-B5DE-4A9A-CFFA-E9ACA2D0CF9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F9E30254-EB77-01FF-6367-EF7D886D58C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97D66CB7-B1A1-A16C-8CE5-40A929F735C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F15A3035-7AAE-341B-7AB7-0DFF728F167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D6D4E862-E192-2AB6-87A7-28861CE1E3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6E49D5EF-9577-8E6A-3718-8980B92494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6D604E36-65C1-A16C-9DC3-F20F7E3C6B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435F1CB5-F27B-5B6E-271D-B9987A7FC9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C6FB763B-6A19-6D1C-521D-0E7F3D7E41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9B7059CB-CEA1-1604-3232-591E41F035D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F6CDF610-2F56-8722-3F16-37A41F9AD884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4" name="Inspireren">
                <a:extLst>
                  <a:ext uri="{FF2B5EF4-FFF2-40B4-BE49-F238E27FC236}">
                    <a16:creationId xmlns:a16="http://schemas.microsoft.com/office/drawing/2014/main" id="{D9B64CB7-D92D-8172-F059-39A1899E89B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9B86A540-40C9-8BC2-79BC-4E8FE64FF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7" name="Freeform 13">
                  <a:extLst>
                    <a:ext uri="{FF2B5EF4-FFF2-40B4-BE49-F238E27FC236}">
                      <a16:creationId xmlns:a16="http://schemas.microsoft.com/office/drawing/2014/main" id="{DE92C47D-4233-7736-6E28-3E7043209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48" name="Freeform 14">
                  <a:extLst>
                    <a:ext uri="{FF2B5EF4-FFF2-40B4-BE49-F238E27FC236}">
                      <a16:creationId xmlns:a16="http://schemas.microsoft.com/office/drawing/2014/main" id="{6D47E93A-E5E2-E125-5D59-1C4F2258BD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45" name="Tekstvak 44">
                <a:extLst>
                  <a:ext uri="{FF2B5EF4-FFF2-40B4-BE49-F238E27FC236}">
                    <a16:creationId xmlns:a16="http://schemas.microsoft.com/office/drawing/2014/main" id="{858D6127-63D8-80F1-5237-08978C0081E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163" name="INSTRUCTION">
            <a:extLst>
              <a:ext uri="{FF2B5EF4-FFF2-40B4-BE49-F238E27FC236}">
                <a16:creationId xmlns:a16="http://schemas.microsoft.com/office/drawing/2014/main" id="{BBFB1799-A9FB-0B9B-8527-E721DFF7F375}"/>
              </a:ext>
            </a:extLst>
          </p:cNvPr>
          <p:cNvGrpSpPr/>
          <p:nvPr/>
        </p:nvGrpSpPr>
        <p:grpSpPr>
          <a:xfrm>
            <a:off x="12377595" y="2"/>
            <a:ext cx="3693386" cy="5715919"/>
            <a:chOff x="-3786437" y="2"/>
            <a:chExt cx="3693386" cy="5715919"/>
          </a:xfrm>
        </p:grpSpPr>
        <p:grpSp>
          <p:nvGrpSpPr>
            <p:cNvPr id="164" name="Groep 163">
              <a:extLst>
                <a:ext uri="{FF2B5EF4-FFF2-40B4-BE49-F238E27FC236}">
                  <a16:creationId xmlns:a16="http://schemas.microsoft.com/office/drawing/2014/main" id="{376A8FFA-BDB5-DCDA-F6BE-459A4E13093D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188" name="Rechthoek 187">
                <a:extLst>
                  <a:ext uri="{FF2B5EF4-FFF2-40B4-BE49-F238E27FC236}">
                    <a16:creationId xmlns:a16="http://schemas.microsoft.com/office/drawing/2014/main" id="{16166FF0-59E8-5000-D650-909F6E5CC990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189" name="Ovaal 188">
                <a:extLst>
                  <a:ext uri="{FF2B5EF4-FFF2-40B4-BE49-F238E27FC236}">
                    <a16:creationId xmlns:a16="http://schemas.microsoft.com/office/drawing/2014/main" id="{D115DF7B-37AF-7E8F-42DF-B6F8C728F302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A87C2DD-E271-0281-5354-E0957B452735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91" name="Groep 190">
                <a:extLst>
                  <a:ext uri="{FF2B5EF4-FFF2-40B4-BE49-F238E27FC236}">
                    <a16:creationId xmlns:a16="http://schemas.microsoft.com/office/drawing/2014/main" id="{E1894133-C670-FA7C-CD39-9B14D8ADAD93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54D27D39-181D-0C47-0BFD-4EC31B279F4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7187EDE5-C222-C7DF-C2AA-474066417A29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Tekstvak 203">
                  <a:extLst>
                    <a:ext uri="{FF2B5EF4-FFF2-40B4-BE49-F238E27FC236}">
                      <a16:creationId xmlns:a16="http://schemas.microsoft.com/office/drawing/2014/main" id="{809C2F61-4A57-DD94-D2E9-860F6D6BA5B9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205" name="Tekstvak 204">
                  <a:extLst>
                    <a:ext uri="{FF2B5EF4-FFF2-40B4-BE49-F238E27FC236}">
                      <a16:creationId xmlns:a16="http://schemas.microsoft.com/office/drawing/2014/main" id="{DCC74E20-4A8E-911A-686E-A749A81501F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206" name="Vrije vorm: vorm 205">
                  <a:extLst>
                    <a:ext uri="{FF2B5EF4-FFF2-40B4-BE49-F238E27FC236}">
                      <a16:creationId xmlns:a16="http://schemas.microsoft.com/office/drawing/2014/main" id="{6A792A47-9B06-C6E4-200C-32EC7C0320EB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82387B82-2625-41E3-4A9C-799FCBC82D37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227" name="Rechthoek 226">
                    <a:extLst>
                      <a:ext uri="{FF2B5EF4-FFF2-40B4-BE49-F238E27FC236}">
                        <a16:creationId xmlns:a16="http://schemas.microsoft.com/office/drawing/2014/main" id="{02975B70-82FC-889D-696A-747AF60395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8" name="Rechthoek 227">
                    <a:extLst>
                      <a:ext uri="{FF2B5EF4-FFF2-40B4-BE49-F238E27FC236}">
                        <a16:creationId xmlns:a16="http://schemas.microsoft.com/office/drawing/2014/main" id="{5C54A0D6-A6E1-0793-0720-A802AB9713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9" name="Rechthoek 228">
                    <a:extLst>
                      <a:ext uri="{FF2B5EF4-FFF2-40B4-BE49-F238E27FC236}">
                        <a16:creationId xmlns:a16="http://schemas.microsoft.com/office/drawing/2014/main" id="{A12B62AE-7B12-E979-D276-7CF38AE0A38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753FEFA5-4914-4A12-E914-187A84825D52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7E0896D3-D6B7-534A-30A2-21E4A7DACD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0" name="Groep 209">
                    <a:extLst>
                      <a:ext uri="{FF2B5EF4-FFF2-40B4-BE49-F238E27FC236}">
                        <a16:creationId xmlns:a16="http://schemas.microsoft.com/office/drawing/2014/main" id="{A34C5CDC-B49C-05FE-4B02-5DA7D540AB1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220" name="Rechte verbindingslijn 219">
                      <a:extLst>
                        <a:ext uri="{FF2B5EF4-FFF2-40B4-BE49-F238E27FC236}">
                          <a16:creationId xmlns:a16="http://schemas.microsoft.com/office/drawing/2014/main" id="{144C17A7-E675-EA61-8A90-33D0C30DBA0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Rechte verbindingslijn 220">
                      <a:extLst>
                        <a:ext uri="{FF2B5EF4-FFF2-40B4-BE49-F238E27FC236}">
                          <a16:creationId xmlns:a16="http://schemas.microsoft.com/office/drawing/2014/main" id="{B677B2DD-E316-F31F-9539-78CA7CEB360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22" name="Groep 221">
                      <a:extLst>
                        <a:ext uri="{FF2B5EF4-FFF2-40B4-BE49-F238E27FC236}">
                          <a16:creationId xmlns:a16="http://schemas.microsoft.com/office/drawing/2014/main" id="{C3DE41E7-F626-2B0B-3138-440F9AA7756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223" name="Rechte verbindingslijn 222">
                        <a:extLst>
                          <a:ext uri="{FF2B5EF4-FFF2-40B4-BE49-F238E27FC236}">
                            <a16:creationId xmlns:a16="http://schemas.microsoft.com/office/drawing/2014/main" id="{C622C463-4FA0-93B2-F4A1-C307360ABA7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Rechte verbindingslijn 223">
                        <a:extLst>
                          <a:ext uri="{FF2B5EF4-FFF2-40B4-BE49-F238E27FC236}">
                            <a16:creationId xmlns:a16="http://schemas.microsoft.com/office/drawing/2014/main" id="{FB8F493B-91B4-06D6-D05F-63D3AF937F2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Rechte verbindingslijn 224">
                        <a:extLst>
                          <a:ext uri="{FF2B5EF4-FFF2-40B4-BE49-F238E27FC236}">
                            <a16:creationId xmlns:a16="http://schemas.microsoft.com/office/drawing/2014/main" id="{33BCB902-7DBD-0E86-1D4B-A8F3ADF07B0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Rechte verbindingslijn 225">
                        <a:extLst>
                          <a:ext uri="{FF2B5EF4-FFF2-40B4-BE49-F238E27FC236}">
                            <a16:creationId xmlns:a16="http://schemas.microsoft.com/office/drawing/2014/main" id="{C78D4EE6-9193-50AC-EB9E-30A276E3DF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84CB4AB9-B648-E7BA-A6E5-ACA2DECEED6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4B13D1E7-736E-0BEB-B80A-6C8D6CA109B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2DA0B7F-4A33-070A-1683-F802641BFFD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1912AE89-E57B-DDBB-79D5-F66AFA7A555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5" name="Rechthoek 214">
                    <a:extLst>
                      <a:ext uri="{FF2B5EF4-FFF2-40B4-BE49-F238E27FC236}">
                        <a16:creationId xmlns:a16="http://schemas.microsoft.com/office/drawing/2014/main" id="{A3EBD554-C687-F143-5D95-633E949BC2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16" name="Groep 215">
                    <a:extLst>
                      <a:ext uri="{FF2B5EF4-FFF2-40B4-BE49-F238E27FC236}">
                        <a16:creationId xmlns:a16="http://schemas.microsoft.com/office/drawing/2014/main" id="{18502057-A6EC-F094-FFFA-7D4CB0B6E65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58628DED-E386-BDA6-2308-F148C50F59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Rechthoek: afgeronde bovenhoeken 217">
                      <a:extLst>
                        <a:ext uri="{FF2B5EF4-FFF2-40B4-BE49-F238E27FC236}">
                          <a16:creationId xmlns:a16="http://schemas.microsoft.com/office/drawing/2014/main" id="{DD3B394F-E31C-8C43-FFE6-B0C15EA65FD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9" name="Gelijkbenige driehoek 218">
                      <a:extLst>
                        <a:ext uri="{FF2B5EF4-FFF2-40B4-BE49-F238E27FC236}">
                          <a16:creationId xmlns:a16="http://schemas.microsoft.com/office/drawing/2014/main" id="{A4A2FB7B-4CF0-669D-B442-DBCA357BA68A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CD241BA3-ADBD-B1FE-3731-65EB2F6E3F3E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93" name="ICOON_info">
                <a:extLst>
                  <a:ext uri="{FF2B5EF4-FFF2-40B4-BE49-F238E27FC236}">
                    <a16:creationId xmlns:a16="http://schemas.microsoft.com/office/drawing/2014/main" id="{244B8596-741E-D003-4704-E9B4471E2ADC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200" name="Ovaal 199">
                  <a:extLst>
                    <a:ext uri="{FF2B5EF4-FFF2-40B4-BE49-F238E27FC236}">
                      <a16:creationId xmlns:a16="http://schemas.microsoft.com/office/drawing/2014/main" id="{C172E72D-AFDC-0DDB-19A6-394AE5F7CE8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Graphic 163" descr="Informatie">
                  <a:extLst>
                    <a:ext uri="{FF2B5EF4-FFF2-40B4-BE49-F238E27FC236}">
                      <a16:creationId xmlns:a16="http://schemas.microsoft.com/office/drawing/2014/main" id="{590D9824-0CA3-8173-806A-8163E2C34DE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3EEA84B9-3344-5BEE-9911-F8E27709F96F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195" name="Inspireren">
                  <a:extLst>
                    <a:ext uri="{FF2B5EF4-FFF2-40B4-BE49-F238E27FC236}">
                      <a16:creationId xmlns:a16="http://schemas.microsoft.com/office/drawing/2014/main" id="{F81DDBB8-B2B0-B3A9-97F8-CA6F9B1A8DF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97" name="Freeform 12">
                    <a:extLst>
                      <a:ext uri="{FF2B5EF4-FFF2-40B4-BE49-F238E27FC236}">
                        <a16:creationId xmlns:a16="http://schemas.microsoft.com/office/drawing/2014/main" id="{45DCD921-F3FD-96D7-6FD2-BD028BEC11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8" name="Freeform 13">
                    <a:extLst>
                      <a:ext uri="{FF2B5EF4-FFF2-40B4-BE49-F238E27FC236}">
                        <a16:creationId xmlns:a16="http://schemas.microsoft.com/office/drawing/2014/main" id="{783F8875-8123-89C1-CB4E-47299B9ECC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199" name="Freeform 14">
                    <a:extLst>
                      <a:ext uri="{FF2B5EF4-FFF2-40B4-BE49-F238E27FC236}">
                        <a16:creationId xmlns:a16="http://schemas.microsoft.com/office/drawing/2014/main" id="{B92F35C6-F10E-A861-B1D9-5BA99734B0A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196" name="Tekstvak 195">
                  <a:extLst>
                    <a:ext uri="{FF2B5EF4-FFF2-40B4-BE49-F238E27FC236}">
                      <a16:creationId xmlns:a16="http://schemas.microsoft.com/office/drawing/2014/main" id="{78B13830-73E4-62AC-F40C-7D15EF15C1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5733B18B-6E95-B209-E6ED-A87DF1CD8AE6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F87B8FB-2E4D-BF19-2F8A-04084B90D059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67" name="Ovaal 166">
                <a:extLst>
                  <a:ext uri="{FF2B5EF4-FFF2-40B4-BE49-F238E27FC236}">
                    <a16:creationId xmlns:a16="http://schemas.microsoft.com/office/drawing/2014/main" id="{191B5158-CCFD-980A-2114-4926E7A8A2A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FDADFA2E-2346-7268-595E-1EE03C795531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79E3D707-84F2-BAA3-BD0E-66FF6E09A443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67D74489-60EC-E41F-7E91-419795BFFAB7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71" name="Groep 170">
                <a:extLst>
                  <a:ext uri="{FF2B5EF4-FFF2-40B4-BE49-F238E27FC236}">
                    <a16:creationId xmlns:a16="http://schemas.microsoft.com/office/drawing/2014/main" id="{5DF94223-FBE7-1D2B-C06A-8CAA86AFE0F8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018702AC-D273-A79D-7A99-67B02AE9A7F7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FC6948E7-3503-1844-5374-2916B944102A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8BA8E2EB-23DE-1ADF-EAAE-BE8E132A1873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A62644D1-07D9-7407-B3BE-FBC654C34C0D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50EDD732-4EE5-E8D8-D2CF-63D569BF4E70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5" name="Tekstvak 174">
                  <a:extLst>
                    <a:ext uri="{FF2B5EF4-FFF2-40B4-BE49-F238E27FC236}">
                      <a16:creationId xmlns:a16="http://schemas.microsoft.com/office/drawing/2014/main" id="{82EAEA45-A722-A414-A293-78AFA06261B8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176" name="Tekstvak 175">
                  <a:extLst>
                    <a:ext uri="{FF2B5EF4-FFF2-40B4-BE49-F238E27FC236}">
                      <a16:creationId xmlns:a16="http://schemas.microsoft.com/office/drawing/2014/main" id="{3D95E609-9DA8-2487-1F55-3C8F6A4604B4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177" name="Vrije vorm: vorm 176">
                  <a:extLst>
                    <a:ext uri="{FF2B5EF4-FFF2-40B4-BE49-F238E27FC236}">
                      <a16:creationId xmlns:a16="http://schemas.microsoft.com/office/drawing/2014/main" id="{B39F80B8-013B-300C-B774-AF88B8DF7F58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A606DEAA-A554-5356-29AF-FBC898F8CC14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03B1236E-CF80-BA2C-DA92-01AEBE5CAB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FE78E0CA-DF49-9083-259A-67C6E81445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BCF1D88D-E000-7D7B-392E-72C3BC6F2AE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5" name="Rechthoek 282">
                    <a:extLst>
                      <a:ext uri="{FF2B5EF4-FFF2-40B4-BE49-F238E27FC236}">
                        <a16:creationId xmlns:a16="http://schemas.microsoft.com/office/drawing/2014/main" id="{541AA9A3-D3E4-79F9-831C-2E68E68382C5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dirty="0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C11ACF26-CAA1-4022-DEE8-6D2B885393A1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180" name="Vrije vorm: vorm 179">
                    <a:extLst>
                      <a:ext uri="{FF2B5EF4-FFF2-40B4-BE49-F238E27FC236}">
                        <a16:creationId xmlns:a16="http://schemas.microsoft.com/office/drawing/2014/main" id="{DFAAADDF-AB2B-E43F-DBDD-B066B4FA1761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sp>
                <p:nvSpPr>
                  <p:cNvPr id="181" name="Vrije vorm: vorm 180">
                    <a:extLst>
                      <a:ext uri="{FF2B5EF4-FFF2-40B4-BE49-F238E27FC236}">
                        <a16:creationId xmlns:a16="http://schemas.microsoft.com/office/drawing/2014/main" id="{FB71A196-168B-F8FB-4D81-8DEDDA7C25F2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90600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grafiek 17">
            <a:extLst>
              <a:ext uri="{FF2B5EF4-FFF2-40B4-BE49-F238E27FC236}">
                <a16:creationId xmlns:a16="http://schemas.microsoft.com/office/drawing/2014/main" id="{9C976D4D-6916-D2FC-E254-80706C2BEE24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718667" y="1565275"/>
            <a:ext cx="10753334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graph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/>
        </p:nvSpPr>
        <p:spPr>
          <a:xfrm>
            <a:off x="0" y="-441330"/>
            <a:ext cx="6796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Graph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2DB909E2-579E-7420-B285-B389C3AE3393}"/>
              </a:ext>
            </a:extLst>
          </p:cNvPr>
          <p:cNvGrpSpPr/>
          <p:nvPr/>
        </p:nvGrpSpPr>
        <p:grpSpPr>
          <a:xfrm>
            <a:off x="-3786437" y="2"/>
            <a:ext cx="3693386" cy="5715919"/>
            <a:chOff x="-3786437" y="2"/>
            <a:chExt cx="3693386" cy="5715919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680CF1DF-856E-8E3E-4BBE-4805542EA914}"/>
                </a:ext>
              </a:extLst>
            </p:cNvPr>
            <p:cNvGrpSpPr/>
            <p:nvPr userDrawn="1"/>
          </p:nvGrpSpPr>
          <p:grpSpPr>
            <a:xfrm>
              <a:off x="-3786437" y="3234716"/>
              <a:ext cx="3693386" cy="2481205"/>
              <a:chOff x="-3786437" y="3234716"/>
              <a:chExt cx="3693386" cy="2481205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D6DEF1C-D18F-9BF8-4FBB-393B195F8523}"/>
                  </a:ext>
                </a:extLst>
              </p:cNvPr>
              <p:cNvSpPr/>
              <p:nvPr userDrawn="1"/>
            </p:nvSpPr>
            <p:spPr>
              <a:xfrm>
                <a:off x="-3786165" y="3234716"/>
                <a:ext cx="3593091" cy="18493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chart data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C2AA5349-4667-F1BB-8749-61754D67B08A}"/>
                  </a:ext>
                </a:extLst>
              </p:cNvPr>
              <p:cNvSpPr/>
              <p:nvPr userDrawn="1"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948A4516-EE53-9ED0-1F2F-7410A66E5832}"/>
                  </a:ext>
                </a:extLst>
              </p:cNvPr>
              <p:cNvSpPr/>
              <p:nvPr userDrawn="1"/>
            </p:nvSpPr>
            <p:spPr>
              <a:xfrm>
                <a:off x="-3319415" y="3699315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883D4637-4338-DD25-45CB-22329D8FF6A1}"/>
                  </a:ext>
                </a:extLst>
              </p:cNvPr>
              <p:cNvGrpSpPr/>
              <p:nvPr userDrawn="1"/>
            </p:nvGrpSpPr>
            <p:grpSpPr>
              <a:xfrm>
                <a:off x="-3314821" y="4139107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F34B3B2A-C80C-D662-35DD-C7972D581181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A6E43491-EF0F-05B7-1F05-BBFDA2A92B8E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Tekstvak 47">
                  <a:extLst>
                    <a:ext uri="{FF2B5EF4-FFF2-40B4-BE49-F238E27FC236}">
                      <a16:creationId xmlns:a16="http://schemas.microsoft.com/office/drawing/2014/main" id="{1C7EA8EB-CD33-9439-E202-16194D92EE8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5FFEB4FB-F37F-B1A5-2DA9-2399B6B6511A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50" name="Vrije vorm: vorm 49">
                  <a:extLst>
                    <a:ext uri="{FF2B5EF4-FFF2-40B4-BE49-F238E27FC236}">
                      <a16:creationId xmlns:a16="http://schemas.microsoft.com/office/drawing/2014/main" id="{BBF461B4-9C4B-F5F3-DFDB-1B00E3910BA7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296A3EF-5B20-BA91-1AF3-24FB56ED49C0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A6E02C25-B3CC-B095-2619-965D3212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7F79493F-F589-8CB2-EC65-2CD9EBAF1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B761E95E-2BC3-DF23-E772-5C701D5EB8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B31C3B2F-C551-7FFA-1994-50DFD9C355E4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B196AFE8-BAF3-9B20-F55E-555D3E6D63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029ED99F-086B-DFC1-BD59-96A3BB73A1E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64" name="Rechte verbindingslijn 63">
                      <a:extLst>
                        <a:ext uri="{FF2B5EF4-FFF2-40B4-BE49-F238E27FC236}">
                          <a16:creationId xmlns:a16="http://schemas.microsoft.com/office/drawing/2014/main" id="{AE2D43E5-34C5-B533-FDC8-9875789C0F9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Rechte verbindingslijn 64">
                      <a:extLst>
                        <a:ext uri="{FF2B5EF4-FFF2-40B4-BE49-F238E27FC236}">
                          <a16:creationId xmlns:a16="http://schemas.microsoft.com/office/drawing/2014/main" id="{EB5E7D2D-A2F7-31C9-7733-8B6DF553AE2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F724BAD9-4B97-5FC3-2704-C1465C3B41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67" name="Rechte verbindingslijn 66">
                        <a:extLst>
                          <a:ext uri="{FF2B5EF4-FFF2-40B4-BE49-F238E27FC236}">
                            <a16:creationId xmlns:a16="http://schemas.microsoft.com/office/drawing/2014/main" id="{4831ED37-35C9-37E3-6163-578A1EAE9E2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DFF104EF-9AA2-18D8-729B-EEE5927A763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8EA6A74D-9ED8-19D6-A2B9-FEAA889D13C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698B3A79-C1F7-5F71-D5A9-0CC83C8D0E0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4EE3CE9F-13AA-FBBD-B74F-E690C0F0715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7AC75CB-1385-0081-A6EE-476D3A8C91E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8EDB2AF1-01E4-84B6-E591-7C60D6C0B4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BE38BFD-CF15-99BD-52D7-BAE4792A6D3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E7C7006E-DA51-74A5-5437-0982DDE60B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60" name="Groep 59">
                    <a:extLst>
                      <a:ext uri="{FF2B5EF4-FFF2-40B4-BE49-F238E27FC236}">
                        <a16:creationId xmlns:a16="http://schemas.microsoft.com/office/drawing/2014/main" id="{69B4CA6F-3C30-C9D4-6CDE-69D4FFD5462F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61" name="Rechthoek 60">
                      <a:extLst>
                        <a:ext uri="{FF2B5EF4-FFF2-40B4-BE49-F238E27FC236}">
                          <a16:creationId xmlns:a16="http://schemas.microsoft.com/office/drawing/2014/main" id="{7587ED83-F8C0-317C-74C0-4C453F74C91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2" name="Rechthoek: afgeronde bovenhoeken 61">
                      <a:extLst>
                        <a:ext uri="{FF2B5EF4-FFF2-40B4-BE49-F238E27FC236}">
                          <a16:creationId xmlns:a16="http://schemas.microsoft.com/office/drawing/2014/main" id="{3E5E5670-9461-25A0-4574-183B2CD0C1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Gelijkbenige driehoek 62">
                      <a:extLst>
                        <a:ext uri="{FF2B5EF4-FFF2-40B4-BE49-F238E27FC236}">
                          <a16:creationId xmlns:a16="http://schemas.microsoft.com/office/drawing/2014/main" id="{3576B5E2-335E-BDC1-D94D-3AF8C0870FD0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24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FD77C49-F4D1-428A-AC10-EB0884CD9787}"/>
                  </a:ext>
                </a:extLst>
              </p:cNvPr>
              <p:cNvSpPr/>
              <p:nvPr userDrawn="1"/>
            </p:nvSpPr>
            <p:spPr>
              <a:xfrm>
                <a:off x="-3786437" y="4887921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37" name="ICOON_info">
                <a:extLst>
                  <a:ext uri="{FF2B5EF4-FFF2-40B4-BE49-F238E27FC236}">
                    <a16:creationId xmlns:a16="http://schemas.microsoft.com/office/drawing/2014/main" id="{CFCB81CF-43E1-DC89-ED74-18FE0A4DC5E0}"/>
                  </a:ext>
                </a:extLst>
              </p:cNvPr>
              <p:cNvGrpSpPr/>
              <p:nvPr userDrawn="1"/>
            </p:nvGrpSpPr>
            <p:grpSpPr>
              <a:xfrm>
                <a:off x="-376736" y="4751903"/>
                <a:ext cx="283685" cy="283685"/>
                <a:chOff x="-510741" y="5913713"/>
                <a:chExt cx="267555" cy="267555"/>
              </a:xfrm>
            </p:grpSpPr>
            <p:sp>
              <p:nvSpPr>
                <p:cNvPr id="44" name="Ovaal 43">
                  <a:extLst>
                    <a:ext uri="{FF2B5EF4-FFF2-40B4-BE49-F238E27FC236}">
                      <a16:creationId xmlns:a16="http://schemas.microsoft.com/office/drawing/2014/main" id="{30A42F84-B94C-26E6-D041-B44B25B0672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Graphic 163" descr="Informatie">
                  <a:extLst>
                    <a:ext uri="{FF2B5EF4-FFF2-40B4-BE49-F238E27FC236}">
                      <a16:creationId xmlns:a16="http://schemas.microsoft.com/office/drawing/2014/main" id="{83D8FACC-EE78-E1C6-AE43-00CAFA0E03A1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A6078BFE-9F83-C28E-12FD-051E8C5B8010}"/>
                  </a:ext>
                </a:extLst>
              </p:cNvPr>
              <p:cNvGrpSpPr/>
              <p:nvPr userDrawn="1"/>
            </p:nvGrpSpPr>
            <p:grpSpPr>
              <a:xfrm>
                <a:off x="-938434" y="502529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39" name="Inspireren">
                  <a:extLst>
                    <a:ext uri="{FF2B5EF4-FFF2-40B4-BE49-F238E27FC236}">
                      <a16:creationId xmlns:a16="http://schemas.microsoft.com/office/drawing/2014/main" id="{08B1427C-46F9-6B49-82FD-6E3C66E95168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1" name="Freeform 12">
                    <a:extLst>
                      <a:ext uri="{FF2B5EF4-FFF2-40B4-BE49-F238E27FC236}">
                        <a16:creationId xmlns:a16="http://schemas.microsoft.com/office/drawing/2014/main" id="{3A0FC7A3-3C8E-F597-CF49-D94C6CDABF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0AEE7C72-28A1-4329-E2F3-F00C6F02D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43" name="Freeform 14">
                    <a:extLst>
                      <a:ext uri="{FF2B5EF4-FFF2-40B4-BE49-F238E27FC236}">
                        <a16:creationId xmlns:a16="http://schemas.microsoft.com/office/drawing/2014/main" id="{A782A2E6-DF24-7E0E-54DA-AE986E4E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5C85C14F-71FC-0EC9-EC77-F93303E0B753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0C74600-E0A1-32F6-F13A-80390DBD08F3}"/>
                </a:ext>
              </a:extLst>
            </p:cNvPr>
            <p:cNvGrpSpPr/>
            <p:nvPr userDrawn="1"/>
          </p:nvGrpSpPr>
          <p:grpSpPr>
            <a:xfrm>
              <a:off x="-3786165" y="2"/>
              <a:ext cx="3593091" cy="3041230"/>
              <a:chOff x="-3786165" y="2"/>
              <a:chExt cx="3593091" cy="3041230"/>
            </a:xfrm>
          </p:grpSpPr>
          <p:sp>
            <p:nvSpPr>
              <p:cNvPr id="10" name="Rechthoek 9">
                <a:extLst>
                  <a:ext uri="{FF2B5EF4-FFF2-40B4-BE49-F238E27FC236}">
                    <a16:creationId xmlns:a16="http://schemas.microsoft.com/office/drawing/2014/main" id="{24EC8A38-F574-0E35-63BE-11DF49F4E34C}"/>
                  </a:ext>
                </a:extLst>
              </p:cNvPr>
              <p:cNvSpPr/>
              <p:nvPr userDrawn="1"/>
            </p:nvSpPr>
            <p:spPr>
              <a:xfrm>
                <a:off x="-3786165" y="2"/>
                <a:ext cx="3593091" cy="30412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CHART</a:t>
                </a: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45A82A4C-DF5D-DAD5-72AA-53FF5FAB9D7C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6483ACA4-C62D-91E9-EAC0-5EDA7398955E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00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Ovaal 12">
                <a:extLst>
                  <a:ext uri="{FF2B5EF4-FFF2-40B4-BE49-F238E27FC236}">
                    <a16:creationId xmlns:a16="http://schemas.microsoft.com/office/drawing/2014/main" id="{526618F2-1324-5E8A-BB71-6664AC1889B7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" name="Rechthoek 13">
                <a:extLst>
                  <a:ext uri="{FF2B5EF4-FFF2-40B4-BE49-F238E27FC236}">
                    <a16:creationId xmlns:a16="http://schemas.microsoft.com/office/drawing/2014/main" id="{E8406F88-F7D9-1EDE-8CE6-BA8D8B59E542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65805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5" name="Groep 14">
                <a:extLst>
                  <a:ext uri="{FF2B5EF4-FFF2-40B4-BE49-F238E27FC236}">
                    <a16:creationId xmlns:a16="http://schemas.microsoft.com/office/drawing/2014/main" id="{62069577-5F1C-3A70-6ACD-A40A9ECBECA0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03310" y="1024128"/>
                <a:chExt cx="576000" cy="246597"/>
              </a:xfrm>
            </p:grpSpPr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894F8D05-7113-E8C0-2B1E-FF2E01C3A4B8}"/>
                    </a:ext>
                  </a:extLst>
                </p:cNvPr>
                <p:cNvSpPr/>
                <p:nvPr userDrawn="1"/>
              </p:nvSpPr>
              <p:spPr>
                <a:xfrm>
                  <a:off x="-3303310" y="1024128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2A9E0A3-7689-1860-1E9B-0E50481EA941}"/>
                    </a:ext>
                  </a:extLst>
                </p:cNvPr>
                <p:cNvSpPr/>
                <p:nvPr userDrawn="1"/>
              </p:nvSpPr>
              <p:spPr>
                <a:xfrm>
                  <a:off x="-3303310" y="1243554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ep 15">
                <a:extLst>
                  <a:ext uri="{FF2B5EF4-FFF2-40B4-BE49-F238E27FC236}">
                    <a16:creationId xmlns:a16="http://schemas.microsoft.com/office/drawing/2014/main" id="{EA37E07D-0213-C4CD-69FE-A8048220E7CF}"/>
                  </a:ext>
                </a:extLst>
              </p:cNvPr>
              <p:cNvGrpSpPr/>
              <p:nvPr userDrawn="1"/>
            </p:nvGrpSpPr>
            <p:grpSpPr>
              <a:xfrm>
                <a:off x="-3314821" y="2257494"/>
                <a:ext cx="1377262" cy="591693"/>
                <a:chOff x="-3314821" y="2421532"/>
                <a:chExt cx="1377262" cy="591693"/>
              </a:xfrm>
            </p:grpSpPr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FE5D13BD-1999-6110-78C0-D7F82EDB4F64}"/>
                    </a:ext>
                  </a:extLst>
                </p:cNvPr>
                <p:cNvSpPr/>
                <p:nvPr userDrawn="1"/>
              </p:nvSpPr>
              <p:spPr>
                <a:xfrm>
                  <a:off x="-3314821" y="2421532"/>
                  <a:ext cx="1360375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A01F8DE7-341F-F591-B409-A46B7F9D65A2}"/>
                    </a:ext>
                  </a:extLst>
                </p:cNvPr>
                <p:cNvSpPr/>
                <p:nvPr userDrawn="1"/>
              </p:nvSpPr>
              <p:spPr>
                <a:xfrm>
                  <a:off x="-3304719" y="2675257"/>
                  <a:ext cx="1344885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Tekstvak 18">
                  <a:extLst>
                    <a:ext uri="{FF2B5EF4-FFF2-40B4-BE49-F238E27FC236}">
                      <a16:creationId xmlns:a16="http://schemas.microsoft.com/office/drawing/2014/main" id="{A8AAB229-07B8-C7CE-21D7-A6AB1D8F6505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2480234"/>
                  <a:ext cx="1116000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CBE770A8-AA3B-F19B-BAF3-D092339DA4C0}"/>
                    </a:ext>
                  </a:extLst>
                </p:cNvPr>
                <p:cNvSpPr txBox="1"/>
                <p:nvPr userDrawn="1"/>
              </p:nvSpPr>
              <p:spPr>
                <a:xfrm>
                  <a:off x="-3115841" y="2753263"/>
                  <a:ext cx="1116000" cy="10850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21" name="Vrije vorm: vorm 20">
                  <a:extLst>
                    <a:ext uri="{FF2B5EF4-FFF2-40B4-BE49-F238E27FC236}">
                      <a16:creationId xmlns:a16="http://schemas.microsoft.com/office/drawing/2014/main" id="{4D1992F5-364B-A1AA-BF83-EEA478039BEB}"/>
                    </a:ext>
                  </a:extLst>
                </p:cNvPr>
                <p:cNvSpPr/>
                <p:nvPr userDrawn="1"/>
              </p:nvSpPr>
              <p:spPr>
                <a:xfrm>
                  <a:off x="-2035121" y="2833225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1D43394-7465-F780-625C-2049EF0FBBD2}"/>
                    </a:ext>
                  </a:extLst>
                </p:cNvPr>
                <p:cNvGrpSpPr/>
                <p:nvPr userDrawn="1"/>
              </p:nvGrpSpPr>
              <p:grpSpPr>
                <a:xfrm>
                  <a:off x="-3258488" y="2718400"/>
                  <a:ext cx="225663" cy="229638"/>
                  <a:chOff x="-3258488" y="2713782"/>
                  <a:chExt cx="225663" cy="229638"/>
                </a:xfrm>
              </p:grpSpPr>
              <p:sp>
                <p:nvSpPr>
                  <p:cNvPr id="26" name="Rechthoek 25">
                    <a:extLst>
                      <a:ext uri="{FF2B5EF4-FFF2-40B4-BE49-F238E27FC236}">
                        <a16:creationId xmlns:a16="http://schemas.microsoft.com/office/drawing/2014/main" id="{48686A95-5633-4F92-4103-8B63ADA8D7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45249" y="2761416"/>
                    <a:ext cx="43200" cy="104609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" name="Rechthoek 26">
                    <a:extLst>
                      <a:ext uri="{FF2B5EF4-FFF2-40B4-BE49-F238E27FC236}">
                        <a16:creationId xmlns:a16="http://schemas.microsoft.com/office/drawing/2014/main" id="{2EED59AE-5793-247D-22EE-99445C5AC3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99591" y="2713782"/>
                    <a:ext cx="43200" cy="152244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" name="Rechthoek 27">
                    <a:extLst>
                      <a:ext uri="{FF2B5EF4-FFF2-40B4-BE49-F238E27FC236}">
                        <a16:creationId xmlns:a16="http://schemas.microsoft.com/office/drawing/2014/main" id="{292B9951-969D-2933-55CF-C20C8A85D3B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152134" y="2747679"/>
                    <a:ext cx="43200" cy="118347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0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Rechthoek 282">
                    <a:extLst>
                      <a:ext uri="{FF2B5EF4-FFF2-40B4-BE49-F238E27FC236}">
                        <a16:creationId xmlns:a16="http://schemas.microsoft.com/office/drawing/2014/main" id="{24A0D8CC-21F9-7BAE-D8E7-F39F888BE809}"/>
                      </a:ext>
                    </a:extLst>
                  </p:cNvPr>
                  <p:cNvSpPr/>
                  <p:nvPr userDrawn="1"/>
                </p:nvSpPr>
                <p:spPr>
                  <a:xfrm rot="19731948">
                    <a:off x="-3258488" y="2796616"/>
                    <a:ext cx="225663" cy="146804"/>
                  </a:xfrm>
                  <a:custGeom>
                    <a:avLst/>
                    <a:gdLst>
                      <a:gd name="connsiteX0" fmla="*/ 0 w 205092"/>
                      <a:gd name="connsiteY0" fmla="*/ 0 h 73844"/>
                      <a:gd name="connsiteX1" fmla="*/ 205092 w 205092"/>
                      <a:gd name="connsiteY1" fmla="*/ 0 h 73844"/>
                      <a:gd name="connsiteX2" fmla="*/ 205092 w 205092"/>
                      <a:gd name="connsiteY2" fmla="*/ 73844 h 73844"/>
                      <a:gd name="connsiteX3" fmla="*/ 0 w 205092"/>
                      <a:gd name="connsiteY3" fmla="*/ 73844 h 73844"/>
                      <a:gd name="connsiteX4" fmla="*/ 0 w 205092"/>
                      <a:gd name="connsiteY4" fmla="*/ 0 h 73844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0 w 205092"/>
                      <a:gd name="connsiteY3" fmla="*/ 73844 h 121600"/>
                      <a:gd name="connsiteX4" fmla="*/ 0 w 205092"/>
                      <a:gd name="connsiteY4" fmla="*/ 0 h 121600"/>
                      <a:gd name="connsiteX0" fmla="*/ 0 w 205092"/>
                      <a:gd name="connsiteY0" fmla="*/ 0 h 121600"/>
                      <a:gd name="connsiteX1" fmla="*/ 205092 w 205092"/>
                      <a:gd name="connsiteY1" fmla="*/ 0 h 121600"/>
                      <a:gd name="connsiteX2" fmla="*/ 187772 w 205092"/>
                      <a:gd name="connsiteY2" fmla="*/ 121600 h 121600"/>
                      <a:gd name="connsiteX3" fmla="*/ 3148 w 205092"/>
                      <a:gd name="connsiteY3" fmla="*/ 65161 h 121600"/>
                      <a:gd name="connsiteX4" fmla="*/ 0 w 205092"/>
                      <a:gd name="connsiteY4" fmla="*/ 0 h 121600"/>
                      <a:gd name="connsiteX0" fmla="*/ 13407 w 218499"/>
                      <a:gd name="connsiteY0" fmla="*/ 0 h 121600"/>
                      <a:gd name="connsiteX1" fmla="*/ 218499 w 218499"/>
                      <a:gd name="connsiteY1" fmla="*/ 0 h 121600"/>
                      <a:gd name="connsiteX2" fmla="*/ 201179 w 218499"/>
                      <a:gd name="connsiteY2" fmla="*/ 121600 h 121600"/>
                      <a:gd name="connsiteX3" fmla="*/ 0 w 218499"/>
                      <a:gd name="connsiteY3" fmla="*/ 38976 h 121600"/>
                      <a:gd name="connsiteX4" fmla="*/ 13407 w 218499"/>
                      <a:gd name="connsiteY4" fmla="*/ 0 h 121600"/>
                      <a:gd name="connsiteX0" fmla="*/ 13407 w 218499"/>
                      <a:gd name="connsiteY0" fmla="*/ 0 h 134944"/>
                      <a:gd name="connsiteX1" fmla="*/ 218499 w 218499"/>
                      <a:gd name="connsiteY1" fmla="*/ 0 h 134944"/>
                      <a:gd name="connsiteX2" fmla="*/ 160746 w 218499"/>
                      <a:gd name="connsiteY2" fmla="*/ 134944 h 134944"/>
                      <a:gd name="connsiteX3" fmla="*/ 0 w 218499"/>
                      <a:gd name="connsiteY3" fmla="*/ 38976 h 134944"/>
                      <a:gd name="connsiteX4" fmla="*/ 13407 w 218499"/>
                      <a:gd name="connsiteY4" fmla="*/ 0 h 134944"/>
                      <a:gd name="connsiteX0" fmla="*/ 13407 w 225663"/>
                      <a:gd name="connsiteY0" fmla="*/ 11860 h 146804"/>
                      <a:gd name="connsiteX1" fmla="*/ 225663 w 225663"/>
                      <a:gd name="connsiteY1" fmla="*/ 0 h 146804"/>
                      <a:gd name="connsiteX2" fmla="*/ 160746 w 225663"/>
                      <a:gd name="connsiteY2" fmla="*/ 146804 h 146804"/>
                      <a:gd name="connsiteX3" fmla="*/ 0 w 225663"/>
                      <a:gd name="connsiteY3" fmla="*/ 50836 h 146804"/>
                      <a:gd name="connsiteX4" fmla="*/ 13407 w 225663"/>
                      <a:gd name="connsiteY4" fmla="*/ 11860 h 146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en-GB" sz="1000" b="1" dirty="0" err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1C06E203-D7C6-F1DC-D055-C5898F3E8459}"/>
                    </a:ext>
                  </a:extLst>
                </p:cNvPr>
                <p:cNvGrpSpPr/>
                <p:nvPr userDrawn="1"/>
              </p:nvGrpSpPr>
              <p:grpSpPr>
                <a:xfrm>
                  <a:off x="-3219980" y="2771792"/>
                  <a:ext cx="140241" cy="116552"/>
                  <a:chOff x="-2608640" y="2891109"/>
                  <a:chExt cx="309118" cy="261993"/>
                </a:xfrm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48E01D86-B451-04DD-0A0E-70FC18279310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465317" y="2891109"/>
                    <a:ext cx="165795" cy="200435"/>
                  </a:xfrm>
                  <a:custGeom>
                    <a:avLst/>
                    <a:gdLst>
                      <a:gd name="connsiteX0" fmla="*/ 0 w 147782"/>
                      <a:gd name="connsiteY0" fmla="*/ 184728 h 221673"/>
                      <a:gd name="connsiteX1" fmla="*/ 147782 w 147782"/>
                      <a:gd name="connsiteY1" fmla="*/ 0 h 221673"/>
                      <a:gd name="connsiteX2" fmla="*/ 92363 w 147782"/>
                      <a:gd name="connsiteY2" fmla="*/ 221673 h 221673"/>
                      <a:gd name="connsiteX3" fmla="*/ 0 w 147782"/>
                      <a:gd name="connsiteY3" fmla="*/ 184728 h 221673"/>
                      <a:gd name="connsiteX0" fmla="*/ 0 w 180109"/>
                      <a:gd name="connsiteY0" fmla="*/ 166255 h 203200"/>
                      <a:gd name="connsiteX1" fmla="*/ 180109 w 180109"/>
                      <a:gd name="connsiteY1" fmla="*/ 0 h 203200"/>
                      <a:gd name="connsiteX2" fmla="*/ 92363 w 180109"/>
                      <a:gd name="connsiteY2" fmla="*/ 203200 h 203200"/>
                      <a:gd name="connsiteX3" fmla="*/ 0 w 180109"/>
                      <a:gd name="connsiteY3" fmla="*/ 166255 h 203200"/>
                      <a:gd name="connsiteX0" fmla="*/ 0 w 182213"/>
                      <a:gd name="connsiteY0" fmla="*/ 166453 h 203398"/>
                      <a:gd name="connsiteX1" fmla="*/ 180109 w 182213"/>
                      <a:gd name="connsiteY1" fmla="*/ 198 h 203398"/>
                      <a:gd name="connsiteX2" fmla="*/ 92363 w 182213"/>
                      <a:gd name="connsiteY2" fmla="*/ 203398 h 203398"/>
                      <a:gd name="connsiteX3" fmla="*/ 0 w 182213"/>
                      <a:gd name="connsiteY3" fmla="*/ 166453 h 203398"/>
                      <a:gd name="connsiteX0" fmla="*/ 0 w 186034"/>
                      <a:gd name="connsiteY0" fmla="*/ 168058 h 205003"/>
                      <a:gd name="connsiteX1" fmla="*/ 180109 w 186034"/>
                      <a:gd name="connsiteY1" fmla="*/ 1803 h 205003"/>
                      <a:gd name="connsiteX2" fmla="*/ 92363 w 186034"/>
                      <a:gd name="connsiteY2" fmla="*/ 205003 h 205003"/>
                      <a:gd name="connsiteX3" fmla="*/ 0 w 186034"/>
                      <a:gd name="connsiteY3" fmla="*/ 168058 h 205003"/>
                      <a:gd name="connsiteX0" fmla="*/ 0 w 163074"/>
                      <a:gd name="connsiteY0" fmla="*/ 161895 h 203458"/>
                      <a:gd name="connsiteX1" fmla="*/ 161637 w 163074"/>
                      <a:gd name="connsiteY1" fmla="*/ 258 h 203458"/>
                      <a:gd name="connsiteX2" fmla="*/ 73891 w 163074"/>
                      <a:gd name="connsiteY2" fmla="*/ 203458 h 203458"/>
                      <a:gd name="connsiteX3" fmla="*/ 0 w 163074"/>
                      <a:gd name="connsiteY3" fmla="*/ 161895 h 203458"/>
                      <a:gd name="connsiteX0" fmla="*/ 0 w 162654"/>
                      <a:gd name="connsiteY0" fmla="*/ 161843 h 198788"/>
                      <a:gd name="connsiteX1" fmla="*/ 161637 w 162654"/>
                      <a:gd name="connsiteY1" fmla="*/ 206 h 198788"/>
                      <a:gd name="connsiteX2" fmla="*/ 64654 w 162654"/>
                      <a:gd name="connsiteY2" fmla="*/ 198788 h 198788"/>
                      <a:gd name="connsiteX3" fmla="*/ 0 w 162654"/>
                      <a:gd name="connsiteY3" fmla="*/ 161843 h 198788"/>
                      <a:gd name="connsiteX0" fmla="*/ 0 w 165794"/>
                      <a:gd name="connsiteY0" fmla="*/ 163491 h 200436"/>
                      <a:gd name="connsiteX1" fmla="*/ 161637 w 165794"/>
                      <a:gd name="connsiteY1" fmla="*/ 1854 h 200436"/>
                      <a:gd name="connsiteX2" fmla="*/ 64654 w 165794"/>
                      <a:gd name="connsiteY2" fmla="*/ 200436 h 200436"/>
                      <a:gd name="connsiteX3" fmla="*/ 0 w 165794"/>
                      <a:gd name="connsiteY3" fmla="*/ 163491 h 200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5794" h="200436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solidFill>
                      <a:srgbClr val="3F3E3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7924C626-1261-4B06-A851-7075F28E6DFD}"/>
                      </a:ext>
                    </a:extLst>
                  </p:cNvPr>
                  <p:cNvSpPr/>
                  <p:nvPr userDrawn="1"/>
                </p:nvSpPr>
                <p:spPr>
                  <a:xfrm rot="513866">
                    <a:off x="-2608640" y="3034770"/>
                    <a:ext cx="207309" cy="118332"/>
                  </a:xfrm>
                  <a:custGeom>
                    <a:avLst/>
                    <a:gdLst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46181 w 138545"/>
                      <a:gd name="connsiteY4" fmla="*/ 41564 h 87746"/>
                      <a:gd name="connsiteX5" fmla="*/ 0 w 138545"/>
                      <a:gd name="connsiteY5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7746"/>
                      <a:gd name="connsiteX1" fmla="*/ 73891 w 138545"/>
                      <a:gd name="connsiteY1" fmla="*/ 87746 h 87746"/>
                      <a:gd name="connsiteX2" fmla="*/ 138545 w 138545"/>
                      <a:gd name="connsiteY2" fmla="*/ 27709 h 87746"/>
                      <a:gd name="connsiteX3" fmla="*/ 96981 w 138545"/>
                      <a:gd name="connsiteY3" fmla="*/ 0 h 87746"/>
                      <a:gd name="connsiteX4" fmla="*/ 0 w 138545"/>
                      <a:gd name="connsiteY4" fmla="*/ 78509 h 87746"/>
                      <a:gd name="connsiteX0" fmla="*/ 0 w 138545"/>
                      <a:gd name="connsiteY0" fmla="*/ 78509 h 88052"/>
                      <a:gd name="connsiteX1" fmla="*/ 73891 w 138545"/>
                      <a:gd name="connsiteY1" fmla="*/ 87746 h 88052"/>
                      <a:gd name="connsiteX2" fmla="*/ 138545 w 138545"/>
                      <a:gd name="connsiteY2" fmla="*/ 27709 h 88052"/>
                      <a:gd name="connsiteX3" fmla="*/ 96981 w 138545"/>
                      <a:gd name="connsiteY3" fmla="*/ 0 h 88052"/>
                      <a:gd name="connsiteX4" fmla="*/ 0 w 138545"/>
                      <a:gd name="connsiteY4" fmla="*/ 78509 h 88052"/>
                      <a:gd name="connsiteX0" fmla="*/ 188 w 138733"/>
                      <a:gd name="connsiteY0" fmla="*/ 78509 h 97514"/>
                      <a:gd name="connsiteX1" fmla="*/ 74079 w 138733"/>
                      <a:gd name="connsiteY1" fmla="*/ 87746 h 97514"/>
                      <a:gd name="connsiteX2" fmla="*/ 138733 w 138733"/>
                      <a:gd name="connsiteY2" fmla="*/ 27709 h 97514"/>
                      <a:gd name="connsiteX3" fmla="*/ 97169 w 138733"/>
                      <a:gd name="connsiteY3" fmla="*/ 0 h 97514"/>
                      <a:gd name="connsiteX4" fmla="*/ 188 w 138733"/>
                      <a:gd name="connsiteY4" fmla="*/ 78509 h 97514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8712"/>
                      <a:gd name="connsiteY0" fmla="*/ 78509 h 91707"/>
                      <a:gd name="connsiteX1" fmla="*/ 74058 w 138712"/>
                      <a:gd name="connsiteY1" fmla="*/ 87746 h 91707"/>
                      <a:gd name="connsiteX2" fmla="*/ 138712 w 138712"/>
                      <a:gd name="connsiteY2" fmla="*/ 27709 h 91707"/>
                      <a:gd name="connsiteX3" fmla="*/ 97148 w 138712"/>
                      <a:gd name="connsiteY3" fmla="*/ 0 h 91707"/>
                      <a:gd name="connsiteX4" fmla="*/ 167 w 138712"/>
                      <a:gd name="connsiteY4" fmla="*/ 78509 h 91707"/>
                      <a:gd name="connsiteX0" fmla="*/ 167 w 139150"/>
                      <a:gd name="connsiteY0" fmla="*/ 78509 h 91707"/>
                      <a:gd name="connsiteX1" fmla="*/ 74058 w 139150"/>
                      <a:gd name="connsiteY1" fmla="*/ 87746 h 91707"/>
                      <a:gd name="connsiteX2" fmla="*/ 138712 w 139150"/>
                      <a:gd name="connsiteY2" fmla="*/ 27709 h 91707"/>
                      <a:gd name="connsiteX3" fmla="*/ 97148 w 139150"/>
                      <a:gd name="connsiteY3" fmla="*/ 0 h 91707"/>
                      <a:gd name="connsiteX4" fmla="*/ 167 w 139150"/>
                      <a:gd name="connsiteY4" fmla="*/ 78509 h 91707"/>
                      <a:gd name="connsiteX0" fmla="*/ 167 w 139150"/>
                      <a:gd name="connsiteY0" fmla="*/ 87626 h 100824"/>
                      <a:gd name="connsiteX1" fmla="*/ 74058 w 139150"/>
                      <a:gd name="connsiteY1" fmla="*/ 96863 h 100824"/>
                      <a:gd name="connsiteX2" fmla="*/ 138712 w 139150"/>
                      <a:gd name="connsiteY2" fmla="*/ 36826 h 100824"/>
                      <a:gd name="connsiteX3" fmla="*/ 97148 w 139150"/>
                      <a:gd name="connsiteY3" fmla="*/ 9117 h 100824"/>
                      <a:gd name="connsiteX4" fmla="*/ 167 w 139150"/>
                      <a:gd name="connsiteY4" fmla="*/ 87626 h 100824"/>
                      <a:gd name="connsiteX0" fmla="*/ 167 w 139150"/>
                      <a:gd name="connsiteY0" fmla="*/ 79509 h 92707"/>
                      <a:gd name="connsiteX1" fmla="*/ 74058 w 139150"/>
                      <a:gd name="connsiteY1" fmla="*/ 88746 h 92707"/>
                      <a:gd name="connsiteX2" fmla="*/ 138712 w 139150"/>
                      <a:gd name="connsiteY2" fmla="*/ 28709 h 92707"/>
                      <a:gd name="connsiteX3" fmla="*/ 97148 w 139150"/>
                      <a:gd name="connsiteY3" fmla="*/ 1000 h 92707"/>
                      <a:gd name="connsiteX4" fmla="*/ 167 w 139150"/>
                      <a:gd name="connsiteY4" fmla="*/ 79509 h 92707"/>
                      <a:gd name="connsiteX0" fmla="*/ 167 w 138974"/>
                      <a:gd name="connsiteY0" fmla="*/ 71888 h 85086"/>
                      <a:gd name="connsiteX1" fmla="*/ 74058 w 138974"/>
                      <a:gd name="connsiteY1" fmla="*/ 81125 h 85086"/>
                      <a:gd name="connsiteX2" fmla="*/ 138712 w 138974"/>
                      <a:gd name="connsiteY2" fmla="*/ 21088 h 85086"/>
                      <a:gd name="connsiteX3" fmla="*/ 91899 w 138974"/>
                      <a:gd name="connsiteY3" fmla="*/ 1252 h 85086"/>
                      <a:gd name="connsiteX4" fmla="*/ 167 w 138974"/>
                      <a:gd name="connsiteY4" fmla="*/ 71888 h 85086"/>
                      <a:gd name="connsiteX0" fmla="*/ 278 w 118032"/>
                      <a:gd name="connsiteY0" fmla="*/ 56375 h 82581"/>
                      <a:gd name="connsiteX1" fmla="*/ 53174 w 118032"/>
                      <a:gd name="connsiteY1" fmla="*/ 81359 h 82581"/>
                      <a:gd name="connsiteX2" fmla="*/ 117828 w 118032"/>
                      <a:gd name="connsiteY2" fmla="*/ 21322 h 82581"/>
                      <a:gd name="connsiteX3" fmla="*/ 71015 w 118032"/>
                      <a:gd name="connsiteY3" fmla="*/ 1486 h 82581"/>
                      <a:gd name="connsiteX4" fmla="*/ 278 w 118032"/>
                      <a:gd name="connsiteY4" fmla="*/ 56375 h 82581"/>
                      <a:gd name="connsiteX0" fmla="*/ 220 w 117808"/>
                      <a:gd name="connsiteY0" fmla="*/ 56172 h 67245"/>
                      <a:gd name="connsiteX1" fmla="*/ 63614 w 117808"/>
                      <a:gd name="connsiteY1" fmla="*/ 62785 h 67245"/>
                      <a:gd name="connsiteX2" fmla="*/ 117770 w 117808"/>
                      <a:gd name="connsiteY2" fmla="*/ 21119 h 67245"/>
                      <a:gd name="connsiteX3" fmla="*/ 70957 w 117808"/>
                      <a:gd name="connsiteY3" fmla="*/ 1283 h 67245"/>
                      <a:gd name="connsiteX4" fmla="*/ 220 w 117808"/>
                      <a:gd name="connsiteY4" fmla="*/ 56172 h 67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808" h="67245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>
                    <a:solidFill>
                      <a:srgbClr val="307EB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18917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EE88B6D-7143-4386-BA0D-08FD41A1EE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53746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66" y="722455"/>
            <a:ext cx="3937333" cy="3221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 goes here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7FABFDC-C1CE-40A8-B8C0-2D4AF73C1297}"/>
              </a:ext>
            </a:extLst>
          </p:cNvPr>
          <p:cNvSpPr/>
          <p:nvPr/>
        </p:nvSpPr>
        <p:spPr>
          <a:xfrm>
            <a:off x="0" y="-441330"/>
            <a:ext cx="125887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DE8389D-5D11-4D45-B4A3-64DB64DBE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0153074-F70B-4B82-96FF-348823D4B9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4BAC3E69-ABB1-C907-B9D7-5DFA7221ABF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8666" y="1569104"/>
            <a:ext cx="3937333" cy="4431646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="0">
                <a:solidFill>
                  <a:schemeClr val="tx2"/>
                </a:solidFill>
              </a:defRPr>
            </a:lvl5pPr>
            <a:lvl6pPr>
              <a:defRPr b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2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56D01710-570D-A6AD-85CD-4A7D6F5AF7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1079" y="6216736"/>
            <a:ext cx="961200" cy="381600"/>
            <a:chOff x="2807303" y="2354764"/>
            <a:chExt cx="944974" cy="368527"/>
          </a:xfrm>
          <a:solidFill>
            <a:schemeClr val="bg1"/>
          </a:solidFill>
        </p:grpSpPr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F7B0112-A1E8-4C7E-1384-3C29FF3CF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5318E13D-0E3A-A9B5-D897-3F3631C31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9B6F2C4-B2C2-63A6-625D-6345DAC27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B788DDB6-EF97-F727-5009-6E090306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94FA6C1F-C8CB-57A9-5C49-001F6E8FF8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16A3CDC8-B743-992B-27EF-E6404DA86E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88E32565-559D-E724-512C-6994CD123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E2808C1-607A-8070-888F-F8F44C353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ijdelijke aanduiding voor tabel 16">
            <a:extLst>
              <a:ext uri="{FF2B5EF4-FFF2-40B4-BE49-F238E27FC236}">
                <a16:creationId xmlns:a16="http://schemas.microsoft.com/office/drawing/2014/main" id="{72892D3B-022F-0A60-07A2-9240602D7C10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6090330" y="719139"/>
            <a:ext cx="5378669" cy="5281612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table</a:t>
            </a:r>
          </a:p>
        </p:txBody>
      </p:sp>
      <p:grpSp>
        <p:nvGrpSpPr>
          <p:cNvPr id="9" name="INSTRUCTION">
            <a:extLst>
              <a:ext uri="{FF2B5EF4-FFF2-40B4-BE49-F238E27FC236}">
                <a16:creationId xmlns:a16="http://schemas.microsoft.com/office/drawing/2014/main" id="{E4A8B664-E285-146B-425F-966F0C83FFD5}"/>
              </a:ext>
            </a:extLst>
          </p:cNvPr>
          <p:cNvGrpSpPr/>
          <p:nvPr/>
        </p:nvGrpSpPr>
        <p:grpSpPr>
          <a:xfrm>
            <a:off x="12377323" y="-12068"/>
            <a:ext cx="3693386" cy="6705423"/>
            <a:chOff x="-3786437" y="-12068"/>
            <a:chExt cx="3693386" cy="6705423"/>
          </a:xfrm>
        </p:grpSpPr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0FA06D8B-28EB-C4A2-7FC9-5876F11318F7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84A9A109-5F2F-76CD-D36C-1BFF992DC99A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92" name="Ovaal 91">
                <a:extLst>
                  <a:ext uri="{FF2B5EF4-FFF2-40B4-BE49-F238E27FC236}">
                    <a16:creationId xmlns:a16="http://schemas.microsoft.com/office/drawing/2014/main" id="{4A6BDC20-7889-A1EC-7305-2B1594DB617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367B6AC6-B827-E374-851C-C2149579E8A6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DB62565E-E81A-6271-2420-4C8B9979EFAB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13" name="Rechthoek 112">
                  <a:extLst>
                    <a:ext uri="{FF2B5EF4-FFF2-40B4-BE49-F238E27FC236}">
                      <a16:creationId xmlns:a16="http://schemas.microsoft.com/office/drawing/2014/main" id="{F9D2B0F2-35AC-B27C-331A-AA4EA7AE3531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14" name="Rechthoek 113">
                  <a:extLst>
                    <a:ext uri="{FF2B5EF4-FFF2-40B4-BE49-F238E27FC236}">
                      <a16:creationId xmlns:a16="http://schemas.microsoft.com/office/drawing/2014/main" id="{A1207CCE-D23C-61D2-3557-384CE4F16353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40F6B4BE-7517-FB8C-6454-2D97BAC074CC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DD4170F0-3993-7307-5F52-9FC24CE5C979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97" name="Groep 96">
                <a:extLst>
                  <a:ext uri="{FF2B5EF4-FFF2-40B4-BE49-F238E27FC236}">
                    <a16:creationId xmlns:a16="http://schemas.microsoft.com/office/drawing/2014/main" id="{3B18104F-8646-CB9E-54F5-66A829E2ADAA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2F0BBF4F-B470-85AF-31D6-9F27F1894A9E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Rechthoek 98">
                  <a:extLst>
                    <a:ext uri="{FF2B5EF4-FFF2-40B4-BE49-F238E27FC236}">
                      <a16:creationId xmlns:a16="http://schemas.microsoft.com/office/drawing/2014/main" id="{21AB1B09-F471-C843-91C1-B1500A66C13C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38D6C6D5-7AA8-E2CF-AC8F-3683E366C96C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74B6CC58-142D-C9FF-E950-DE760788AD4E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ED0C3047-4937-D65E-8723-417EB3CA968F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110" name="Vrije vorm: vorm 109">
                    <a:extLst>
                      <a:ext uri="{FF2B5EF4-FFF2-40B4-BE49-F238E27FC236}">
                        <a16:creationId xmlns:a16="http://schemas.microsoft.com/office/drawing/2014/main" id="{3279E7D7-B32B-8989-26FA-87B5D742F2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hthoek: afgeronde hoeken 110">
                    <a:extLst>
                      <a:ext uri="{FF2B5EF4-FFF2-40B4-BE49-F238E27FC236}">
                        <a16:creationId xmlns:a16="http://schemas.microsoft.com/office/drawing/2014/main" id="{12962EA6-82F5-6439-721A-DAAC8B0BC46D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Vrije vorm: vorm 111">
                    <a:extLst>
                      <a:ext uri="{FF2B5EF4-FFF2-40B4-BE49-F238E27FC236}">
                        <a16:creationId xmlns:a16="http://schemas.microsoft.com/office/drawing/2014/main" id="{3D195318-CC8F-82F9-127E-A086E8D541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03" name="Gelijkbenige driehoek 102">
                  <a:extLst>
                    <a:ext uri="{FF2B5EF4-FFF2-40B4-BE49-F238E27FC236}">
                      <a16:creationId xmlns:a16="http://schemas.microsoft.com/office/drawing/2014/main" id="{CC647A2B-3357-D7CE-4C3D-0A70B4989570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Tekstvak 103">
                  <a:extLst>
                    <a:ext uri="{FF2B5EF4-FFF2-40B4-BE49-F238E27FC236}">
                      <a16:creationId xmlns:a16="http://schemas.microsoft.com/office/drawing/2014/main" id="{E7004719-204B-3B65-D864-F0CC7C18A1F6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105" name="Gelijkbenige driehoek 104">
                  <a:extLst>
                    <a:ext uri="{FF2B5EF4-FFF2-40B4-BE49-F238E27FC236}">
                      <a16:creationId xmlns:a16="http://schemas.microsoft.com/office/drawing/2014/main" id="{D058E11D-E52D-F145-2A03-CF11F173362A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" name="Groep 105">
                  <a:extLst>
                    <a:ext uri="{FF2B5EF4-FFF2-40B4-BE49-F238E27FC236}">
                      <a16:creationId xmlns:a16="http://schemas.microsoft.com/office/drawing/2014/main" id="{8FCF2C8A-A7F3-E9CF-8200-CBB53E7E2FB4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107" name="Rechthoek 106">
                    <a:extLst>
                      <a:ext uri="{FF2B5EF4-FFF2-40B4-BE49-F238E27FC236}">
                        <a16:creationId xmlns:a16="http://schemas.microsoft.com/office/drawing/2014/main" id="{BDA66D7A-CCEC-0D29-5A35-48819F3928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F300DB65-44AA-34EC-D98F-7C8558C4E2C5}"/>
                      </a:ext>
                    </a:extLst>
                  </p:cNvPr>
                  <p:cNvCxnSpPr>
                    <a:stCxn id="107" idx="0"/>
                    <a:endCxn id="107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2B425145-6F2C-1742-6A3C-2243A3B48AEB}"/>
                      </a:ext>
                    </a:extLst>
                  </p:cNvPr>
                  <p:cNvCxnSpPr>
                    <a:stCxn id="107" idx="1"/>
                    <a:endCxn id="107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BB46775-EF55-EF02-82D4-08930637DAC1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21" name="Rechthoek 20">
                <a:extLst>
                  <a:ext uri="{FF2B5EF4-FFF2-40B4-BE49-F238E27FC236}">
                    <a16:creationId xmlns:a16="http://schemas.microsoft.com/office/drawing/2014/main" id="{C7DB8214-02BF-8F7F-41E3-297B5B6AF672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59A3C665-98E6-FFB4-FBF4-13F4A8DB81C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4B3E5D77-6A81-812F-65BE-696F3D62C616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8ED42B6-0348-C32A-DBA2-4E3A7D605478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25" name="ICOON_info">
                <a:extLst>
                  <a:ext uri="{FF2B5EF4-FFF2-40B4-BE49-F238E27FC236}">
                    <a16:creationId xmlns:a16="http://schemas.microsoft.com/office/drawing/2014/main" id="{E7550D77-8D59-55E6-6C2B-AB1F1F783330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89" name="Ovaal 88">
                  <a:extLst>
                    <a:ext uri="{FF2B5EF4-FFF2-40B4-BE49-F238E27FC236}">
                      <a16:creationId xmlns:a16="http://schemas.microsoft.com/office/drawing/2014/main" id="{F16D0272-39C5-987C-5F7D-8795FD868A1C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Graphic 163" descr="Informatie">
                  <a:extLst>
                    <a:ext uri="{FF2B5EF4-FFF2-40B4-BE49-F238E27FC236}">
                      <a16:creationId xmlns:a16="http://schemas.microsoft.com/office/drawing/2014/main" id="{FBAB13FD-6294-B164-5247-5EF5412B516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DE77C69B-65EF-D902-1D17-34AB8507DDC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84" name="Inspireren">
                  <a:extLst>
                    <a:ext uri="{FF2B5EF4-FFF2-40B4-BE49-F238E27FC236}">
                      <a16:creationId xmlns:a16="http://schemas.microsoft.com/office/drawing/2014/main" id="{557DC17A-8D77-C59F-3AA5-B3A9E205DF0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86" name="Freeform 12">
                    <a:extLst>
                      <a:ext uri="{FF2B5EF4-FFF2-40B4-BE49-F238E27FC236}">
                        <a16:creationId xmlns:a16="http://schemas.microsoft.com/office/drawing/2014/main" id="{C1AB5840-0A64-A6D0-B704-53E0ACBBCE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7" name="Freeform 13">
                    <a:extLst>
                      <a:ext uri="{FF2B5EF4-FFF2-40B4-BE49-F238E27FC236}">
                        <a16:creationId xmlns:a16="http://schemas.microsoft.com/office/drawing/2014/main" id="{F95C6239-CC2A-C135-9E9D-0B2F40A2CC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88" name="Freeform 14">
                    <a:extLst>
                      <a:ext uri="{FF2B5EF4-FFF2-40B4-BE49-F238E27FC236}">
                        <a16:creationId xmlns:a16="http://schemas.microsoft.com/office/drawing/2014/main" id="{C8E3A784-CB95-DD57-ED83-092FE9036A5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85" name="Tekstvak 84">
                  <a:extLst>
                    <a:ext uri="{FF2B5EF4-FFF2-40B4-BE49-F238E27FC236}">
                      <a16:creationId xmlns:a16="http://schemas.microsoft.com/office/drawing/2014/main" id="{A77EC7C8-4682-6C4B-575D-F615638A48E0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27" name="Ovaal 26">
                <a:extLst>
                  <a:ext uri="{FF2B5EF4-FFF2-40B4-BE49-F238E27FC236}">
                    <a16:creationId xmlns:a16="http://schemas.microsoft.com/office/drawing/2014/main" id="{0534A350-9021-2D44-2273-38DCCBD684FA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132BEDEE-AEDE-ABED-CB95-0666D34D6F02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8A20B41D-5F98-2F3E-614C-FDBF363F59BB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03682C82-F67E-697D-B01D-F18CD946AAB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75" name="Groep 74">
                    <a:extLst>
                      <a:ext uri="{FF2B5EF4-FFF2-40B4-BE49-F238E27FC236}">
                        <a16:creationId xmlns:a16="http://schemas.microsoft.com/office/drawing/2014/main" id="{A4123C2A-7635-8B37-FE63-5AB48ADFC4E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77" name="Groep 76">
                      <a:extLst>
                        <a:ext uri="{FF2B5EF4-FFF2-40B4-BE49-F238E27FC236}">
                          <a16:creationId xmlns:a16="http://schemas.microsoft.com/office/drawing/2014/main" id="{656666D8-08B3-682F-4491-4F4F5986875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9" name="Rechte verbindingslijn 78">
                        <a:extLst>
                          <a:ext uri="{FF2B5EF4-FFF2-40B4-BE49-F238E27FC236}">
                            <a16:creationId xmlns:a16="http://schemas.microsoft.com/office/drawing/2014/main" id="{182B5E2B-1C23-3003-0533-351F3F1AD1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0" name="Rechte verbindingslijn 79">
                        <a:extLst>
                          <a:ext uri="{FF2B5EF4-FFF2-40B4-BE49-F238E27FC236}">
                            <a16:creationId xmlns:a16="http://schemas.microsoft.com/office/drawing/2014/main" id="{E8E62A91-C0B0-3CEA-AC35-038552B7AE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Rechte verbindingslijn 80">
                        <a:extLst>
                          <a:ext uri="{FF2B5EF4-FFF2-40B4-BE49-F238E27FC236}">
                            <a16:creationId xmlns:a16="http://schemas.microsoft.com/office/drawing/2014/main" id="{B16AD12D-0DB3-4F3D-3A70-88398F43E65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Rechte verbindingslijn 81">
                        <a:extLst>
                          <a:ext uri="{FF2B5EF4-FFF2-40B4-BE49-F238E27FC236}">
                            <a16:creationId xmlns:a16="http://schemas.microsoft.com/office/drawing/2014/main" id="{7BD7C9FC-9B05-F99C-4829-FD5F69D5111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" name="Rechthoek 82">
                        <a:extLst>
                          <a:ext uri="{FF2B5EF4-FFF2-40B4-BE49-F238E27FC236}">
                            <a16:creationId xmlns:a16="http://schemas.microsoft.com/office/drawing/2014/main" id="{B3BA2F5A-4E18-4382-942E-EC4E3AF802E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8" name="Vrije vorm: vorm 77">
                      <a:extLst>
                        <a:ext uri="{FF2B5EF4-FFF2-40B4-BE49-F238E27FC236}">
                          <a16:creationId xmlns:a16="http://schemas.microsoft.com/office/drawing/2014/main" id="{8874B19A-28DF-BB07-393B-1C178D61ABF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dirty="0" err="1"/>
                    </a:p>
                  </p:txBody>
                </p:sp>
              </p:grpSp>
              <p:sp>
                <p:nvSpPr>
                  <p:cNvPr id="76" name="Tekstvak 75">
                    <a:extLst>
                      <a:ext uri="{FF2B5EF4-FFF2-40B4-BE49-F238E27FC236}">
                        <a16:creationId xmlns:a16="http://schemas.microsoft.com/office/drawing/2014/main" id="{E2BD3C5D-B99E-C98B-0305-7E6FBACED332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0DD9C213-644C-A64B-CF17-93B32F0D83FD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65" name="Groep 64">
                    <a:extLst>
                      <a:ext uri="{FF2B5EF4-FFF2-40B4-BE49-F238E27FC236}">
                        <a16:creationId xmlns:a16="http://schemas.microsoft.com/office/drawing/2014/main" id="{CBD0C07B-3A85-2426-C7D6-6C873B98887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67" name="Rechthoek 66">
                      <a:extLst>
                        <a:ext uri="{FF2B5EF4-FFF2-40B4-BE49-F238E27FC236}">
                          <a16:creationId xmlns:a16="http://schemas.microsoft.com/office/drawing/2014/main" id="{875BCB4B-92E3-6156-F991-EEB4381B194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68" name="Groep 67">
                      <a:extLst>
                        <a:ext uri="{FF2B5EF4-FFF2-40B4-BE49-F238E27FC236}">
                          <a16:creationId xmlns:a16="http://schemas.microsoft.com/office/drawing/2014/main" id="{0ABC6CE8-15A4-49C9-BE67-11AC9EC8C4E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0FD4DE9A-5FA2-1513-90A0-27C3FBB079C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6C5665A8-4F94-087A-59C5-A50E1921C6F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Rechte verbindingslijn 71">
                        <a:extLst>
                          <a:ext uri="{FF2B5EF4-FFF2-40B4-BE49-F238E27FC236}">
                            <a16:creationId xmlns:a16="http://schemas.microsoft.com/office/drawing/2014/main" id="{7FA7F3E9-CA4B-DCA8-AF73-E9A3E106A84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Rechte verbindingslijn 72">
                        <a:extLst>
                          <a:ext uri="{FF2B5EF4-FFF2-40B4-BE49-F238E27FC236}">
                            <a16:creationId xmlns:a16="http://schemas.microsoft.com/office/drawing/2014/main" id="{3C5C11A7-7447-5D8F-B213-8D2CBDBE8F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4" name="Rechthoek 73">
                        <a:extLst>
                          <a:ext uri="{FF2B5EF4-FFF2-40B4-BE49-F238E27FC236}">
                            <a16:creationId xmlns:a16="http://schemas.microsoft.com/office/drawing/2014/main" id="{2346ECBD-61CC-A2FB-61D5-2CA20EFBF8AD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9" name="Pijl: rechts 68">
                      <a:extLst>
                        <a:ext uri="{FF2B5EF4-FFF2-40B4-BE49-F238E27FC236}">
                          <a16:creationId xmlns:a16="http://schemas.microsoft.com/office/drawing/2014/main" id="{7A5F0176-A603-5DDD-032B-7E176900FA29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6" name="Tekstvak 65">
                    <a:extLst>
                      <a:ext uri="{FF2B5EF4-FFF2-40B4-BE49-F238E27FC236}">
                        <a16:creationId xmlns:a16="http://schemas.microsoft.com/office/drawing/2014/main" id="{B8AB62B1-9016-4235-7A20-87AF4AC11FD1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E0CAFF6A-D2E8-CFEA-D7D2-D8A55B041D1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55" name="Groep 54">
                    <a:extLst>
                      <a:ext uri="{FF2B5EF4-FFF2-40B4-BE49-F238E27FC236}">
                        <a16:creationId xmlns:a16="http://schemas.microsoft.com/office/drawing/2014/main" id="{5680D99A-ECC0-B7A3-B7E7-A2FBFA49A614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7" name="Rechthoek 56">
                      <a:extLst>
                        <a:ext uri="{FF2B5EF4-FFF2-40B4-BE49-F238E27FC236}">
                          <a16:creationId xmlns:a16="http://schemas.microsoft.com/office/drawing/2014/main" id="{C09C6BB9-FCEA-6371-3B08-6B38EA71E9D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58" name="Groep 57">
                      <a:extLst>
                        <a:ext uri="{FF2B5EF4-FFF2-40B4-BE49-F238E27FC236}">
                          <a16:creationId xmlns:a16="http://schemas.microsoft.com/office/drawing/2014/main" id="{AD68F797-C324-C54B-3757-49F2B1BB6E52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493B2EAA-CC3D-2B28-97ED-40105CCEB96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0A4DA941-459A-8259-DD49-C9EC2ED8BB2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618CDAA8-6F87-3B2C-2A9B-478B5164B4E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Rechte verbindingslijn 62">
                        <a:extLst>
                          <a:ext uri="{FF2B5EF4-FFF2-40B4-BE49-F238E27FC236}">
                            <a16:creationId xmlns:a16="http://schemas.microsoft.com/office/drawing/2014/main" id="{58B73F84-90C6-2FD9-FA4D-4353EEC560A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Rechthoek 63">
                        <a:extLst>
                          <a:ext uri="{FF2B5EF4-FFF2-40B4-BE49-F238E27FC236}">
                            <a16:creationId xmlns:a16="http://schemas.microsoft.com/office/drawing/2014/main" id="{5779413C-9B4C-F836-4EE0-08899C7BDB9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9" name="Pijl: rechts 58">
                      <a:extLst>
                        <a:ext uri="{FF2B5EF4-FFF2-40B4-BE49-F238E27FC236}">
                          <a16:creationId xmlns:a16="http://schemas.microsoft.com/office/drawing/2014/main" id="{CF3740C1-1197-5B94-676B-B8F89E4F885C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6" name="Tekstvak 55">
                    <a:extLst>
                      <a:ext uri="{FF2B5EF4-FFF2-40B4-BE49-F238E27FC236}">
                        <a16:creationId xmlns:a16="http://schemas.microsoft.com/office/drawing/2014/main" id="{C7357D96-4871-7660-5797-A208941C2B96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7ED134D7-1995-7973-E36B-DB94AF4C1C6A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DDD51958-5A86-6C52-A2D2-D4518DCD5AF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EE72868E-D584-81AF-4063-5A0097AFF4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48" name="Groep 47">
                      <a:extLst>
                        <a:ext uri="{FF2B5EF4-FFF2-40B4-BE49-F238E27FC236}">
                          <a16:creationId xmlns:a16="http://schemas.microsoft.com/office/drawing/2014/main" id="{2CDE409D-2F05-45A7-39E8-76568772D0B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65EDBE9A-2EEE-6CBA-FC00-6FF7F728FBF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EC6C942E-7BDE-C4EB-D8E8-C4E0B5F259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C46A9036-651E-1325-BA71-DF80123054B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Rechte verbindingslijn 52">
                        <a:extLst>
                          <a:ext uri="{FF2B5EF4-FFF2-40B4-BE49-F238E27FC236}">
                            <a16:creationId xmlns:a16="http://schemas.microsoft.com/office/drawing/2014/main" id="{EB9F8847-EABF-F15C-0490-C4CA7826626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4" name="Rechthoek 53">
                        <a:extLst>
                          <a:ext uri="{FF2B5EF4-FFF2-40B4-BE49-F238E27FC236}">
                            <a16:creationId xmlns:a16="http://schemas.microsoft.com/office/drawing/2014/main" id="{405305E7-4660-105F-D972-023756F7B43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9" name="Pijl: rechts 48">
                      <a:extLst>
                        <a:ext uri="{FF2B5EF4-FFF2-40B4-BE49-F238E27FC236}">
                          <a16:creationId xmlns:a16="http://schemas.microsoft.com/office/drawing/2014/main" id="{3AE719E2-36E7-19AA-0C6E-B3FC2859D11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6" name="Tekstvak 45">
                    <a:extLst>
                      <a:ext uri="{FF2B5EF4-FFF2-40B4-BE49-F238E27FC236}">
                        <a16:creationId xmlns:a16="http://schemas.microsoft.com/office/drawing/2014/main" id="{8B3578EB-20C1-5D48-C53C-7A2A1AF9CB6D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198CBBF4-74C3-E0C7-C12C-350C0DE598A7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35" name="Groep 34">
                    <a:extLst>
                      <a:ext uri="{FF2B5EF4-FFF2-40B4-BE49-F238E27FC236}">
                        <a16:creationId xmlns:a16="http://schemas.microsoft.com/office/drawing/2014/main" id="{75786429-9716-A02C-092E-4EB37BF1414B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DC35D875-B8DE-3E38-3CDA-D81D4DE86A1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38" name="Groep 37">
                      <a:extLst>
                        <a:ext uri="{FF2B5EF4-FFF2-40B4-BE49-F238E27FC236}">
                          <a16:creationId xmlns:a16="http://schemas.microsoft.com/office/drawing/2014/main" id="{78DE21A0-79C8-0795-8E27-C8EF36DE7C96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FEB7EE60-D964-277C-954C-AFF9FD816D7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987360EB-143D-1877-A3F1-C3150F6C5BE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3221FD42-EBC7-677E-9DF0-1B3D7E2586F6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Rechte verbindingslijn 42">
                        <a:extLst>
                          <a:ext uri="{FF2B5EF4-FFF2-40B4-BE49-F238E27FC236}">
                            <a16:creationId xmlns:a16="http://schemas.microsoft.com/office/drawing/2014/main" id="{ECC29FDF-4918-557B-AE7E-8CC1C355AAF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4" name="Rechthoek 43">
                        <a:extLst>
                          <a:ext uri="{FF2B5EF4-FFF2-40B4-BE49-F238E27FC236}">
                            <a16:creationId xmlns:a16="http://schemas.microsoft.com/office/drawing/2014/main" id="{63BD9B3D-5671-DC3C-51B3-83A1F17951D4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9" name="Pijl: rechts 38">
                      <a:extLst>
                        <a:ext uri="{FF2B5EF4-FFF2-40B4-BE49-F238E27FC236}">
                          <a16:creationId xmlns:a16="http://schemas.microsoft.com/office/drawing/2014/main" id="{68B78420-2D82-4125-282E-73A8EF3C6F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6" name="Tekstvak 35">
                    <a:extLst>
                      <a:ext uri="{FF2B5EF4-FFF2-40B4-BE49-F238E27FC236}">
                        <a16:creationId xmlns:a16="http://schemas.microsoft.com/office/drawing/2014/main" id="{2EA808CE-8C8F-CC62-7D55-19019EE28610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  <p:grpSp>
        <p:nvGrpSpPr>
          <p:cNvPr id="115" name="INSTRUCTION">
            <a:extLst>
              <a:ext uri="{FF2B5EF4-FFF2-40B4-BE49-F238E27FC236}">
                <a16:creationId xmlns:a16="http://schemas.microsoft.com/office/drawing/2014/main" id="{8075D8AE-E1CE-0EA8-EC10-399B95925FCE}"/>
              </a:ext>
            </a:extLst>
          </p:cNvPr>
          <p:cNvGrpSpPr/>
          <p:nvPr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DE5E32A1-9F55-81D2-15D2-ECE03905467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07CE2493-BA90-690A-8D03-CFFD483B490A}"/>
                </a:ext>
              </a:extLst>
            </p:cNvPr>
            <p:cNvSpPr/>
            <p:nvPr userDrawn="1"/>
          </p:nvSpPr>
          <p:spPr>
            <a:xfrm>
              <a:off x="-3786165" y="1707400"/>
              <a:ext cx="3593091" cy="283601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FD441370-8CCE-F58A-4377-58B4D10B4E0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BE2BFC48-A7B5-A204-4BE1-DADBC86D6F8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51959FC-AC4F-35DE-8D42-AC6557DCAF7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253EF31-0C16-15D4-BB3C-FBE11BB76DF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7CA47634-8CE5-F1AF-5BC6-9F8A534FC48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5963" marR="0" lvl="0" indent="-358775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EF29037-2406-3929-4CC4-6F45186685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20998DBF-A697-6815-50DA-A4B12A06A6BA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7DAD990B-2AC3-CEA5-18A2-44F57A05CF1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C167BC10-CE51-0E88-3316-0BF1216840F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27" name="Ovaal 126">
              <a:extLst>
                <a:ext uri="{FF2B5EF4-FFF2-40B4-BE49-F238E27FC236}">
                  <a16:creationId xmlns:a16="http://schemas.microsoft.com/office/drawing/2014/main" id="{6969D551-22F6-9F4B-1065-A21C0619D07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64BEF27B-E999-4DD8-C34B-68556EDBA13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C358C836-7DCD-6DF1-D02E-71774C34206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45DA4A6A-F4B5-130F-5749-CAAE8014D54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57188" marR="0" lvl="0" indent="-357188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6D34AA5D-02FD-C534-7FF6-8A98FECBC29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D441B5F1-5047-BA44-57A5-0D410184806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bg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B02595CB-9EA4-563B-91E1-E8E1A6B675A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D84EB465-A78A-5AD1-8106-948DC361993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BE5DB2BC-A372-D902-E9D7-BAEED390858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CEABF029-4214-781D-46B0-400F7F4A41D6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E4D50E83-7F5E-FCFE-F303-36655B3F23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A451B32E-5BEF-E9B5-2835-9415D11D981A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86" name="Ovaal 185">
                <a:extLst>
                  <a:ext uri="{FF2B5EF4-FFF2-40B4-BE49-F238E27FC236}">
                    <a16:creationId xmlns:a16="http://schemas.microsoft.com/office/drawing/2014/main" id="{85768918-D586-2958-FBFD-2E9CDDB7320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Graphic 163" descr="Informatie">
                <a:extLst>
                  <a:ext uri="{FF2B5EF4-FFF2-40B4-BE49-F238E27FC236}">
                    <a16:creationId xmlns:a16="http://schemas.microsoft.com/office/drawing/2014/main" id="{25F4B202-A167-CCF5-600C-8C6341B8EC1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9" name="VOORBEELD">
              <a:extLst>
                <a:ext uri="{FF2B5EF4-FFF2-40B4-BE49-F238E27FC236}">
                  <a16:creationId xmlns:a16="http://schemas.microsoft.com/office/drawing/2014/main" id="{361AA494-B8F0-FBF2-0992-933005D2E68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9A0AE75B-761C-70DD-7C9F-9F2F6A0D198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74F8B55-CB99-8D97-5727-7F1B98AC740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92EFA40C-86EB-A27F-63C7-E4C498760E1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9" name="Groep 178">
                  <a:extLst>
                    <a:ext uri="{FF2B5EF4-FFF2-40B4-BE49-F238E27FC236}">
                      <a16:creationId xmlns:a16="http://schemas.microsoft.com/office/drawing/2014/main" id="{DF8C096C-B5E4-FAEA-A366-84BBD25D7C9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707ECCFC-B5B3-195E-5A9A-6A2CBB8B74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3138971-5F2F-FFFC-CE5A-A3C4B5BB86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C4707EF0-7F69-ED56-6ED6-10927F366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23CEF893-1062-886D-1969-1EFC3E6B25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84">
                    <a:extLst>
                      <a:ext uri="{FF2B5EF4-FFF2-40B4-BE49-F238E27FC236}">
                        <a16:creationId xmlns:a16="http://schemas.microsoft.com/office/drawing/2014/main" id="{F7872834-FE6E-F6B6-20C5-225CEBFB52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79">
                  <a:extLst>
                    <a:ext uri="{FF2B5EF4-FFF2-40B4-BE49-F238E27FC236}">
                      <a16:creationId xmlns:a16="http://schemas.microsoft.com/office/drawing/2014/main" id="{2D47A1A3-06AB-5C8D-E470-C4D3F2FA8E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E0DAECA5-C71B-ABF4-9DC0-9028C6AD6E2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965452BA-CB98-7881-337B-F2D976241E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CE15301-5208-751B-BCAD-B9318D370C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1947177B-DA6D-EBEA-9F74-4241C54D07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03517B11-774F-E2FD-4A88-4FAABA0B6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CA2C953D-4127-2E51-6576-3DFE47211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0EFEC21B-F2F7-81C7-994F-C0D02F4461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37831A9-FFE2-EB72-630B-E2EBACEC273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E8F54E9F-4F9B-1FF3-D6B4-ABD1C13EBD1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1" name="Rechte verbindingslijn 150">
                <a:extLst>
                  <a:ext uri="{FF2B5EF4-FFF2-40B4-BE49-F238E27FC236}">
                    <a16:creationId xmlns:a16="http://schemas.microsoft.com/office/drawing/2014/main" id="{A1BFAFBC-DD5F-04F8-8EDA-4EF8BC38007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50B1C2A5-A2EF-7477-BCE2-BCAC2E044A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1738D115-52F1-F307-BEAF-77C6A114A74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F2201E8B-59F1-51E8-D5B0-91E1B086356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64" name="Rechthoek 163">
                  <a:extLst>
                    <a:ext uri="{FF2B5EF4-FFF2-40B4-BE49-F238E27FC236}">
                      <a16:creationId xmlns:a16="http://schemas.microsoft.com/office/drawing/2014/main" id="{64377694-64F0-9136-1071-1A8A831421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268C5F6B-201B-C1B9-8931-8711BDE46A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23403F9E-829A-4FC6-577C-D8C2B0C336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93EF19B7-BD93-0D9E-BF94-FD08A7B2D0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DBF4E1AE-819A-E3DA-D0A4-55F35D9E16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33481E89-CDC9-D2B4-70CD-1DEC99C8A5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6945D74-835E-7E12-AAC6-5798B68452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C478D46A-5133-1FD1-BBD5-81E32A7AFC7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17BD9A0B-18C8-173C-24A1-7675104DC66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56" name="Rechthoek 155">
                  <a:extLst>
                    <a:ext uri="{FF2B5EF4-FFF2-40B4-BE49-F238E27FC236}">
                      <a16:creationId xmlns:a16="http://schemas.microsoft.com/office/drawing/2014/main" id="{F07C8147-C603-438A-D032-68C5469EA38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7" name="Groep 156">
                  <a:extLst>
                    <a:ext uri="{FF2B5EF4-FFF2-40B4-BE49-F238E27FC236}">
                      <a16:creationId xmlns:a16="http://schemas.microsoft.com/office/drawing/2014/main" id="{568D6B0C-F200-D011-E21B-FD981F5121C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9" name="Rechte verbindingslijn 158">
                    <a:extLst>
                      <a:ext uri="{FF2B5EF4-FFF2-40B4-BE49-F238E27FC236}">
                        <a16:creationId xmlns:a16="http://schemas.microsoft.com/office/drawing/2014/main" id="{3FBFE736-F1EE-57D9-E26E-9C2B37070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F0232287-13EB-4C65-6AB6-2A77465F8F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BB2C1709-3C6A-4A88-B7C3-3C671F0ECB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C6E429EF-6BD0-2BC1-C138-F1E5F1C592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8F5ABE5-1AD2-C3DC-45EA-BCB4BC13E2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8" name="Pijl: rechts 157">
                  <a:extLst>
                    <a:ext uri="{FF2B5EF4-FFF2-40B4-BE49-F238E27FC236}">
                      <a16:creationId xmlns:a16="http://schemas.microsoft.com/office/drawing/2014/main" id="{6BE4381B-361D-84EE-6F40-DEBAC43F96A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0" name="Groep 139">
              <a:extLst>
                <a:ext uri="{FF2B5EF4-FFF2-40B4-BE49-F238E27FC236}">
                  <a16:creationId xmlns:a16="http://schemas.microsoft.com/office/drawing/2014/main" id="{6D821942-D9D2-37CC-B2C4-1641D37AD792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1" name="Inspireren">
                <a:extLst>
                  <a:ext uri="{FF2B5EF4-FFF2-40B4-BE49-F238E27FC236}">
                    <a16:creationId xmlns:a16="http://schemas.microsoft.com/office/drawing/2014/main" id="{5EAF2DEF-445A-66B3-9B29-531C1430809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3" name="Freeform 12">
                  <a:extLst>
                    <a:ext uri="{FF2B5EF4-FFF2-40B4-BE49-F238E27FC236}">
                      <a16:creationId xmlns:a16="http://schemas.microsoft.com/office/drawing/2014/main" id="{065B69A0-5F61-891D-D35C-833B4A11C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4" name="Freeform 13">
                  <a:extLst>
                    <a:ext uri="{FF2B5EF4-FFF2-40B4-BE49-F238E27FC236}">
                      <a16:creationId xmlns:a16="http://schemas.microsoft.com/office/drawing/2014/main" id="{9A0D9823-A76C-D654-F4EB-C1C769F46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9A163A19-49E2-D201-A9E5-704E578353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142" name="Tekstvak 141">
                <a:extLst>
                  <a:ext uri="{FF2B5EF4-FFF2-40B4-BE49-F238E27FC236}">
                    <a16:creationId xmlns:a16="http://schemas.microsoft.com/office/drawing/2014/main" id="{5B71E043-96A4-1713-1B53-2C7DDEDD779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39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23000" y="1565275"/>
            <a:ext cx="10746000" cy="4435475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table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FC7157-BDBD-4338-9C83-079E45D53067}"/>
              </a:ext>
            </a:extLst>
          </p:cNvPr>
          <p:cNvSpPr/>
          <p:nvPr/>
        </p:nvSpPr>
        <p:spPr>
          <a:xfrm>
            <a:off x="0" y="-441330"/>
            <a:ext cx="5856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Table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39B92A0-6A1A-48FD-9DE6-B4526A0F68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9C9CDC-BA47-4EE3-AB72-1B052FAD6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EC699F33-2E3A-FFCF-4DD5-9921CA75F019}"/>
              </a:ext>
            </a:extLst>
          </p:cNvPr>
          <p:cNvGrpSpPr/>
          <p:nvPr/>
        </p:nvGrpSpPr>
        <p:grpSpPr>
          <a:xfrm>
            <a:off x="-3786437" y="-12068"/>
            <a:ext cx="3693386" cy="6705423"/>
            <a:chOff x="-3786437" y="-12068"/>
            <a:chExt cx="3693386" cy="6705423"/>
          </a:xfrm>
        </p:grpSpPr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0FBDA47F-B83A-18DA-F700-13A5BBB09046}"/>
                </a:ext>
              </a:extLst>
            </p:cNvPr>
            <p:cNvGrpSpPr/>
            <p:nvPr userDrawn="1"/>
          </p:nvGrpSpPr>
          <p:grpSpPr>
            <a:xfrm>
              <a:off x="-3784148" y="-12068"/>
              <a:ext cx="3592800" cy="3238700"/>
              <a:chOff x="-3784148" y="-12068"/>
              <a:chExt cx="3592800" cy="3238700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7A52D25F-2C5A-7F04-0A84-DBDCC730D2EB}"/>
                  </a:ext>
                </a:extLst>
              </p:cNvPr>
              <p:cNvSpPr/>
              <p:nvPr userDrawn="1"/>
            </p:nvSpPr>
            <p:spPr>
              <a:xfrm>
                <a:off x="-3784148" y="-12068"/>
                <a:ext cx="3592800" cy="32387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Format Table</a:t>
                </a:r>
              </a:p>
            </p:txBody>
          </p:sp>
          <p:sp>
            <p:nvSpPr>
              <p:cNvPr id="81" name="Ovaal 80">
                <a:extLst>
                  <a:ext uri="{FF2B5EF4-FFF2-40B4-BE49-F238E27FC236}">
                    <a16:creationId xmlns:a16="http://schemas.microsoft.com/office/drawing/2014/main" id="{4C0D95F2-46B5-9570-352D-D03EE13FDFFA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2" name="Rechthoek 81">
                <a:extLst>
                  <a:ext uri="{FF2B5EF4-FFF2-40B4-BE49-F238E27FC236}">
                    <a16:creationId xmlns:a16="http://schemas.microsoft.com/office/drawing/2014/main" id="{123771F7-65DB-21C8-F669-CBDD2137E36B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49950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2BE55E1A-DA73-1985-BD57-EBE0EC8A75A9}"/>
                  </a:ext>
                </a:extLst>
              </p:cNvPr>
              <p:cNvGrpSpPr/>
              <p:nvPr userDrawn="1"/>
            </p:nvGrpSpPr>
            <p:grpSpPr>
              <a:xfrm>
                <a:off x="-3312582" y="1060763"/>
                <a:ext cx="576000" cy="246597"/>
                <a:chOff x="-3312582" y="1060763"/>
                <a:chExt cx="576000" cy="246597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B9303409-EC86-717A-50C3-F0F44EB3C73A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1050" b="1" noProof="0" dirty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AFB386F7-6D8D-79A9-FDA5-E654612A4BE6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ABC12566-DBD7-E2E4-8110-1FAF3D4C52DB}"/>
                  </a:ext>
                </a:extLst>
              </p:cNvPr>
              <p:cNvSpPr/>
              <p:nvPr userDrawn="1"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A9BFA1F6-BF79-1F6C-2BE8-34A9A62DBB1F}"/>
                  </a:ext>
                </a:extLst>
              </p:cNvPr>
              <p:cNvSpPr/>
              <p:nvPr userDrawn="1"/>
            </p:nvSpPr>
            <p:spPr>
              <a:xfrm>
                <a:off x="-3319415" y="1493636"/>
                <a:ext cx="2944682" cy="81348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235303F0-D3C3-0E56-B360-73BF7C473E44}"/>
                  </a:ext>
                </a:extLst>
              </p:cNvPr>
              <p:cNvGrpSpPr/>
              <p:nvPr userDrawn="1"/>
            </p:nvGrpSpPr>
            <p:grpSpPr>
              <a:xfrm>
                <a:off x="-3314820" y="2412753"/>
                <a:ext cx="1026864" cy="628849"/>
                <a:chOff x="-3314820" y="2412753"/>
                <a:chExt cx="1026864" cy="628849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DAB1E85E-33EE-8C13-C933-D01196320F6D}"/>
                    </a:ext>
                  </a:extLst>
                </p:cNvPr>
                <p:cNvSpPr/>
                <p:nvPr userDrawn="1"/>
              </p:nvSpPr>
              <p:spPr>
                <a:xfrm>
                  <a:off x="-3314820" y="2412753"/>
                  <a:ext cx="998435" cy="531042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4424B1E-2793-90F3-FFFC-76EA5A962249}"/>
                    </a:ext>
                  </a:extLst>
                </p:cNvPr>
                <p:cNvSpPr/>
                <p:nvPr userDrawn="1"/>
              </p:nvSpPr>
              <p:spPr>
                <a:xfrm>
                  <a:off x="-3304719" y="2684815"/>
                  <a:ext cx="982999" cy="254009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Tekstvak 88">
                  <a:extLst>
                    <a:ext uri="{FF2B5EF4-FFF2-40B4-BE49-F238E27FC236}">
                      <a16:creationId xmlns:a16="http://schemas.microsoft.com/office/drawing/2014/main" id="{4D27574E-93DE-9D80-645A-D097A590FBDF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494002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90" name="Vrije vorm: vorm 89">
                  <a:extLst>
                    <a:ext uri="{FF2B5EF4-FFF2-40B4-BE49-F238E27FC236}">
                      <a16:creationId xmlns:a16="http://schemas.microsoft.com/office/drawing/2014/main" id="{3411EA96-9F30-9F76-527A-AC9D44291E21}"/>
                    </a:ext>
                  </a:extLst>
                </p:cNvPr>
                <p:cNvSpPr/>
                <p:nvPr userDrawn="1"/>
              </p:nvSpPr>
              <p:spPr>
                <a:xfrm>
                  <a:off x="-2385518" y="2861602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1" name="Groep 90">
                  <a:extLst>
                    <a:ext uri="{FF2B5EF4-FFF2-40B4-BE49-F238E27FC236}">
                      <a16:creationId xmlns:a16="http://schemas.microsoft.com/office/drawing/2014/main" id="{3265334F-A093-5DED-14A6-4AC6BB6ED3B4}"/>
                    </a:ext>
                  </a:extLst>
                </p:cNvPr>
                <p:cNvGrpSpPr/>
                <p:nvPr userDrawn="1"/>
              </p:nvGrpSpPr>
              <p:grpSpPr>
                <a:xfrm>
                  <a:off x="-3243855" y="2463212"/>
                  <a:ext cx="157453" cy="147831"/>
                  <a:chOff x="-899320" y="3037554"/>
                  <a:chExt cx="175977" cy="165227"/>
                </a:xfrm>
              </p:grpSpPr>
              <p:sp>
                <p:nvSpPr>
                  <p:cNvPr id="99" name="Vrije vorm: vorm 98">
                    <a:extLst>
                      <a:ext uri="{FF2B5EF4-FFF2-40B4-BE49-F238E27FC236}">
                        <a16:creationId xmlns:a16="http://schemas.microsoft.com/office/drawing/2014/main" id="{303FD4ED-7AB7-31D1-F0BC-4C82865493A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54768"/>
                      <a:gd name="connsiteY0" fmla="*/ 0 h 71437"/>
                      <a:gd name="connsiteX1" fmla="*/ 4762 w 54768"/>
                      <a:gd name="connsiteY1" fmla="*/ 71437 h 71437"/>
                      <a:gd name="connsiteX2" fmla="*/ 54768 w 54768"/>
                      <a:gd name="connsiteY2" fmla="*/ 4762 h 71437"/>
                      <a:gd name="connsiteX3" fmla="*/ 0 w 54768"/>
                      <a:gd name="connsiteY3" fmla="*/ 0 h 71437"/>
                      <a:gd name="connsiteX0" fmla="*/ 0 w 61912"/>
                      <a:gd name="connsiteY0" fmla="*/ 4763 h 76200"/>
                      <a:gd name="connsiteX1" fmla="*/ 4762 w 61912"/>
                      <a:gd name="connsiteY1" fmla="*/ 76200 h 76200"/>
                      <a:gd name="connsiteX2" fmla="*/ 61912 w 61912"/>
                      <a:gd name="connsiteY2" fmla="*/ 0 h 76200"/>
                      <a:gd name="connsiteX3" fmla="*/ 0 w 61912"/>
                      <a:gd name="connsiteY3" fmla="*/ 4763 h 76200"/>
                      <a:gd name="connsiteX0" fmla="*/ 0 w 61912"/>
                      <a:gd name="connsiteY0" fmla="*/ 50015 h 121452"/>
                      <a:gd name="connsiteX1" fmla="*/ 4762 w 61912"/>
                      <a:gd name="connsiteY1" fmla="*/ 121452 h 121452"/>
                      <a:gd name="connsiteX2" fmla="*/ 61912 w 61912"/>
                      <a:gd name="connsiteY2" fmla="*/ 45252 h 121452"/>
                      <a:gd name="connsiteX3" fmla="*/ 7143 w 61912"/>
                      <a:gd name="connsiteY3" fmla="*/ 9 h 121452"/>
                      <a:gd name="connsiteX4" fmla="*/ 0 w 61912"/>
                      <a:gd name="connsiteY4" fmla="*/ 50015 h 121452"/>
                      <a:gd name="connsiteX0" fmla="*/ 30217 w 92129"/>
                      <a:gd name="connsiteY0" fmla="*/ 50015 h 121452"/>
                      <a:gd name="connsiteX1" fmla="*/ 34979 w 92129"/>
                      <a:gd name="connsiteY1" fmla="*/ 121452 h 121452"/>
                      <a:gd name="connsiteX2" fmla="*/ 92129 w 92129"/>
                      <a:gd name="connsiteY2" fmla="*/ 45252 h 121452"/>
                      <a:gd name="connsiteX3" fmla="*/ 37360 w 92129"/>
                      <a:gd name="connsiteY3" fmla="*/ 9 h 121452"/>
                      <a:gd name="connsiteX4" fmla="*/ 30217 w 92129"/>
                      <a:gd name="connsiteY4" fmla="*/ 50015 h 121452"/>
                      <a:gd name="connsiteX0" fmla="*/ 30217 w 92129"/>
                      <a:gd name="connsiteY0" fmla="*/ 50006 h 121443"/>
                      <a:gd name="connsiteX1" fmla="*/ 34979 w 92129"/>
                      <a:gd name="connsiteY1" fmla="*/ 121443 h 121443"/>
                      <a:gd name="connsiteX2" fmla="*/ 92129 w 92129"/>
                      <a:gd name="connsiteY2" fmla="*/ 45243 h 121443"/>
                      <a:gd name="connsiteX3" fmla="*/ 37360 w 92129"/>
                      <a:gd name="connsiteY3" fmla="*/ 0 h 121443"/>
                      <a:gd name="connsiteX4" fmla="*/ 30217 w 92129"/>
                      <a:gd name="connsiteY4" fmla="*/ 50006 h 121443"/>
                      <a:gd name="connsiteX0" fmla="*/ 30217 w 92490"/>
                      <a:gd name="connsiteY0" fmla="*/ 50006 h 121443"/>
                      <a:gd name="connsiteX1" fmla="*/ 34979 w 92490"/>
                      <a:gd name="connsiteY1" fmla="*/ 121443 h 121443"/>
                      <a:gd name="connsiteX2" fmla="*/ 92129 w 92490"/>
                      <a:gd name="connsiteY2" fmla="*/ 45243 h 121443"/>
                      <a:gd name="connsiteX3" fmla="*/ 37360 w 92490"/>
                      <a:gd name="connsiteY3" fmla="*/ 0 h 121443"/>
                      <a:gd name="connsiteX4" fmla="*/ 30217 w 92490"/>
                      <a:gd name="connsiteY4" fmla="*/ 50006 h 121443"/>
                      <a:gd name="connsiteX0" fmla="*/ 30217 w 80781"/>
                      <a:gd name="connsiteY0" fmla="*/ 50006 h 121443"/>
                      <a:gd name="connsiteX1" fmla="*/ 34979 w 80781"/>
                      <a:gd name="connsiteY1" fmla="*/ 121443 h 121443"/>
                      <a:gd name="connsiteX2" fmla="*/ 80222 w 80781"/>
                      <a:gd name="connsiteY2" fmla="*/ 52387 h 121443"/>
                      <a:gd name="connsiteX3" fmla="*/ 37360 w 80781"/>
                      <a:gd name="connsiteY3" fmla="*/ 0 h 121443"/>
                      <a:gd name="connsiteX4" fmla="*/ 30217 w 80781"/>
                      <a:gd name="connsiteY4" fmla="*/ 50006 h 121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hthoek: afgeronde hoeken 99">
                    <a:extLst>
                      <a:ext uri="{FF2B5EF4-FFF2-40B4-BE49-F238E27FC236}">
                        <a16:creationId xmlns:a16="http://schemas.microsoft.com/office/drawing/2014/main" id="{106238B4-B8E2-D4DB-423F-1E960FA5DC38}"/>
                      </a:ext>
                    </a:extLst>
                  </p:cNvPr>
                  <p:cNvSpPr/>
                  <p:nvPr userDrawn="1"/>
                </p:nvSpPr>
                <p:spPr>
                  <a:xfrm rot="2903873">
                    <a:off x="-887744" y="3085651"/>
                    <a:ext cx="99751" cy="12290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Vrije vorm: vorm 100">
                    <a:extLst>
                      <a:ext uri="{FF2B5EF4-FFF2-40B4-BE49-F238E27FC236}">
                        <a16:creationId xmlns:a16="http://schemas.microsoft.com/office/drawing/2014/main" id="{70FEE9CE-221F-A1A8-9CAC-3EC7A67B3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894646" y="3037554"/>
                    <a:ext cx="64753" cy="85767"/>
                  </a:xfrm>
                  <a:custGeom>
                    <a:avLst/>
                    <a:gdLst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52388"/>
                      <a:gd name="connsiteY0" fmla="*/ 76203 h 76203"/>
                      <a:gd name="connsiteX1" fmla="*/ 26194 w 52388"/>
                      <a:gd name="connsiteY1" fmla="*/ 3 h 76203"/>
                      <a:gd name="connsiteX2" fmla="*/ 52388 w 52388"/>
                      <a:gd name="connsiteY2" fmla="*/ 73822 h 76203"/>
                      <a:gd name="connsiteX0" fmla="*/ 0 w 46443"/>
                      <a:gd name="connsiteY0" fmla="*/ 78387 h 78387"/>
                      <a:gd name="connsiteX1" fmla="*/ 20249 w 46443"/>
                      <a:gd name="connsiteY1" fmla="*/ 11 h 78387"/>
                      <a:gd name="connsiteX2" fmla="*/ 46443 w 46443"/>
                      <a:gd name="connsiteY2" fmla="*/ 73830 h 78387"/>
                      <a:gd name="connsiteX0" fmla="*/ 135 w 46578"/>
                      <a:gd name="connsiteY0" fmla="*/ 78387 h 78387"/>
                      <a:gd name="connsiteX1" fmla="*/ 20384 w 46578"/>
                      <a:gd name="connsiteY1" fmla="*/ 11 h 78387"/>
                      <a:gd name="connsiteX2" fmla="*/ 46578 w 46578"/>
                      <a:gd name="connsiteY2" fmla="*/ 73830 h 78387"/>
                      <a:gd name="connsiteX0" fmla="*/ 295 w 46738"/>
                      <a:gd name="connsiteY0" fmla="*/ 78387 h 78387"/>
                      <a:gd name="connsiteX1" fmla="*/ 20544 w 46738"/>
                      <a:gd name="connsiteY1" fmla="*/ 11 h 78387"/>
                      <a:gd name="connsiteX2" fmla="*/ 46738 w 46738"/>
                      <a:gd name="connsiteY2" fmla="*/ 73830 h 78387"/>
                      <a:gd name="connsiteX0" fmla="*/ 127 w 39137"/>
                      <a:gd name="connsiteY0" fmla="*/ 78452 h 78452"/>
                      <a:gd name="connsiteX1" fmla="*/ 20376 w 39137"/>
                      <a:gd name="connsiteY1" fmla="*/ 76 h 78452"/>
                      <a:gd name="connsiteX2" fmla="*/ 39137 w 39137"/>
                      <a:gd name="connsiteY2" fmla="*/ 67366 h 78452"/>
                      <a:gd name="connsiteX0" fmla="*/ 127 w 39933"/>
                      <a:gd name="connsiteY0" fmla="*/ 78470 h 78470"/>
                      <a:gd name="connsiteX1" fmla="*/ 20376 w 39933"/>
                      <a:gd name="connsiteY1" fmla="*/ 94 h 78470"/>
                      <a:gd name="connsiteX2" fmla="*/ 39137 w 39933"/>
                      <a:gd name="connsiteY2" fmla="*/ 67384 h 78470"/>
                      <a:gd name="connsiteX0" fmla="*/ 219 w 40422"/>
                      <a:gd name="connsiteY0" fmla="*/ 78381 h 78381"/>
                      <a:gd name="connsiteX1" fmla="*/ 20468 w 40422"/>
                      <a:gd name="connsiteY1" fmla="*/ 5 h 78381"/>
                      <a:gd name="connsiteX2" fmla="*/ 39229 w 40422"/>
                      <a:gd name="connsiteY2" fmla="*/ 67295 h 78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2" name="Gelijkbenige driehoek 91">
                  <a:extLst>
                    <a:ext uri="{FF2B5EF4-FFF2-40B4-BE49-F238E27FC236}">
                      <a16:creationId xmlns:a16="http://schemas.microsoft.com/office/drawing/2014/main" id="{647C3715-7D45-8EBB-3F18-F39FF96AEEA9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540201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F8EB8F22-7AC3-22A0-41C7-813E65B9F412}"/>
                    </a:ext>
                  </a:extLst>
                </p:cNvPr>
                <p:cNvSpPr txBox="1"/>
                <p:nvPr userDrawn="1"/>
              </p:nvSpPr>
              <p:spPr>
                <a:xfrm>
                  <a:off x="-3083201" y="2750275"/>
                  <a:ext cx="635803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900" b="0" kern="12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94" name="Gelijkbenige driehoek 93">
                  <a:extLst>
                    <a:ext uri="{FF2B5EF4-FFF2-40B4-BE49-F238E27FC236}">
                      <a16:creationId xmlns:a16="http://schemas.microsoft.com/office/drawing/2014/main" id="{E4A208CD-C946-2DF8-AE36-A81861AC6A28}"/>
                    </a:ext>
                  </a:extLst>
                </p:cNvPr>
                <p:cNvSpPr/>
                <p:nvPr userDrawn="1"/>
              </p:nvSpPr>
              <p:spPr>
                <a:xfrm rot="10800000">
                  <a:off x="-2528907" y="2796474"/>
                  <a:ext cx="94890" cy="50291"/>
                </a:xfrm>
                <a:prstGeom prst="triangl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CEE09383-9C21-133D-EAF4-77A58861CF93}"/>
                    </a:ext>
                  </a:extLst>
                </p:cNvPr>
                <p:cNvGrpSpPr/>
                <p:nvPr userDrawn="1"/>
              </p:nvGrpSpPr>
              <p:grpSpPr>
                <a:xfrm>
                  <a:off x="-3250409" y="2732592"/>
                  <a:ext cx="164055" cy="164055"/>
                  <a:chOff x="-3258612" y="2724389"/>
                  <a:chExt cx="180460" cy="180460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B95C9AD0-68AD-FAC9-84AF-C8BC6323D3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58612" y="2724389"/>
                    <a:ext cx="180460" cy="180460"/>
                  </a:xfrm>
                  <a:prstGeom prst="rect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1600" cap="all" baseline="0" dirty="0" err="1">
                      <a:latin typeface="+mj-lt"/>
                    </a:endParaRPr>
                  </a:p>
                </p:txBody>
              </p: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6B53352D-B283-C332-F775-78D3F2E41D9E}"/>
                      </a:ext>
                    </a:extLst>
                  </p:cNvPr>
                  <p:cNvCxnSpPr>
                    <a:stCxn id="96" idx="0"/>
                    <a:endCxn id="96" idx="2"/>
                  </p:cNvCxnSpPr>
                  <p:nvPr userDrawn="1"/>
                </p:nvCxnSpPr>
                <p:spPr>
                  <a:xfrm>
                    <a:off x="-3168382" y="2724389"/>
                    <a:ext cx="0" cy="18046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32ECE30D-E5A4-290B-1607-8DDC89EEABC7}"/>
                      </a:ext>
                    </a:extLst>
                  </p:cNvPr>
                  <p:cNvCxnSpPr>
                    <a:stCxn id="96" idx="1"/>
                    <a:endCxn id="96" idx="3"/>
                  </p:cNvCxnSpPr>
                  <p:nvPr userDrawn="1"/>
                </p:nvCxnSpPr>
                <p:spPr>
                  <a:xfrm>
                    <a:off x="-3258612" y="2814619"/>
                    <a:ext cx="180460" cy="0"/>
                  </a:xfrm>
                  <a:prstGeom prst="line">
                    <a:avLst/>
                  </a:prstGeom>
                  <a:noFill/>
                  <a:ln>
                    <a:solidFill>
                      <a:srgbClr val="81818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9E89C9A6-4102-35B0-5A4B-C106C3055D6E}"/>
                </a:ext>
              </a:extLst>
            </p:cNvPr>
            <p:cNvGrpSpPr/>
            <p:nvPr userDrawn="1"/>
          </p:nvGrpSpPr>
          <p:grpSpPr>
            <a:xfrm>
              <a:off x="-3786437" y="3410167"/>
              <a:ext cx="3693386" cy="3283188"/>
              <a:chOff x="-3786437" y="3410167"/>
              <a:chExt cx="3693386" cy="3283188"/>
            </a:xfrm>
          </p:grpSpPr>
          <p:sp>
            <p:nvSpPr>
              <p:cNvPr id="9" name="Rechthoek 8">
                <a:extLst>
                  <a:ext uri="{FF2B5EF4-FFF2-40B4-BE49-F238E27FC236}">
                    <a16:creationId xmlns:a16="http://schemas.microsoft.com/office/drawing/2014/main" id="{F8DB8531-6397-1B5E-96D4-EB6EF02D0288}"/>
                  </a:ext>
                </a:extLst>
              </p:cNvPr>
              <p:cNvSpPr/>
              <p:nvPr userDrawn="1"/>
            </p:nvSpPr>
            <p:spPr>
              <a:xfrm>
                <a:off x="-3786165" y="3410167"/>
                <a:ext cx="3593091" cy="264138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Edit table</a:t>
                </a:r>
              </a:p>
            </p:txBody>
          </p:sp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D1A27543-FC65-5389-0F97-D4B9FE87578C}"/>
                  </a:ext>
                </a:extLst>
              </p:cNvPr>
              <p:cNvSpPr/>
              <p:nvPr userDrawn="1"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1" name="Rechthoek 10">
                <a:extLst>
                  <a:ext uri="{FF2B5EF4-FFF2-40B4-BE49-F238E27FC236}">
                    <a16:creationId xmlns:a16="http://schemas.microsoft.com/office/drawing/2014/main" id="{91C538C4-7BF9-F13A-B9EF-99AE351A5D22}"/>
                  </a:ext>
                </a:extLst>
              </p:cNvPr>
              <p:cNvSpPr/>
              <p:nvPr userDrawn="1"/>
            </p:nvSpPr>
            <p:spPr>
              <a:xfrm>
                <a:off x="-3319416" y="3874767"/>
                <a:ext cx="3008779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12" name="Rechthoek 11">
                <a:extLst>
                  <a:ext uri="{FF2B5EF4-FFF2-40B4-BE49-F238E27FC236}">
                    <a16:creationId xmlns:a16="http://schemas.microsoft.com/office/drawing/2014/main" id="{5C1BD243-C532-E839-367F-07BF2F4C9DA4}"/>
                  </a:ext>
                </a:extLst>
              </p:cNvPr>
              <p:cNvSpPr/>
              <p:nvPr userDrawn="1"/>
            </p:nvSpPr>
            <p:spPr>
              <a:xfrm>
                <a:off x="-3786437" y="5865355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13" name="ICOON_info">
                <a:extLst>
                  <a:ext uri="{FF2B5EF4-FFF2-40B4-BE49-F238E27FC236}">
                    <a16:creationId xmlns:a16="http://schemas.microsoft.com/office/drawing/2014/main" id="{1621E2C3-9457-A456-DFF8-D011DE0D0E82}"/>
                  </a:ext>
                </a:extLst>
              </p:cNvPr>
              <p:cNvGrpSpPr/>
              <p:nvPr userDrawn="1"/>
            </p:nvGrpSpPr>
            <p:grpSpPr>
              <a:xfrm>
                <a:off x="-376736" y="5729337"/>
                <a:ext cx="283685" cy="283685"/>
                <a:chOff x="-510741" y="5913713"/>
                <a:chExt cx="267555" cy="267555"/>
              </a:xfrm>
            </p:grpSpPr>
            <p:sp>
              <p:nvSpPr>
                <p:cNvPr id="78" name="Ovaal 77">
                  <a:extLst>
                    <a:ext uri="{FF2B5EF4-FFF2-40B4-BE49-F238E27FC236}">
                      <a16:creationId xmlns:a16="http://schemas.microsoft.com/office/drawing/2014/main" id="{15959421-9C7B-EA94-F251-1497C820E6D8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Graphic 163" descr="Informatie">
                  <a:extLst>
                    <a:ext uri="{FF2B5EF4-FFF2-40B4-BE49-F238E27FC236}">
                      <a16:creationId xmlns:a16="http://schemas.microsoft.com/office/drawing/2014/main" id="{FE4C9F22-3361-FD54-C28F-8BAA14DDF2B5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" name="Groep 13">
                <a:extLst>
                  <a:ext uri="{FF2B5EF4-FFF2-40B4-BE49-F238E27FC236}">
                    <a16:creationId xmlns:a16="http://schemas.microsoft.com/office/drawing/2014/main" id="{19B710EB-DF0E-64BA-982C-487ADE5EF11A}"/>
                  </a:ext>
                </a:extLst>
              </p:cNvPr>
              <p:cNvGrpSpPr/>
              <p:nvPr userDrawn="1"/>
            </p:nvGrpSpPr>
            <p:grpSpPr>
              <a:xfrm>
                <a:off x="-938434" y="6002732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73" name="Inspireren">
                  <a:extLst>
                    <a:ext uri="{FF2B5EF4-FFF2-40B4-BE49-F238E27FC236}">
                      <a16:creationId xmlns:a16="http://schemas.microsoft.com/office/drawing/2014/main" id="{18419FD9-A2CE-36F3-1022-A1F896A9AC35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75" name="Freeform 12">
                    <a:extLst>
                      <a:ext uri="{FF2B5EF4-FFF2-40B4-BE49-F238E27FC236}">
                        <a16:creationId xmlns:a16="http://schemas.microsoft.com/office/drawing/2014/main" id="{907346AB-ED60-F287-7763-A41D524A2D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6" name="Freeform 13">
                    <a:extLst>
                      <a:ext uri="{FF2B5EF4-FFF2-40B4-BE49-F238E27FC236}">
                        <a16:creationId xmlns:a16="http://schemas.microsoft.com/office/drawing/2014/main" id="{4BD1026C-0074-FEEA-8A80-EBB6D3AD2B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77" name="Freeform 14">
                    <a:extLst>
                      <a:ext uri="{FF2B5EF4-FFF2-40B4-BE49-F238E27FC236}">
                        <a16:creationId xmlns:a16="http://schemas.microsoft.com/office/drawing/2014/main" id="{7439C099-7204-283A-7293-0FA2986AAD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74" name="Tekstvak 73">
                  <a:extLst>
                    <a:ext uri="{FF2B5EF4-FFF2-40B4-BE49-F238E27FC236}">
                      <a16:creationId xmlns:a16="http://schemas.microsoft.com/office/drawing/2014/main" id="{0E99271A-436A-94E3-4B72-491429563F74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15" name="Ovaal 14">
                <a:extLst>
                  <a:ext uri="{FF2B5EF4-FFF2-40B4-BE49-F238E27FC236}">
                    <a16:creationId xmlns:a16="http://schemas.microsoft.com/office/drawing/2014/main" id="{8B62C13F-F03C-4CC2-171E-F271A906D013}"/>
                  </a:ext>
                </a:extLst>
              </p:cNvPr>
              <p:cNvSpPr/>
              <p:nvPr userDrawn="1"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6" name="Rechthoek 15">
                <a:extLst>
                  <a:ext uri="{FF2B5EF4-FFF2-40B4-BE49-F238E27FC236}">
                    <a16:creationId xmlns:a16="http://schemas.microsoft.com/office/drawing/2014/main" id="{48598422-7B01-30EE-BFC3-D8C732F745A3}"/>
                  </a:ext>
                </a:extLst>
              </p:cNvPr>
              <p:cNvSpPr/>
              <p:nvPr userDrawn="1"/>
            </p:nvSpPr>
            <p:spPr>
              <a:xfrm>
                <a:off x="-3319415" y="4396123"/>
                <a:ext cx="2944682" cy="49591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18" name="Groep 17">
                <a:extLst>
                  <a:ext uri="{FF2B5EF4-FFF2-40B4-BE49-F238E27FC236}">
                    <a16:creationId xmlns:a16="http://schemas.microsoft.com/office/drawing/2014/main" id="{FB80292E-F5FE-5D06-2789-0A69DF85EC49}"/>
                  </a:ext>
                </a:extLst>
              </p:cNvPr>
              <p:cNvGrpSpPr/>
              <p:nvPr userDrawn="1"/>
            </p:nvGrpSpPr>
            <p:grpSpPr>
              <a:xfrm>
                <a:off x="-3415313" y="4996916"/>
                <a:ext cx="3013682" cy="673634"/>
                <a:chOff x="-3415313" y="4996916"/>
                <a:chExt cx="3013682" cy="673634"/>
              </a:xfrm>
            </p:grpSpPr>
            <p:grpSp>
              <p:nvGrpSpPr>
                <p:cNvPr id="19" name="Groep 18">
                  <a:extLst>
                    <a:ext uri="{FF2B5EF4-FFF2-40B4-BE49-F238E27FC236}">
                      <a16:creationId xmlns:a16="http://schemas.microsoft.com/office/drawing/2014/main" id="{F2F956B0-82A4-872F-30FA-CB3D17F60646}"/>
                    </a:ext>
                  </a:extLst>
                </p:cNvPr>
                <p:cNvGrpSpPr/>
                <p:nvPr userDrawn="1"/>
              </p:nvGrpSpPr>
              <p:grpSpPr>
                <a:xfrm>
                  <a:off x="-3415313" y="5041534"/>
                  <a:ext cx="761481" cy="529523"/>
                  <a:chOff x="-3492543" y="5041534"/>
                  <a:chExt cx="761481" cy="529523"/>
                </a:xfrm>
              </p:grpSpPr>
              <p:grpSp>
                <p:nvGrpSpPr>
                  <p:cNvPr id="64" name="Groep 63">
                    <a:extLst>
                      <a:ext uri="{FF2B5EF4-FFF2-40B4-BE49-F238E27FC236}">
                        <a16:creationId xmlns:a16="http://schemas.microsoft.com/office/drawing/2014/main" id="{59CAB723-C27B-C6BA-C4CA-5EB100BECCB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307743" y="5041534"/>
                    <a:ext cx="485596" cy="437045"/>
                    <a:chOff x="-3307743" y="4999319"/>
                    <a:chExt cx="644991" cy="580504"/>
                  </a:xfrm>
                </p:grpSpPr>
                <p:grpSp>
                  <p:nvGrpSpPr>
                    <p:cNvPr id="66" name="Groep 65">
                      <a:extLst>
                        <a:ext uri="{FF2B5EF4-FFF2-40B4-BE49-F238E27FC236}">
                          <a16:creationId xmlns:a16="http://schemas.microsoft.com/office/drawing/2014/main" id="{38316A15-2FFD-C58D-303D-6BA966ED40D3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3307743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68" name="Rechte verbindingslijn 67">
                        <a:extLst>
                          <a:ext uri="{FF2B5EF4-FFF2-40B4-BE49-F238E27FC236}">
                            <a16:creationId xmlns:a16="http://schemas.microsoft.com/office/drawing/2014/main" id="{C681DFCB-EB34-9D6B-F92B-2C6C17A85D37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Rechte verbindingslijn 68">
                        <a:extLst>
                          <a:ext uri="{FF2B5EF4-FFF2-40B4-BE49-F238E27FC236}">
                            <a16:creationId xmlns:a16="http://schemas.microsoft.com/office/drawing/2014/main" id="{3E59BB29-57A7-3661-C9C3-01C021453F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Rechte verbindingslijn 69">
                        <a:extLst>
                          <a:ext uri="{FF2B5EF4-FFF2-40B4-BE49-F238E27FC236}">
                            <a16:creationId xmlns:a16="http://schemas.microsoft.com/office/drawing/2014/main" id="{7D58EBCC-EDBF-3EB6-D5A1-BDE0A7E46BB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2969743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Rechte verbindingslijn 70">
                        <a:extLst>
                          <a:ext uri="{FF2B5EF4-FFF2-40B4-BE49-F238E27FC236}">
                            <a16:creationId xmlns:a16="http://schemas.microsoft.com/office/drawing/2014/main" id="{2F2F9795-F5A1-ED56-8C45-5769D255C4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-3142021" y="4999319"/>
                        <a:ext cx="1394" cy="43937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Rechthoek 71">
                        <a:extLst>
                          <a:ext uri="{FF2B5EF4-FFF2-40B4-BE49-F238E27FC236}">
                            <a16:creationId xmlns:a16="http://schemas.microsoft.com/office/drawing/2014/main" id="{C849D03C-6BB4-2584-226D-215A47F989C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7" name="Vrije vorm: vorm 66">
                      <a:extLst>
                        <a:ext uri="{FF2B5EF4-FFF2-40B4-BE49-F238E27FC236}">
                          <a16:creationId xmlns:a16="http://schemas.microsoft.com/office/drawing/2014/main" id="{815CC136-4C16-C028-80CE-D040A91B36AF}"/>
                        </a:ext>
                      </a:extLst>
                    </p:cNvPr>
                    <p:cNvSpPr/>
                    <p:nvPr userDrawn="1"/>
                  </p:nvSpPr>
                  <p:spPr>
                    <a:xfrm rot="2700000">
                      <a:off x="-3022752" y="5219823"/>
                      <a:ext cx="360000" cy="360000"/>
                    </a:xfrm>
                    <a:custGeom>
                      <a:avLst/>
                      <a:gdLst>
                        <a:gd name="connsiteX0" fmla="*/ 7908 w 360000"/>
                        <a:gd name="connsiteY0" fmla="*/ 160908 h 360000"/>
                        <a:gd name="connsiteX1" fmla="*/ 27000 w 360000"/>
                        <a:gd name="connsiteY1" fmla="*/ 153000 h 360000"/>
                        <a:gd name="connsiteX2" fmla="*/ 153000 w 360000"/>
                        <a:gd name="connsiteY2" fmla="*/ 153000 h 360000"/>
                        <a:gd name="connsiteX3" fmla="*/ 153000 w 360000"/>
                        <a:gd name="connsiteY3" fmla="*/ 27000 h 360000"/>
                        <a:gd name="connsiteX4" fmla="*/ 180000 w 360000"/>
                        <a:gd name="connsiteY4" fmla="*/ 0 h 360000"/>
                        <a:gd name="connsiteX5" fmla="*/ 207000 w 360000"/>
                        <a:gd name="connsiteY5" fmla="*/ 27000 h 360000"/>
                        <a:gd name="connsiteX6" fmla="*/ 207000 w 360000"/>
                        <a:gd name="connsiteY6" fmla="*/ 153000 h 360000"/>
                        <a:gd name="connsiteX7" fmla="*/ 333000 w 360000"/>
                        <a:gd name="connsiteY7" fmla="*/ 153000 h 360000"/>
                        <a:gd name="connsiteX8" fmla="*/ 360000 w 360000"/>
                        <a:gd name="connsiteY8" fmla="*/ 180000 h 360000"/>
                        <a:gd name="connsiteX9" fmla="*/ 333000 w 360000"/>
                        <a:gd name="connsiteY9" fmla="*/ 207000 h 360000"/>
                        <a:gd name="connsiteX10" fmla="*/ 207000 w 360000"/>
                        <a:gd name="connsiteY10" fmla="*/ 207000 h 360000"/>
                        <a:gd name="connsiteX11" fmla="*/ 207000 w 360000"/>
                        <a:gd name="connsiteY11" fmla="*/ 333000 h 360000"/>
                        <a:gd name="connsiteX12" fmla="*/ 180000 w 360000"/>
                        <a:gd name="connsiteY12" fmla="*/ 360000 h 360000"/>
                        <a:gd name="connsiteX13" fmla="*/ 153000 w 360000"/>
                        <a:gd name="connsiteY13" fmla="*/ 333000 h 360000"/>
                        <a:gd name="connsiteX14" fmla="*/ 153000 w 360000"/>
                        <a:gd name="connsiteY14" fmla="*/ 207000 h 360000"/>
                        <a:gd name="connsiteX15" fmla="*/ 27000 w 360000"/>
                        <a:gd name="connsiteY15" fmla="*/ 207000 h 360000"/>
                        <a:gd name="connsiteX16" fmla="*/ 0 w 360000"/>
                        <a:gd name="connsiteY16" fmla="*/ 180000 h 360000"/>
                        <a:gd name="connsiteX17" fmla="*/ 7908 w 360000"/>
                        <a:gd name="connsiteY17" fmla="*/ 160908 h 3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dirty="0" err="1"/>
                    </a:p>
                  </p:txBody>
                </p:sp>
              </p:grpSp>
              <p:sp>
                <p:nvSpPr>
                  <p:cNvPr id="65" name="Tekstvak 64">
                    <a:extLst>
                      <a:ext uri="{FF2B5EF4-FFF2-40B4-BE49-F238E27FC236}">
                        <a16:creationId xmlns:a16="http://schemas.microsoft.com/office/drawing/2014/main" id="{AA4F318A-97CE-4893-DEBF-B20709137A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3492543" y="5440654"/>
                    <a:ext cx="761481" cy="130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20" name="Groep 19">
                  <a:extLst>
                    <a:ext uri="{FF2B5EF4-FFF2-40B4-BE49-F238E27FC236}">
                      <a16:creationId xmlns:a16="http://schemas.microsoft.com/office/drawing/2014/main" id="{0C2CB508-25DD-B5E3-FB22-9E01B882D1BC}"/>
                    </a:ext>
                  </a:extLst>
                </p:cNvPr>
                <p:cNvGrpSpPr/>
                <p:nvPr userDrawn="1"/>
              </p:nvGrpSpPr>
              <p:grpSpPr>
                <a:xfrm>
                  <a:off x="-2582156" y="4996916"/>
                  <a:ext cx="572112" cy="673634"/>
                  <a:chOff x="-2709168" y="4996916"/>
                  <a:chExt cx="572112" cy="673634"/>
                </a:xfrm>
              </p:grpSpPr>
              <p:grpSp>
                <p:nvGrpSpPr>
                  <p:cNvPr id="54" name="Groep 53">
                    <a:extLst>
                      <a:ext uri="{FF2B5EF4-FFF2-40B4-BE49-F238E27FC236}">
                        <a16:creationId xmlns:a16="http://schemas.microsoft.com/office/drawing/2014/main" id="{19B3CE5D-669F-B92E-9FB4-979F235BE6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609993" y="4996916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56" name="Rechthoek 55">
                      <a:extLst>
                        <a:ext uri="{FF2B5EF4-FFF2-40B4-BE49-F238E27FC236}">
                          <a16:creationId xmlns:a16="http://schemas.microsoft.com/office/drawing/2014/main" id="{8BBD94EC-6AF4-BDC9-932D-0BCF02FAE1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5038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57" name="Groep 56">
                      <a:extLst>
                        <a:ext uri="{FF2B5EF4-FFF2-40B4-BE49-F238E27FC236}">
                          <a16:creationId xmlns:a16="http://schemas.microsoft.com/office/drawing/2014/main" id="{6A6F4D01-8948-136B-0188-AAAB3577ED7E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59" name="Rechte verbindingslijn 58">
                        <a:extLst>
                          <a:ext uri="{FF2B5EF4-FFF2-40B4-BE49-F238E27FC236}">
                            <a16:creationId xmlns:a16="http://schemas.microsoft.com/office/drawing/2014/main" id="{37975A34-8BB1-E35A-4B44-2FB0E21D3A3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Rechte verbindingslijn 59">
                        <a:extLst>
                          <a:ext uri="{FF2B5EF4-FFF2-40B4-BE49-F238E27FC236}">
                            <a16:creationId xmlns:a16="http://schemas.microsoft.com/office/drawing/2014/main" id="{99D2D8DC-7D37-D9DA-4A23-627A41EC3C1B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Rechte verbindingslijn 60">
                        <a:extLst>
                          <a:ext uri="{FF2B5EF4-FFF2-40B4-BE49-F238E27FC236}">
                            <a16:creationId xmlns:a16="http://schemas.microsoft.com/office/drawing/2014/main" id="{F811E4E0-B0C2-FE86-2200-DECE46113B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Rechte verbindingslijn 61">
                        <a:extLst>
                          <a:ext uri="{FF2B5EF4-FFF2-40B4-BE49-F238E27FC236}">
                            <a16:creationId xmlns:a16="http://schemas.microsoft.com/office/drawing/2014/main" id="{962B11D4-07BD-FAEB-46C5-83AA9E56C89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Rechthoek 62">
                        <a:extLst>
                          <a:ext uri="{FF2B5EF4-FFF2-40B4-BE49-F238E27FC236}">
                            <a16:creationId xmlns:a16="http://schemas.microsoft.com/office/drawing/2014/main" id="{2F82EF93-60C8-AAA4-F8BB-433F139FEF1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8" name="Pijl: rechts 57">
                      <a:extLst>
                        <a:ext uri="{FF2B5EF4-FFF2-40B4-BE49-F238E27FC236}">
                          <a16:creationId xmlns:a16="http://schemas.microsoft.com/office/drawing/2014/main" id="{7A32FC36-4C74-758F-A26F-DC5DED1219C5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kstvak 54">
                    <a:extLst>
                      <a:ext uri="{FF2B5EF4-FFF2-40B4-BE49-F238E27FC236}">
                        <a16:creationId xmlns:a16="http://schemas.microsoft.com/office/drawing/2014/main" id="{09B0DE43-000E-0931-DFD5-B792A80C1237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7091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21" name="Groep 20">
                  <a:extLst>
                    <a:ext uri="{FF2B5EF4-FFF2-40B4-BE49-F238E27FC236}">
                      <a16:creationId xmlns:a16="http://schemas.microsoft.com/office/drawing/2014/main" id="{DC929CD9-FE2B-244A-748A-9FF9127289AA}"/>
                    </a:ext>
                  </a:extLst>
                </p:cNvPr>
                <p:cNvGrpSpPr/>
                <p:nvPr userDrawn="1"/>
              </p:nvGrpSpPr>
              <p:grpSpPr>
                <a:xfrm>
                  <a:off x="-2036147" y="5039725"/>
                  <a:ext cx="572112" cy="630825"/>
                  <a:chOff x="-2099568" y="5039725"/>
                  <a:chExt cx="572112" cy="630825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54A35BCE-FDB7-0DE8-C1A8-836133FDAA75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2004261" y="5039725"/>
                    <a:ext cx="389111" cy="375410"/>
                    <a:chOff x="-2542178" y="4940055"/>
                    <a:chExt cx="516835" cy="498637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22941AE2-EBAD-D87C-DE43-5575DD0362C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538526" y="5145278"/>
                      <a:ext cx="510738" cy="135578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47" name="Groep 46">
                      <a:extLst>
                        <a:ext uri="{FF2B5EF4-FFF2-40B4-BE49-F238E27FC236}">
                          <a16:creationId xmlns:a16="http://schemas.microsoft.com/office/drawing/2014/main" id="{23CAA626-9552-39B0-AEFD-9827C2DB1D6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8" y="4999319"/>
                      <a:ext cx="516835" cy="439373"/>
                      <a:chOff x="-3307743" y="4999319"/>
                      <a:chExt cx="516835" cy="439373"/>
                    </a:xfrm>
                  </p:grpSpPr>
                  <p:cxnSp>
                    <p:nvCxnSpPr>
                      <p:cNvPr id="49" name="Rechte verbindingslijn 48">
                        <a:extLst>
                          <a:ext uri="{FF2B5EF4-FFF2-40B4-BE49-F238E27FC236}">
                            <a16:creationId xmlns:a16="http://schemas.microsoft.com/office/drawing/2014/main" id="{DB9CACB3-2088-7641-A314-C3E59B57A11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141843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Rechte verbindingslijn 49">
                        <a:extLst>
                          <a:ext uri="{FF2B5EF4-FFF2-40B4-BE49-F238E27FC236}">
                            <a16:creationId xmlns:a16="http://schemas.microsoft.com/office/drawing/2014/main" id="{9E5BEF79-9340-B9EB-E934-F5DC048690AE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307743" y="5290267"/>
                        <a:ext cx="51683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Rechte verbindingslijn 50">
                        <a:extLst>
                          <a:ext uri="{FF2B5EF4-FFF2-40B4-BE49-F238E27FC236}">
                            <a16:creationId xmlns:a16="http://schemas.microsoft.com/office/drawing/2014/main" id="{C783E361-60A6-4036-D76A-DB38EF315D0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2969743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Rechte verbindingslijn 51">
                        <a:extLst>
                          <a:ext uri="{FF2B5EF4-FFF2-40B4-BE49-F238E27FC236}">
                            <a16:creationId xmlns:a16="http://schemas.microsoft.com/office/drawing/2014/main" id="{AEF6577B-F91F-3742-BCB4-8F668A75EA0A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-3142021" y="5295569"/>
                        <a:ext cx="0" cy="143123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3" name="Rechthoek 52">
                        <a:extLst>
                          <a:ext uri="{FF2B5EF4-FFF2-40B4-BE49-F238E27FC236}">
                            <a16:creationId xmlns:a16="http://schemas.microsoft.com/office/drawing/2014/main" id="{2D1C11F5-2510-AAD9-DF56-995356860E7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8" name="Pijl: rechts 47">
                      <a:extLst>
                        <a:ext uri="{FF2B5EF4-FFF2-40B4-BE49-F238E27FC236}">
                          <a16:creationId xmlns:a16="http://schemas.microsoft.com/office/drawing/2014/main" id="{DD286531-C5E6-F941-0735-DF1828D38F78}"/>
                        </a:ext>
                      </a:extLst>
                    </p:cNvPr>
                    <p:cNvSpPr/>
                    <p:nvPr userDrawn="1"/>
                  </p:nvSpPr>
                  <p:spPr>
                    <a:xfrm rot="16200000">
                      <a:off x="-2415001" y="4945522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5" name="Tekstvak 44">
                    <a:extLst>
                      <a:ext uri="{FF2B5EF4-FFF2-40B4-BE49-F238E27FC236}">
                        <a16:creationId xmlns:a16="http://schemas.microsoft.com/office/drawing/2014/main" id="{C0C23E79-F0F4-A0ED-183B-81AAC3AEFF1C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2099568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22" name="Groep 21">
                  <a:extLst>
                    <a:ext uri="{FF2B5EF4-FFF2-40B4-BE49-F238E27FC236}">
                      <a16:creationId xmlns:a16="http://schemas.microsoft.com/office/drawing/2014/main" id="{8EB40964-2FDB-A0DE-87F5-C60DF94ACB8B}"/>
                    </a:ext>
                  </a:extLst>
                </p:cNvPr>
                <p:cNvGrpSpPr/>
                <p:nvPr userDrawn="1"/>
              </p:nvGrpSpPr>
              <p:grpSpPr>
                <a:xfrm>
                  <a:off x="-1497156" y="5039725"/>
                  <a:ext cx="572112" cy="630825"/>
                  <a:chOff x="-1501387" y="5039725"/>
                  <a:chExt cx="572112" cy="630825"/>
                </a:xfrm>
              </p:grpSpPr>
              <p:grpSp>
                <p:nvGrpSpPr>
                  <p:cNvPr id="34" name="Groep 33">
                    <a:extLst>
                      <a:ext uri="{FF2B5EF4-FFF2-40B4-BE49-F238E27FC236}">
                        <a16:creationId xmlns:a16="http://schemas.microsoft.com/office/drawing/2014/main" id="{52971A07-83F1-9463-EB0B-4DF8641018F0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-1453772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C67CCEDC-FBEA-EA4E-2F36-8DF375E9A3E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37" name="Groep 36">
                      <a:extLst>
                        <a:ext uri="{FF2B5EF4-FFF2-40B4-BE49-F238E27FC236}">
                          <a16:creationId xmlns:a16="http://schemas.microsoft.com/office/drawing/2014/main" id="{F26260B8-0D67-E75B-175F-D801BAF4970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39" name="Rechte verbindingslijn 38">
                        <a:extLst>
                          <a:ext uri="{FF2B5EF4-FFF2-40B4-BE49-F238E27FC236}">
                            <a16:creationId xmlns:a16="http://schemas.microsoft.com/office/drawing/2014/main" id="{A91973A4-648E-A6CE-A3F4-4381BA802ED0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Rechte verbindingslijn 39">
                        <a:extLst>
                          <a:ext uri="{FF2B5EF4-FFF2-40B4-BE49-F238E27FC236}">
                            <a16:creationId xmlns:a16="http://schemas.microsoft.com/office/drawing/2014/main" id="{A5000602-B04A-A374-3ED4-EA3B5CF1F1C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Rechte verbindingslijn 40">
                        <a:extLst>
                          <a:ext uri="{FF2B5EF4-FFF2-40B4-BE49-F238E27FC236}">
                            <a16:creationId xmlns:a16="http://schemas.microsoft.com/office/drawing/2014/main" id="{FE2016B5-E007-79E5-C0A1-D7892EDE854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Rechte verbindingslijn 41">
                        <a:extLst>
                          <a:ext uri="{FF2B5EF4-FFF2-40B4-BE49-F238E27FC236}">
                            <a16:creationId xmlns:a16="http://schemas.microsoft.com/office/drawing/2014/main" id="{10CC25C4-5F20-8BFA-9D39-289DA05F6F6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3" name="Rechthoek 42">
                        <a:extLst>
                          <a:ext uri="{FF2B5EF4-FFF2-40B4-BE49-F238E27FC236}">
                            <a16:creationId xmlns:a16="http://schemas.microsoft.com/office/drawing/2014/main" id="{AD21D286-0DE9-53BD-8624-2A52D6A8E72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8" name="Pijl: rechts 37">
                      <a:extLst>
                        <a:ext uri="{FF2B5EF4-FFF2-40B4-BE49-F238E27FC236}">
                          <a16:creationId xmlns:a16="http://schemas.microsoft.com/office/drawing/2014/main" id="{120E6B45-4D07-0824-F7B5-786F9AABE14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5" name="Tekstvak 34">
                    <a:extLst>
                      <a:ext uri="{FF2B5EF4-FFF2-40B4-BE49-F238E27FC236}">
                        <a16:creationId xmlns:a16="http://schemas.microsoft.com/office/drawing/2014/main" id="{76C0F46E-3870-7377-A6FF-44B2225F86EE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1501387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949E29E9-FC16-EABF-33DD-9AA6D42D6BD4}"/>
                    </a:ext>
                  </a:extLst>
                </p:cNvPr>
                <p:cNvGrpSpPr/>
                <p:nvPr userDrawn="1"/>
              </p:nvGrpSpPr>
              <p:grpSpPr>
                <a:xfrm>
                  <a:off x="-973743" y="5039725"/>
                  <a:ext cx="572112" cy="630825"/>
                  <a:chOff x="-961551" y="5039725"/>
                  <a:chExt cx="572112" cy="630825"/>
                </a:xfrm>
              </p:grpSpPr>
              <p:grpSp>
                <p:nvGrpSpPr>
                  <p:cNvPr id="24" name="Groep 23">
                    <a:extLst>
                      <a:ext uri="{FF2B5EF4-FFF2-40B4-BE49-F238E27FC236}">
                        <a16:creationId xmlns:a16="http://schemas.microsoft.com/office/drawing/2014/main" id="{67312B13-315A-E22D-BFA9-A019E1034644}"/>
                      </a:ext>
                    </a:extLst>
                  </p:cNvPr>
                  <p:cNvGrpSpPr/>
                  <p:nvPr userDrawn="1"/>
                </p:nvGrpSpPr>
                <p:grpSpPr>
                  <a:xfrm rot="10800000" flipH="1">
                    <a:off x="-868825" y="5039725"/>
                    <a:ext cx="426738" cy="332849"/>
                    <a:chOff x="-2542179" y="4996586"/>
                    <a:chExt cx="566814" cy="442106"/>
                  </a:xfrm>
                </p:grpSpPr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8A2BCBF7-55CC-1EDF-7457-0B97870283F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375154" y="4996588"/>
                      <a:ext cx="165824" cy="435881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600" cap="all" baseline="0" dirty="0" err="1">
                        <a:latin typeface="+mj-lt"/>
                      </a:endParaRPr>
                    </a:p>
                  </p:txBody>
                </p:sp>
                <p:grpSp>
                  <p:nvGrpSpPr>
                    <p:cNvPr id="27" name="Groep 26">
                      <a:extLst>
                        <a:ext uri="{FF2B5EF4-FFF2-40B4-BE49-F238E27FC236}">
                          <a16:creationId xmlns:a16="http://schemas.microsoft.com/office/drawing/2014/main" id="{E795F7E0-AAFE-D756-8AD2-E2100AC2C3A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-2542179" y="4996586"/>
                      <a:ext cx="516836" cy="442106"/>
                      <a:chOff x="-3307744" y="4996586"/>
                      <a:chExt cx="516836" cy="442106"/>
                    </a:xfrm>
                  </p:grpSpPr>
                  <p:cxnSp>
                    <p:nvCxnSpPr>
                      <p:cNvPr id="29" name="Rechte verbindingslijn 28">
                        <a:extLst>
                          <a:ext uri="{FF2B5EF4-FFF2-40B4-BE49-F238E27FC236}">
                            <a16:creationId xmlns:a16="http://schemas.microsoft.com/office/drawing/2014/main" id="{A6796DAD-5849-354E-F4C3-099030E52844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141843"/>
                        <a:ext cx="162288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Rechte verbindingslijn 29">
                        <a:extLst>
                          <a:ext uri="{FF2B5EF4-FFF2-40B4-BE49-F238E27FC236}">
                            <a16:creationId xmlns:a16="http://schemas.microsoft.com/office/drawing/2014/main" id="{6548CAAB-DDA5-95F1-9223-2C49D531DD8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H="1">
                        <a:off x="-3307744" y="5290267"/>
                        <a:ext cx="167025" cy="0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Rechte verbindingslijn 30">
                        <a:extLst>
                          <a:ext uri="{FF2B5EF4-FFF2-40B4-BE49-F238E27FC236}">
                            <a16:creationId xmlns:a16="http://schemas.microsoft.com/office/drawing/2014/main" id="{D928BCC7-6DF9-646A-2577-AF945D9020D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2969743" y="5001324"/>
                        <a:ext cx="0" cy="437367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Rechte verbindingslijn 31">
                        <a:extLst>
                          <a:ext uri="{FF2B5EF4-FFF2-40B4-BE49-F238E27FC236}">
                            <a16:creationId xmlns:a16="http://schemas.microsoft.com/office/drawing/2014/main" id="{2030004F-EBA0-CA76-1B8D-DE75D94ACCE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rot="10800000" flipV="1">
                        <a:off x="-3142021" y="4996586"/>
                        <a:ext cx="0" cy="442105"/>
                      </a:xfrm>
                      <a:prstGeom prst="line">
                        <a:avLst/>
                      </a:prstGeom>
                      <a:ln>
                        <a:solidFill>
                          <a:srgbClr val="817F7C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3" name="Rechthoek 32">
                        <a:extLst>
                          <a:ext uri="{FF2B5EF4-FFF2-40B4-BE49-F238E27FC236}">
                            <a16:creationId xmlns:a16="http://schemas.microsoft.com/office/drawing/2014/main" id="{A9575FE8-F72B-FD01-6B84-73F5F79CDCB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-3304719" y="4999319"/>
                        <a:ext cx="513811" cy="43937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6C6C6C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lvl="0" algn="ctr"/>
                        <a:endParaRPr lang="en-GB" sz="2400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28" name="Pijl: rechts 27">
                      <a:extLst>
                        <a:ext uri="{FF2B5EF4-FFF2-40B4-BE49-F238E27FC236}">
                          <a16:creationId xmlns:a16="http://schemas.microsoft.com/office/drawing/2014/main" id="{DF63E224-EF2C-F334-940E-12685CCC0A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-2253916" y="5077408"/>
                      <a:ext cx="278551" cy="267618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25" name="Tekstvak 24">
                    <a:extLst>
                      <a:ext uri="{FF2B5EF4-FFF2-40B4-BE49-F238E27FC236}">
                        <a16:creationId xmlns:a16="http://schemas.microsoft.com/office/drawing/2014/main" id="{DD2C580B-6CDF-8D18-E391-8009F121C8B5}"/>
                      </a:ext>
                    </a:extLst>
                  </p:cNvPr>
                  <p:cNvSpPr txBox="1"/>
                  <p:nvPr userDrawn="1"/>
                </p:nvSpPr>
                <p:spPr>
                  <a:xfrm>
                    <a:off x="-961551" y="5460793"/>
                    <a:ext cx="572112" cy="2097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marL="0" algn="ctr" defTabSz="1217512" rtl="0" eaLnBrk="1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</a:br>
                    <a:r>
                      <a:rPr lang="en-GB" sz="900" b="0" kern="120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8662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624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Video</a:t>
            </a:r>
          </a:p>
        </p:txBody>
      </p:sp>
      <p:sp>
        <p:nvSpPr>
          <p:cNvPr id="7" name="Tijdelijke aanduiding voor media 10">
            <a:extLst>
              <a:ext uri="{FF2B5EF4-FFF2-40B4-BE49-F238E27FC236}">
                <a16:creationId xmlns:a16="http://schemas.microsoft.com/office/drawing/2014/main" id="{7DDD4864-CB90-764A-4B2C-3E1728B3D53D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on the icon below</a:t>
            </a:r>
            <a:br>
              <a:rPr lang="en-GB" dirty="0"/>
            </a:br>
            <a:r>
              <a:rPr lang="en-GB" dirty="0"/>
              <a:t>to insert a video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DCC41C52-09AD-8C37-7129-E1F74D2838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4094329"/>
            <a:ext cx="12192000" cy="2763672"/>
          </a:xfrm>
          <a:gradFill flip="none" rotWithShape="1">
            <a:gsLst>
              <a:gs pos="0">
                <a:schemeClr val="tx1">
                  <a:alpha val="29000"/>
                </a:schemeClr>
              </a:gs>
              <a:gs pos="48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FD7D2F15-FE5B-8E70-BB4B-E8B2F7A92D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3DBC758A-2322-69E4-8E00-381E08D7D2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941E3A5-6098-FB47-9413-E53D5676195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FA0555D-1DF1-0D94-8903-4ED365A3C892}"/>
              </a:ext>
            </a:extLst>
          </p:cNvPr>
          <p:cNvGrpSpPr/>
          <p:nvPr/>
        </p:nvGrpSpPr>
        <p:grpSpPr>
          <a:xfrm>
            <a:off x="-3786165" y="0"/>
            <a:ext cx="3693114" cy="6680351"/>
            <a:chOff x="-3786165" y="0"/>
            <a:chExt cx="3693114" cy="668035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DD6C12B-1E85-81FA-FCC4-7DE548216BD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9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video</a:t>
              </a:r>
            </a:p>
          </p:txBody>
        </p:sp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99ECF4FE-EEF4-710B-BE1A-975B1D2D1D6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58431D0A-AC60-A283-D27A-87B6B89D28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video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video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C5C27640-79A1-7F9F-37AC-92BE6E0D9323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A022DED-BE6D-B4A1-9981-7C85386AA5C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video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DDFE004D-F43C-DF79-2531-07F8DEE8DEC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9F4EDB36-A197-4D27-01C1-46E96929032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74" name="Rechte verbindingslijn 73">
                <a:extLst>
                  <a:ext uri="{FF2B5EF4-FFF2-40B4-BE49-F238E27FC236}">
                    <a16:creationId xmlns:a16="http://schemas.microsoft.com/office/drawing/2014/main" id="{09C80B13-7CCC-C2A5-974E-0D58591F4C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75" name="Gelijkbenige driehoek 74">
                <a:extLst>
                  <a:ext uri="{FF2B5EF4-FFF2-40B4-BE49-F238E27FC236}">
                    <a16:creationId xmlns:a16="http://schemas.microsoft.com/office/drawing/2014/main" id="{2990336B-BE75-A2FD-52B2-4C24C640C67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2757AEC1-CC52-4432-FA27-AB281573523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BAF4BB6-C097-96FB-3F4C-CC975616AA41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8443AD7-A793-102A-A2C5-199951C61DE3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0DDA0AE-3CD5-7B99-87D7-98BEFCA12903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7947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video, go to the tab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‘Video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video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video frame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brackets.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D27F78C-0D8F-4833-C1D5-53AFE77078C3}"/>
                </a:ext>
              </a:extLst>
            </p:cNvPr>
            <p:cNvGrpSpPr/>
            <p:nvPr userDrawn="1"/>
          </p:nvGrpSpPr>
          <p:grpSpPr>
            <a:xfrm>
              <a:off x="-3449237" y="5047414"/>
              <a:ext cx="622283" cy="612919"/>
              <a:chOff x="12617641" y="3403239"/>
              <a:chExt cx="752963" cy="741634"/>
            </a:xfrm>
          </p:grpSpPr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E0DFB08A-58E0-2CF9-3789-4CCB64D810A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155D73A4-4786-D2D2-CF14-9B951794464E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67" name="Groep 66">
                    <a:extLst>
                      <a:ext uri="{FF2B5EF4-FFF2-40B4-BE49-F238E27FC236}">
                        <a16:creationId xmlns:a16="http://schemas.microsoft.com/office/drawing/2014/main" id="{0E2C3846-1CB2-19DC-18BC-D9200466163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70" name="Rechthoek 69">
                      <a:extLst>
                        <a:ext uri="{FF2B5EF4-FFF2-40B4-BE49-F238E27FC236}">
                          <a16:creationId xmlns:a16="http://schemas.microsoft.com/office/drawing/2014/main" id="{E2BBA122-C3CA-8ECB-79F7-BBE3035835A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1" name="Rechthoek 70">
                      <a:extLst>
                        <a:ext uri="{FF2B5EF4-FFF2-40B4-BE49-F238E27FC236}">
                          <a16:creationId xmlns:a16="http://schemas.microsoft.com/office/drawing/2014/main" id="{B1C55032-DF2A-1993-0E3A-67EC12039F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2" name="Ovaal 71">
                      <a:extLst>
                        <a:ext uri="{FF2B5EF4-FFF2-40B4-BE49-F238E27FC236}">
                          <a16:creationId xmlns:a16="http://schemas.microsoft.com/office/drawing/2014/main" id="{E690BF51-E406-84A0-DED1-5596CDC7B6D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8" name="Afbeelding 67">
                    <a:extLst>
                      <a:ext uri="{FF2B5EF4-FFF2-40B4-BE49-F238E27FC236}">
                        <a16:creationId xmlns:a16="http://schemas.microsoft.com/office/drawing/2014/main" id="{3DAC0F55-4EE5-FFEB-1A8F-C4C010DB09F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9" name="Afbeelding 68">
                    <a:extLst>
                      <a:ext uri="{FF2B5EF4-FFF2-40B4-BE49-F238E27FC236}">
                        <a16:creationId xmlns:a16="http://schemas.microsoft.com/office/drawing/2014/main" id="{7A6780BF-4891-7853-9658-2C55D99FF14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99B7F098-47AB-CC56-A732-2B2F7517F1F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A96781D6-E166-5261-0CC6-538F1BDC94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4AD204E0-A6D6-BBEB-4F9D-C9D510D839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B2BC088C-E097-08AE-1DBB-581E3A925FD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1A96A21A-96EC-07E6-3327-7C1A548BC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63">
                    <a:extLst>
                      <a:ext uri="{FF2B5EF4-FFF2-40B4-BE49-F238E27FC236}">
                        <a16:creationId xmlns:a16="http://schemas.microsoft.com/office/drawing/2014/main" id="{9611BE82-5FD0-6DD7-7562-DC90DAE5C2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A51FE880-D240-2834-2C08-93CC58B13AE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59" name="Gelijkbenige driehoek 58">
                <a:extLst>
                  <a:ext uri="{FF2B5EF4-FFF2-40B4-BE49-F238E27FC236}">
                    <a16:creationId xmlns:a16="http://schemas.microsoft.com/office/drawing/2014/main" id="{1CD639C0-3E4D-F65C-3DDE-289EA822864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B9F67C6-EC4F-AECC-89BD-A2A60995296A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8FC7F3F1-44ED-CD5E-5AF1-67D6F6C5F09B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439BC78-1145-BBF4-8D1B-6C22D7637760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CD8F4C5-45BC-515C-9CF8-69D95BEE3964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1301FD-3C0B-C371-B663-AFBAA1DA1759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51" name="Rechthoek: afgeronde hoeken 50">
                  <a:extLst>
                    <a:ext uri="{FF2B5EF4-FFF2-40B4-BE49-F238E27FC236}">
                      <a16:creationId xmlns:a16="http://schemas.microsoft.com/office/drawing/2014/main" id="{9E42938C-EC03-0033-A99C-6630D2E601A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Rechthoek 51">
                  <a:extLst>
                    <a:ext uri="{FF2B5EF4-FFF2-40B4-BE49-F238E27FC236}">
                      <a16:creationId xmlns:a16="http://schemas.microsoft.com/office/drawing/2014/main" id="{DD09F832-0E6E-6BFD-4337-7DC77D38EC28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Rechthoek 52">
                  <a:extLst>
                    <a:ext uri="{FF2B5EF4-FFF2-40B4-BE49-F238E27FC236}">
                      <a16:creationId xmlns:a16="http://schemas.microsoft.com/office/drawing/2014/main" id="{D0C5701E-0443-BAD6-7545-8065BDF4F0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ED33F021-3445-D50C-8356-CE7062AB795A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Rechthoek 54">
                  <a:extLst>
                    <a:ext uri="{FF2B5EF4-FFF2-40B4-BE49-F238E27FC236}">
                      <a16:creationId xmlns:a16="http://schemas.microsoft.com/office/drawing/2014/main" id="{79FE30E5-E93F-0409-F125-E5876222225E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3037BE2A-6CFF-38AC-60B1-5779D8F6AA2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EDAAE662-CE77-BD27-CC9C-CF22D29A034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692B851D-D0A3-E233-A2E7-CE33F3307E5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45" name="Rechthoek: afgeronde hoeken 44">
                    <a:extLst>
                      <a:ext uri="{FF2B5EF4-FFF2-40B4-BE49-F238E27FC236}">
                        <a16:creationId xmlns:a16="http://schemas.microsoft.com/office/drawing/2014/main" id="{B324F6EA-3C03-1D68-A163-5E2D06BF0D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8D6701B0-D374-F51B-289B-662AD9654A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46A19455-59AA-B6BF-514D-AA9D2FD148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07BE9A18-CBB6-554D-9B0A-320B820D6E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6DB53143-04CC-DE75-2FB4-AF40356165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A03A67F-4AE6-2C40-2294-27E2395046E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4" name="Boog 43">
                  <a:extLst>
                    <a:ext uri="{FF2B5EF4-FFF2-40B4-BE49-F238E27FC236}">
                      <a16:creationId xmlns:a16="http://schemas.microsoft.com/office/drawing/2014/main" id="{427801BC-D5FB-A8E8-E1EC-9D65F30BC977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66E4ADC1-E7DD-EF56-8AAC-8BFCC4AB1593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41" name="Tekstvak 40">
                <a:extLst>
                  <a:ext uri="{FF2B5EF4-FFF2-40B4-BE49-F238E27FC236}">
                    <a16:creationId xmlns:a16="http://schemas.microsoft.com/office/drawing/2014/main" id="{D61899B9-3ACA-FD06-B956-0332F3D67DE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DCE78B20-2935-63F6-6121-B69E32DDB7C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74B5915-AF4E-B81B-B223-97C993671F42}"/>
                </a:ext>
              </a:extLst>
            </p:cNvPr>
            <p:cNvGrpSpPr/>
            <p:nvPr userDrawn="1"/>
          </p:nvGrpSpPr>
          <p:grpSpPr>
            <a:xfrm>
              <a:off x="-3310781" y="1231352"/>
              <a:ext cx="311450" cy="313414"/>
              <a:chOff x="-3310781" y="1231352"/>
              <a:chExt cx="311450" cy="313414"/>
            </a:xfrm>
          </p:grpSpPr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7477AEFD-119B-7C23-6782-4CCA8CB51905}"/>
                  </a:ext>
                </a:extLst>
              </p:cNvPr>
              <p:cNvSpPr/>
              <p:nvPr userDrawn="1"/>
            </p:nvSpPr>
            <p:spPr>
              <a:xfrm>
                <a:off x="-3310781" y="1231352"/>
                <a:ext cx="308978" cy="308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Vrije vorm 112">
                <a:extLst>
                  <a:ext uri="{FF2B5EF4-FFF2-40B4-BE49-F238E27FC236}">
                    <a16:creationId xmlns:a16="http://schemas.microsoft.com/office/drawing/2014/main" id="{91DAF994-3527-44C3-FE91-C61AE5143631}"/>
                  </a:ext>
                </a:extLst>
              </p:cNvPr>
              <p:cNvSpPr/>
              <p:nvPr userDrawn="1"/>
            </p:nvSpPr>
            <p:spPr>
              <a:xfrm>
                <a:off x="-3308309" y="1231352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Vrije vorm 113">
                <a:extLst>
                  <a:ext uri="{FF2B5EF4-FFF2-40B4-BE49-F238E27FC236}">
                    <a16:creationId xmlns:a16="http://schemas.microsoft.com/office/drawing/2014/main" id="{05794D1D-D19D-F999-5DC5-770CE284CFB0}"/>
                  </a:ext>
                </a:extLst>
              </p:cNvPr>
              <p:cNvSpPr/>
              <p:nvPr userDrawn="1"/>
            </p:nvSpPr>
            <p:spPr>
              <a:xfrm>
                <a:off x="-3309640" y="1497801"/>
                <a:ext cx="308978" cy="46965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6AFDC8D8-BEB6-2372-283D-4A20BD7D4585}"/>
                </a:ext>
              </a:extLst>
            </p:cNvPr>
            <p:cNvSpPr/>
            <p:nvPr userDrawn="1"/>
          </p:nvSpPr>
          <p:spPr>
            <a:xfrm>
              <a:off x="-3786164" y="585235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24" name="ICOON_info">
              <a:extLst>
                <a:ext uri="{FF2B5EF4-FFF2-40B4-BE49-F238E27FC236}">
                  <a16:creationId xmlns:a16="http://schemas.microsoft.com/office/drawing/2014/main" id="{CF442570-6AC2-7A17-F027-9A27B64C715E}"/>
                </a:ext>
              </a:extLst>
            </p:cNvPr>
            <p:cNvGrpSpPr/>
            <p:nvPr userDrawn="1"/>
          </p:nvGrpSpPr>
          <p:grpSpPr>
            <a:xfrm>
              <a:off x="-376736" y="5681302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22579EC6-E185-CC07-6815-F5202153A0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818274B-A374-8838-E2D9-66556B4094F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B121E7C-2BD9-2F3E-9A2B-0E359C6A3A27}"/>
                </a:ext>
              </a:extLst>
            </p:cNvPr>
            <p:cNvGrpSpPr/>
            <p:nvPr userDrawn="1"/>
          </p:nvGrpSpPr>
          <p:grpSpPr>
            <a:xfrm>
              <a:off x="-938434" y="5989728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D67A2A51-F935-653F-6455-8EBFD899E4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55D08CE6-941B-D053-506F-CEF7AA2A6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83A7B54-AB9A-B102-2601-659463BD6C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41866F4C-91D1-E609-1214-9EE3C326C1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AF14C19D-DA27-7A84-2E20-22CA4FFDF2C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341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/>
        </p:nvSpPr>
        <p:spPr>
          <a:xfrm>
            <a:off x="0" y="-441330"/>
            <a:ext cx="1008931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Title only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801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anogram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/>
        </p:nvSpPr>
        <p:spPr>
          <a:xfrm>
            <a:off x="0" y="-441330"/>
            <a:ext cx="247285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Organogram + photos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B140CBB5-C926-A14E-6E11-208F6ED33C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021" y="1577038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38" name="Tijdelijke aanduiding voor afbeelding 16">
            <a:extLst>
              <a:ext uri="{FF2B5EF4-FFF2-40B4-BE49-F238E27FC236}">
                <a16:creationId xmlns:a16="http://schemas.microsoft.com/office/drawing/2014/main" id="{14C7CF9E-5B91-2065-2FC4-D304EAA5034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758621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39" name="Tijdelijke aanduiding voor afbeelding 16">
            <a:extLst>
              <a:ext uri="{FF2B5EF4-FFF2-40B4-BE49-F238E27FC236}">
                <a16:creationId xmlns:a16="http://schemas.microsoft.com/office/drawing/2014/main" id="{A7DDA151-3F4F-B593-A394-CB6DEF046EF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58621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768E1753-0ED0-3026-5633-C12E3E707C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58621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5" name="Tijdelijke aanduiding voor afbeelding 16">
            <a:extLst>
              <a:ext uri="{FF2B5EF4-FFF2-40B4-BE49-F238E27FC236}">
                <a16:creationId xmlns:a16="http://schemas.microsoft.com/office/drawing/2014/main" id="{E2697F3E-6841-A4B0-7D89-083A1391421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98630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9EAD0D3C-AAEF-8C3F-00BE-D32F4785DE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8630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7" name="Tijdelijke aanduiding voor afbeelding 16">
            <a:extLst>
              <a:ext uri="{FF2B5EF4-FFF2-40B4-BE49-F238E27FC236}">
                <a16:creationId xmlns:a16="http://schemas.microsoft.com/office/drawing/2014/main" id="{30EF81D2-4540-3249-1A86-651424A0014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8630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8" name="Tijdelijke aanduiding voor afbeelding 16">
            <a:extLst>
              <a:ext uri="{FF2B5EF4-FFF2-40B4-BE49-F238E27FC236}">
                <a16:creationId xmlns:a16="http://schemas.microsoft.com/office/drawing/2014/main" id="{492B8ECF-32CF-BD96-874F-CBEF83CC1EF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27016" y="2778044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3BC855F2-DC3F-E344-1BDE-FBF91152634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227016" y="3979046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0" name="Tijdelijke aanduiding voor afbeelding 16">
            <a:extLst>
              <a:ext uri="{FF2B5EF4-FFF2-40B4-BE49-F238E27FC236}">
                <a16:creationId xmlns:a16="http://schemas.microsoft.com/office/drawing/2014/main" id="{863202A7-B6B5-D7B9-B9CA-F6F0ACA141A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227016" y="5180052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1" name="Tijdelijke aanduiding voor afbeelding 16">
            <a:extLst>
              <a:ext uri="{FF2B5EF4-FFF2-40B4-BE49-F238E27FC236}">
                <a16:creationId xmlns:a16="http://schemas.microsoft.com/office/drawing/2014/main" id="{CB3B811E-5B01-AD47-1D0C-50D68CDB235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978653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2" name="Tijdelijke aanduiding voor afbeelding 16">
            <a:extLst>
              <a:ext uri="{FF2B5EF4-FFF2-40B4-BE49-F238E27FC236}">
                <a16:creationId xmlns:a16="http://schemas.microsoft.com/office/drawing/2014/main" id="{8A08A704-C443-FFC1-34E0-97B44A82EED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78653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3" name="Tijdelijke aanduiding voor afbeelding 16">
            <a:extLst>
              <a:ext uri="{FF2B5EF4-FFF2-40B4-BE49-F238E27FC236}">
                <a16:creationId xmlns:a16="http://schemas.microsoft.com/office/drawing/2014/main" id="{64C76DC2-803D-5A19-8417-3F6CDF05241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78653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4" name="Tijdelijke aanduiding voor afbeelding 16">
            <a:extLst>
              <a:ext uri="{FF2B5EF4-FFF2-40B4-BE49-F238E27FC236}">
                <a16:creationId xmlns:a16="http://schemas.microsoft.com/office/drawing/2014/main" id="{4977DEBF-6C15-FC79-52AD-3FB9F438688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18664" y="2778041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5" name="Tijdelijke aanduiding voor afbeelding 16">
            <a:extLst>
              <a:ext uri="{FF2B5EF4-FFF2-40B4-BE49-F238E27FC236}">
                <a16:creationId xmlns:a16="http://schemas.microsoft.com/office/drawing/2014/main" id="{604536E4-BE6F-9ABE-A1F4-2399DC1FD13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18664" y="3979043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  <p:sp>
        <p:nvSpPr>
          <p:cNvPr id="56" name="Tijdelijke aanduiding voor afbeelding 16">
            <a:extLst>
              <a:ext uri="{FF2B5EF4-FFF2-40B4-BE49-F238E27FC236}">
                <a16:creationId xmlns:a16="http://schemas.microsoft.com/office/drawing/2014/main" id="{325E19DD-1BB5-3397-143B-4B1782CC987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18664" y="5180049"/>
            <a:ext cx="562648" cy="820698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252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on the icon below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94423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9C2FF999-F008-1331-E6E0-38EDC8FDB419}"/>
              </a:ext>
            </a:extLst>
          </p:cNvPr>
          <p:cNvSpPr/>
          <p:nvPr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C60BEEE3-6FC2-1913-7D0E-D2FF66473DA8}"/>
              </a:ext>
            </a:extLst>
          </p:cNvPr>
          <p:cNvSpPr/>
          <p:nvPr/>
        </p:nvSpPr>
        <p:spPr>
          <a:xfrm>
            <a:off x="-10750" y="1"/>
            <a:ext cx="12202750" cy="6857999"/>
          </a:xfrm>
          <a:custGeom>
            <a:avLst/>
            <a:gdLst>
              <a:gd name="connsiteX0" fmla="*/ 12202750 w 12202750"/>
              <a:gd name="connsiteY0" fmla="*/ 3750218 h 6857999"/>
              <a:gd name="connsiteX1" fmla="*/ 12202750 w 12202750"/>
              <a:gd name="connsiteY1" fmla="*/ 6857999 h 6857999"/>
              <a:gd name="connsiteX2" fmla="*/ 11114530 w 12202750"/>
              <a:gd name="connsiteY2" fmla="*/ 6857999 h 6857999"/>
              <a:gd name="connsiteX3" fmla="*/ 11256844 w 12202750"/>
              <a:gd name="connsiteY3" fmla="*/ 6595461 h 6857999"/>
              <a:gd name="connsiteX4" fmla="*/ 12121807 w 12202750"/>
              <a:gd name="connsiteY4" fmla="*/ 4108853 h 6857999"/>
              <a:gd name="connsiteX5" fmla="*/ 7260002 w 12202750"/>
              <a:gd name="connsiteY5" fmla="*/ 0 h 6857999"/>
              <a:gd name="connsiteX6" fmla="*/ 12202750 w 12202750"/>
              <a:gd name="connsiteY6" fmla="*/ 0 h 6857999"/>
              <a:gd name="connsiteX7" fmla="*/ 12202750 w 12202750"/>
              <a:gd name="connsiteY7" fmla="*/ 1540137 h 6857999"/>
              <a:gd name="connsiteX8" fmla="*/ 12200549 w 12202750"/>
              <a:gd name="connsiteY8" fmla="*/ 1543414 h 6857999"/>
              <a:gd name="connsiteX9" fmla="*/ 11867141 w 12202750"/>
              <a:gd name="connsiteY9" fmla="*/ 2106148 h 6857999"/>
              <a:gd name="connsiteX10" fmla="*/ 6343721 w 12202750"/>
              <a:gd name="connsiteY10" fmla="*/ 3249151 h 6857999"/>
              <a:gd name="connsiteX11" fmla="*/ 7248419 w 12202750"/>
              <a:gd name="connsiteY11" fmla="*/ 17042 h 6857999"/>
              <a:gd name="connsiteX12" fmla="*/ 0 w 12202750"/>
              <a:gd name="connsiteY12" fmla="*/ 0 h 6857999"/>
              <a:gd name="connsiteX13" fmla="*/ 4336814 w 12202750"/>
              <a:gd name="connsiteY13" fmla="*/ 0 h 6857999"/>
              <a:gd name="connsiteX14" fmla="*/ 3953814 w 12202750"/>
              <a:gd name="connsiteY14" fmla="*/ 290459 h 6857999"/>
              <a:gd name="connsiteX15" fmla="*/ 34757 w 12202750"/>
              <a:gd name="connsiteY15" fmla="*/ 4907294 h 6857999"/>
              <a:gd name="connsiteX16" fmla="*/ 0 w 12202750"/>
              <a:gd name="connsiteY16" fmla="*/ 502206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7999">
                <a:moveTo>
                  <a:pt x="12202750" y="3750218"/>
                </a:moveTo>
                <a:lnTo>
                  <a:pt x="12202750" y="6857999"/>
                </a:lnTo>
                <a:lnTo>
                  <a:pt x="11114530" y="6857999"/>
                </a:lnTo>
                <a:lnTo>
                  <a:pt x="11256844" y="6595461"/>
                </a:lnTo>
                <a:cubicBezTo>
                  <a:pt x="11629965" y="5862402"/>
                  <a:pt x="11898764" y="5050891"/>
                  <a:pt x="12121807" y="4108853"/>
                </a:cubicBezTo>
                <a:close/>
                <a:moveTo>
                  <a:pt x="7260002" y="0"/>
                </a:moveTo>
                <a:lnTo>
                  <a:pt x="12202750" y="0"/>
                </a:lnTo>
                <a:lnTo>
                  <a:pt x="12202750" y="1540137"/>
                </a:lnTo>
                <a:lnTo>
                  <a:pt x="12200549" y="1543414"/>
                </a:lnTo>
                <a:cubicBezTo>
                  <a:pt x="12110526" y="1684115"/>
                  <a:pt x="12003525" y="1893029"/>
                  <a:pt x="11867141" y="2106148"/>
                </a:cubicBezTo>
                <a:cubicBezTo>
                  <a:pt x="10880238" y="3959252"/>
                  <a:pt x="7486531" y="6089453"/>
                  <a:pt x="6343721" y="3249151"/>
                </a:cubicBezTo>
                <a:cubicBezTo>
                  <a:pt x="5919494" y="2184051"/>
                  <a:pt x="6486561" y="1153587"/>
                  <a:pt x="7248419" y="17042"/>
                </a:cubicBezTo>
                <a:close/>
                <a:moveTo>
                  <a:pt x="0" y="0"/>
                </a:moveTo>
                <a:lnTo>
                  <a:pt x="4336814" y="0"/>
                </a:lnTo>
                <a:lnTo>
                  <a:pt x="3953814" y="290459"/>
                </a:lnTo>
                <a:cubicBezTo>
                  <a:pt x="2295623" y="1565228"/>
                  <a:pt x="719287" y="2947698"/>
                  <a:pt x="34757" y="4907294"/>
                </a:cubicBezTo>
                <a:lnTo>
                  <a:pt x="0" y="5022063"/>
                </a:lnTo>
                <a:close/>
              </a:path>
            </a:pathLst>
          </a:custGeom>
          <a:solidFill>
            <a:srgbClr val="00B8C8"/>
          </a:solidFill>
          <a:ln w="173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F1B38-67B4-1DE1-F5C5-4B950151F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8592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Closure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122BC7-F646-7ABE-AEA6-34174E1E9F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3950387"/>
            <a:ext cx="10752137" cy="1333698"/>
          </a:xfrm>
        </p:spPr>
        <p:txBody>
          <a:bodyPr wrap="square" anchor="b" anchorCtr="0">
            <a:spAutoFit/>
          </a:bodyPr>
          <a:lstStyle>
            <a:lvl1pPr marL="0" indent="0" algn="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sz="4800" b="1" i="0">
                <a:solidFill>
                  <a:schemeClr val="bg1"/>
                </a:solidFill>
                <a:latin typeface="+mj-lt"/>
              </a:defRPr>
            </a:lvl1pPr>
            <a:lvl2pPr marL="0" indent="0" algn="r">
              <a:buNone/>
              <a:defRPr sz="4400" b="1" i="0">
                <a:solidFill>
                  <a:schemeClr val="bg1"/>
                </a:solidFill>
                <a:latin typeface="+mj-lt"/>
              </a:defRPr>
            </a:lvl2pPr>
            <a:lvl3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3pPr>
            <a:lvl4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4pPr>
            <a:lvl5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5pPr>
            <a:lvl6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6pPr>
            <a:lvl7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7pPr>
            <a:lvl8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8pPr>
            <a:lvl9pPr marL="0" indent="0" algn="r">
              <a:buFont typeface="Arial" panose="020B0604020202020204" pitchFamily="34" charset="0"/>
              <a:buNone/>
              <a:defRPr sz="4400" b="1" i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slide</a:t>
            </a:r>
            <a:br>
              <a:rPr lang="en-GB" noProof="0" dirty="0"/>
            </a:br>
            <a:r>
              <a:rPr lang="en-GB" noProof="0" dirty="0"/>
              <a:t>max. 2 lines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CC0F79F-5B45-CF11-7FFE-D7A815731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404234"/>
            <a:ext cx="10763113" cy="332399"/>
          </a:xfrm>
        </p:spPr>
        <p:txBody>
          <a:bodyPr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Subtitle | Name speaker</a:t>
            </a:r>
          </a:p>
        </p:txBody>
      </p: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599862F7-F626-8DED-B1FF-873CD0CF69E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705040" y="5813671"/>
            <a:ext cx="766235" cy="184666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C93E164C-298E-F36F-9136-0AC365C778F8}"/>
              </a:ext>
            </a:extLst>
          </p:cNvPr>
          <p:cNvGrpSpPr/>
          <p:nvPr/>
        </p:nvGrpSpPr>
        <p:grpSpPr>
          <a:xfrm>
            <a:off x="721114" y="437497"/>
            <a:ext cx="1530269" cy="594428"/>
            <a:chOff x="717019" y="5865846"/>
            <a:chExt cx="1413341" cy="549008"/>
          </a:xfrm>
          <a:solidFill>
            <a:srgbClr val="FFFFFF"/>
          </a:solidFill>
        </p:grpSpPr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C4DE928F-9819-F729-1A30-E5A07740CC27}"/>
                </a:ext>
              </a:extLst>
            </p:cNvPr>
            <p:cNvSpPr/>
            <p:nvPr/>
          </p:nvSpPr>
          <p:spPr>
            <a:xfrm>
              <a:off x="998576" y="6136009"/>
              <a:ext cx="258644" cy="277455"/>
            </a:xfrm>
            <a:custGeom>
              <a:avLst/>
              <a:gdLst>
                <a:gd name="connsiteX0" fmla="*/ 129322 w 258644"/>
                <a:gd name="connsiteY0" fmla="*/ 224847 h 277455"/>
                <a:gd name="connsiteX1" fmla="*/ 183307 w 258644"/>
                <a:gd name="connsiteY1" fmla="*/ 167897 h 277455"/>
                <a:gd name="connsiteX2" fmla="*/ 183307 w 258644"/>
                <a:gd name="connsiteY2" fmla="*/ 0 h 277455"/>
                <a:gd name="connsiteX3" fmla="*/ 258644 w 258644"/>
                <a:gd name="connsiteY3" fmla="*/ 0 h 277455"/>
                <a:gd name="connsiteX4" fmla="*/ 258644 w 258644"/>
                <a:gd name="connsiteY4" fmla="*/ 172238 h 277455"/>
                <a:gd name="connsiteX5" fmla="*/ 129322 w 258644"/>
                <a:gd name="connsiteY5" fmla="*/ 277456 h 277455"/>
                <a:gd name="connsiteX6" fmla="*/ 0 w 258644"/>
                <a:gd name="connsiteY6" fmla="*/ 172238 h 277455"/>
                <a:gd name="connsiteX7" fmla="*/ 0 w 258644"/>
                <a:gd name="connsiteY7" fmla="*/ 174 h 277455"/>
                <a:gd name="connsiteX8" fmla="*/ 75337 w 258644"/>
                <a:gd name="connsiteY8" fmla="*/ 174 h 277455"/>
                <a:gd name="connsiteX9" fmla="*/ 75337 w 258644"/>
                <a:gd name="connsiteY9" fmla="*/ 168071 h 277455"/>
                <a:gd name="connsiteX10" fmla="*/ 129322 w 258644"/>
                <a:gd name="connsiteY10" fmla="*/ 224847 h 27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644" h="277455">
                  <a:moveTo>
                    <a:pt x="129322" y="224847"/>
                  </a:moveTo>
                  <a:cubicBezTo>
                    <a:pt x="164907" y="224847"/>
                    <a:pt x="183307" y="200713"/>
                    <a:pt x="183307" y="167897"/>
                  </a:cubicBezTo>
                  <a:lnTo>
                    <a:pt x="183307" y="0"/>
                  </a:lnTo>
                  <a:lnTo>
                    <a:pt x="258644" y="0"/>
                  </a:lnTo>
                  <a:lnTo>
                    <a:pt x="258644" y="172238"/>
                  </a:lnTo>
                  <a:cubicBezTo>
                    <a:pt x="257255" y="247592"/>
                    <a:pt x="197542" y="277456"/>
                    <a:pt x="129322" y="277456"/>
                  </a:cubicBezTo>
                  <a:cubicBezTo>
                    <a:pt x="61102" y="277456"/>
                    <a:pt x="0" y="247592"/>
                    <a:pt x="0" y="172238"/>
                  </a:cubicBezTo>
                  <a:lnTo>
                    <a:pt x="0" y="174"/>
                  </a:lnTo>
                  <a:lnTo>
                    <a:pt x="75337" y="174"/>
                  </a:lnTo>
                  <a:lnTo>
                    <a:pt x="75337" y="168071"/>
                  </a:lnTo>
                  <a:cubicBezTo>
                    <a:pt x="73948" y="200713"/>
                    <a:pt x="93910" y="224847"/>
                    <a:pt x="129322" y="224847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9323DCE-D484-B94A-C1EC-D2F2B931366F}"/>
                </a:ext>
              </a:extLst>
            </p:cNvPr>
            <p:cNvSpPr/>
            <p:nvPr/>
          </p:nvSpPr>
          <p:spPr>
            <a:xfrm>
              <a:off x="717019" y="6136183"/>
              <a:ext cx="244583" cy="271726"/>
            </a:xfrm>
            <a:custGeom>
              <a:avLst/>
              <a:gdLst>
                <a:gd name="connsiteX0" fmla="*/ 85405 w 244583"/>
                <a:gd name="connsiteY0" fmla="*/ 271726 h 271726"/>
                <a:gd name="connsiteX1" fmla="*/ 160741 w 244583"/>
                <a:gd name="connsiteY1" fmla="*/ 271726 h 271726"/>
                <a:gd name="connsiteX2" fmla="*/ 160741 w 244583"/>
                <a:gd name="connsiteY2" fmla="*/ 52609 h 271726"/>
                <a:gd name="connsiteX3" fmla="*/ 244583 w 244583"/>
                <a:gd name="connsiteY3" fmla="*/ 52609 h 271726"/>
                <a:gd name="connsiteX4" fmla="*/ 244583 w 244583"/>
                <a:gd name="connsiteY4" fmla="*/ 0 h 271726"/>
                <a:gd name="connsiteX5" fmla="*/ 0 w 244583"/>
                <a:gd name="connsiteY5" fmla="*/ 0 h 271726"/>
                <a:gd name="connsiteX6" fmla="*/ 0 w 244583"/>
                <a:gd name="connsiteY6" fmla="*/ 52609 h 271726"/>
                <a:gd name="connsiteX7" fmla="*/ 85405 w 244583"/>
                <a:gd name="connsiteY7" fmla="*/ 52609 h 27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4583" h="271726">
                  <a:moveTo>
                    <a:pt x="85405" y="271726"/>
                  </a:moveTo>
                  <a:lnTo>
                    <a:pt x="160741" y="271726"/>
                  </a:lnTo>
                  <a:lnTo>
                    <a:pt x="160741" y="52609"/>
                  </a:lnTo>
                  <a:lnTo>
                    <a:pt x="244583" y="52609"/>
                  </a:lnTo>
                  <a:lnTo>
                    <a:pt x="244583" y="0"/>
                  </a:lnTo>
                  <a:lnTo>
                    <a:pt x="0" y="0"/>
                  </a:lnTo>
                  <a:lnTo>
                    <a:pt x="0" y="52609"/>
                  </a:lnTo>
                  <a:lnTo>
                    <a:pt x="85405" y="52609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539D6EA-85DB-9F50-4773-B93829862258}"/>
                </a:ext>
              </a:extLst>
            </p:cNvPr>
            <p:cNvSpPr/>
            <p:nvPr/>
          </p:nvSpPr>
          <p:spPr>
            <a:xfrm>
              <a:off x="792227" y="5865846"/>
              <a:ext cx="256862" cy="254189"/>
            </a:xfrm>
            <a:custGeom>
              <a:avLst/>
              <a:gdLst>
                <a:gd name="connsiteX0" fmla="*/ 190726 w 256862"/>
                <a:gd name="connsiteY0" fmla="*/ 138033 h 254189"/>
                <a:gd name="connsiteX1" fmla="*/ 153752 w 256862"/>
                <a:gd name="connsiteY1" fmla="*/ 115288 h 254189"/>
                <a:gd name="connsiteX2" fmla="*/ 254780 w 256862"/>
                <a:gd name="connsiteY2" fmla="*/ 14237 h 254189"/>
                <a:gd name="connsiteX3" fmla="*/ 254780 w 256862"/>
                <a:gd name="connsiteY3" fmla="*/ 0 h 254189"/>
                <a:gd name="connsiteX4" fmla="*/ 247663 w 256862"/>
                <a:gd name="connsiteY4" fmla="*/ 9897 h 254189"/>
                <a:gd name="connsiteX5" fmla="*/ 102718 w 256862"/>
                <a:gd name="connsiteY5" fmla="*/ 66846 h 254189"/>
                <a:gd name="connsiteX6" fmla="*/ 3253 w 256862"/>
                <a:gd name="connsiteY6" fmla="*/ 217555 h 254189"/>
                <a:gd name="connsiteX7" fmla="*/ 10370 w 256862"/>
                <a:gd name="connsiteY7" fmla="*/ 237522 h 254189"/>
                <a:gd name="connsiteX8" fmla="*/ 13147 w 256862"/>
                <a:gd name="connsiteY8" fmla="*/ 217555 h 254189"/>
                <a:gd name="connsiteX9" fmla="*/ 101329 w 256862"/>
                <a:gd name="connsiteY9" fmla="*/ 107996 h 254189"/>
                <a:gd name="connsiteX10" fmla="*/ 109835 w 256862"/>
                <a:gd name="connsiteY10" fmla="*/ 100877 h 254189"/>
                <a:gd name="connsiteX11" fmla="*/ 109835 w 256862"/>
                <a:gd name="connsiteY11" fmla="*/ 107996 h 254189"/>
                <a:gd name="connsiteX12" fmla="*/ 79978 w 256862"/>
                <a:gd name="connsiteY12" fmla="*/ 179183 h 254189"/>
                <a:gd name="connsiteX13" fmla="*/ 135352 w 256862"/>
                <a:gd name="connsiteY13" fmla="*/ 167724 h 254189"/>
                <a:gd name="connsiteX14" fmla="*/ 141081 w 256862"/>
                <a:gd name="connsiteY14" fmla="*/ 160605 h 254189"/>
                <a:gd name="connsiteX15" fmla="*/ 141081 w 256862"/>
                <a:gd name="connsiteY15" fmla="*/ 172064 h 254189"/>
                <a:gd name="connsiteX16" fmla="*/ 104107 w 256862"/>
                <a:gd name="connsiteY16" fmla="*/ 241689 h 254189"/>
                <a:gd name="connsiteX17" fmla="*/ 85706 w 256862"/>
                <a:gd name="connsiteY17" fmla="*/ 253148 h 254189"/>
                <a:gd name="connsiteX18" fmla="*/ 95601 w 256862"/>
                <a:gd name="connsiteY18" fmla="*/ 253148 h 254189"/>
                <a:gd name="connsiteX19" fmla="*/ 226485 w 256862"/>
                <a:gd name="connsiteY19" fmla="*/ 125185 h 254189"/>
                <a:gd name="connsiteX20" fmla="*/ 226485 w 256862"/>
                <a:gd name="connsiteY20" fmla="*/ 116677 h 254189"/>
                <a:gd name="connsiteX21" fmla="*/ 219368 w 256862"/>
                <a:gd name="connsiteY21" fmla="*/ 121018 h 254189"/>
                <a:gd name="connsiteX22" fmla="*/ 190726 w 256862"/>
                <a:gd name="connsiteY22" fmla="*/ 138033 h 2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6862" h="254189">
                  <a:moveTo>
                    <a:pt x="190726" y="138033"/>
                  </a:moveTo>
                  <a:cubicBezTo>
                    <a:pt x="172326" y="143763"/>
                    <a:pt x="153752" y="139422"/>
                    <a:pt x="153752" y="115288"/>
                  </a:cubicBezTo>
                  <a:cubicBezTo>
                    <a:pt x="153752" y="78306"/>
                    <a:pt x="241934" y="47053"/>
                    <a:pt x="254780" y="14237"/>
                  </a:cubicBezTo>
                  <a:cubicBezTo>
                    <a:pt x="257557" y="5730"/>
                    <a:pt x="257557" y="0"/>
                    <a:pt x="254780" y="0"/>
                  </a:cubicBezTo>
                  <a:cubicBezTo>
                    <a:pt x="252002" y="0"/>
                    <a:pt x="254780" y="4341"/>
                    <a:pt x="247663" y="9897"/>
                  </a:cubicBezTo>
                  <a:cubicBezTo>
                    <a:pt x="210689" y="46879"/>
                    <a:pt x="149586" y="46879"/>
                    <a:pt x="102718" y="66846"/>
                  </a:cubicBezTo>
                  <a:cubicBezTo>
                    <a:pt x="71472" y="81084"/>
                    <a:pt x="-18098" y="123796"/>
                    <a:pt x="3253" y="217555"/>
                  </a:cubicBezTo>
                  <a:cubicBezTo>
                    <a:pt x="4642" y="221895"/>
                    <a:pt x="7593" y="237522"/>
                    <a:pt x="10370" y="237522"/>
                  </a:cubicBezTo>
                  <a:cubicBezTo>
                    <a:pt x="13147" y="237522"/>
                    <a:pt x="13147" y="229014"/>
                    <a:pt x="13147" y="217555"/>
                  </a:cubicBezTo>
                  <a:cubicBezTo>
                    <a:pt x="13147" y="160605"/>
                    <a:pt x="78589" y="144978"/>
                    <a:pt x="101329" y="107996"/>
                  </a:cubicBezTo>
                  <a:cubicBezTo>
                    <a:pt x="104107" y="103655"/>
                    <a:pt x="108446" y="98099"/>
                    <a:pt x="109835" y="100877"/>
                  </a:cubicBezTo>
                  <a:cubicBezTo>
                    <a:pt x="109835" y="102266"/>
                    <a:pt x="109835" y="103655"/>
                    <a:pt x="109835" y="107996"/>
                  </a:cubicBezTo>
                  <a:cubicBezTo>
                    <a:pt x="102718" y="137860"/>
                    <a:pt x="71472" y="157827"/>
                    <a:pt x="79978" y="179183"/>
                  </a:cubicBezTo>
                  <a:cubicBezTo>
                    <a:pt x="91435" y="207658"/>
                    <a:pt x="125458" y="186302"/>
                    <a:pt x="135352" y="167724"/>
                  </a:cubicBezTo>
                  <a:cubicBezTo>
                    <a:pt x="138130" y="163383"/>
                    <a:pt x="139692" y="159216"/>
                    <a:pt x="141081" y="160605"/>
                  </a:cubicBezTo>
                  <a:cubicBezTo>
                    <a:pt x="142469" y="160605"/>
                    <a:pt x="142469" y="166335"/>
                    <a:pt x="141081" y="172064"/>
                  </a:cubicBezTo>
                  <a:cubicBezTo>
                    <a:pt x="135352" y="204706"/>
                    <a:pt x="128235" y="223284"/>
                    <a:pt x="104107" y="241689"/>
                  </a:cubicBezTo>
                  <a:cubicBezTo>
                    <a:pt x="96990" y="247418"/>
                    <a:pt x="84144" y="248807"/>
                    <a:pt x="85706" y="253148"/>
                  </a:cubicBezTo>
                  <a:cubicBezTo>
                    <a:pt x="85706" y="254537"/>
                    <a:pt x="91435" y="254537"/>
                    <a:pt x="95601" y="253148"/>
                  </a:cubicBezTo>
                  <a:cubicBezTo>
                    <a:pt x="159654" y="248807"/>
                    <a:pt x="212251" y="174842"/>
                    <a:pt x="226485" y="125185"/>
                  </a:cubicBezTo>
                  <a:cubicBezTo>
                    <a:pt x="227874" y="122407"/>
                    <a:pt x="227874" y="118066"/>
                    <a:pt x="226485" y="116677"/>
                  </a:cubicBezTo>
                  <a:cubicBezTo>
                    <a:pt x="225097" y="115288"/>
                    <a:pt x="222146" y="118066"/>
                    <a:pt x="219368" y="121018"/>
                  </a:cubicBezTo>
                  <a:cubicBezTo>
                    <a:pt x="209127" y="128137"/>
                    <a:pt x="200621" y="133866"/>
                    <a:pt x="190726" y="138033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996BACF-1310-A75D-F3D9-23D926B05697}"/>
                </a:ext>
              </a:extLst>
            </p:cNvPr>
            <p:cNvSpPr/>
            <p:nvPr/>
          </p:nvSpPr>
          <p:spPr>
            <a:xfrm>
              <a:off x="1588597" y="6213099"/>
              <a:ext cx="172024" cy="200539"/>
            </a:xfrm>
            <a:custGeom>
              <a:avLst/>
              <a:gdLst>
                <a:gd name="connsiteX0" fmla="*/ 38363 w 172024"/>
                <a:gd name="connsiteY0" fmla="*/ 82299 h 200539"/>
                <a:gd name="connsiteX1" fmla="*/ 86620 w 172024"/>
                <a:gd name="connsiteY1" fmla="*/ 25350 h 200539"/>
                <a:gd name="connsiteX2" fmla="*/ 134877 w 172024"/>
                <a:gd name="connsiteY2" fmla="*/ 82299 h 200539"/>
                <a:gd name="connsiteX3" fmla="*/ 38363 w 172024"/>
                <a:gd name="connsiteY3" fmla="*/ 82299 h 200539"/>
                <a:gd name="connsiteX4" fmla="*/ 172024 w 172024"/>
                <a:gd name="connsiteY4" fmla="*/ 106607 h 200539"/>
                <a:gd name="connsiteX5" fmla="*/ 172024 w 172024"/>
                <a:gd name="connsiteY5" fmla="*/ 89591 h 200539"/>
                <a:gd name="connsiteX6" fmla="*/ 88182 w 172024"/>
                <a:gd name="connsiteY6" fmla="*/ 0 h 200539"/>
                <a:gd name="connsiteX7" fmla="*/ 0 w 172024"/>
                <a:gd name="connsiteY7" fmla="*/ 102440 h 200539"/>
                <a:gd name="connsiteX8" fmla="*/ 85231 w 172024"/>
                <a:gd name="connsiteY8" fmla="*/ 200539 h 200539"/>
                <a:gd name="connsiteX9" fmla="*/ 169073 w 172024"/>
                <a:gd name="connsiteY9" fmla="*/ 136471 h 200539"/>
                <a:gd name="connsiteX10" fmla="*/ 130711 w 172024"/>
                <a:gd name="connsiteY10" fmla="*/ 136471 h 200539"/>
                <a:gd name="connsiteX11" fmla="*/ 85231 w 172024"/>
                <a:gd name="connsiteY11" fmla="*/ 174842 h 200539"/>
                <a:gd name="connsiteX12" fmla="*/ 36974 w 172024"/>
                <a:gd name="connsiteY12" fmla="*/ 107996 h 200539"/>
                <a:gd name="connsiteX13" fmla="*/ 172024 w 172024"/>
                <a:gd name="connsiteY13" fmla="*/ 107996 h 200539"/>
                <a:gd name="connsiteX14" fmla="*/ 172024 w 172024"/>
                <a:gd name="connsiteY14" fmla="*/ 106607 h 20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024" h="200539">
                  <a:moveTo>
                    <a:pt x="38363" y="82299"/>
                  </a:moveTo>
                  <a:cubicBezTo>
                    <a:pt x="38363" y="52435"/>
                    <a:pt x="56763" y="25350"/>
                    <a:pt x="86620" y="25350"/>
                  </a:cubicBezTo>
                  <a:cubicBezTo>
                    <a:pt x="120816" y="25350"/>
                    <a:pt x="134877" y="49484"/>
                    <a:pt x="134877" y="82299"/>
                  </a:cubicBezTo>
                  <a:lnTo>
                    <a:pt x="38363" y="82299"/>
                  </a:lnTo>
                  <a:close/>
                  <a:moveTo>
                    <a:pt x="172024" y="106607"/>
                  </a:moveTo>
                  <a:lnTo>
                    <a:pt x="172024" y="89591"/>
                  </a:lnTo>
                  <a:cubicBezTo>
                    <a:pt x="172024" y="36983"/>
                    <a:pt x="142167" y="0"/>
                    <a:pt x="88182" y="0"/>
                  </a:cubicBezTo>
                  <a:cubicBezTo>
                    <a:pt x="28468" y="0"/>
                    <a:pt x="0" y="46879"/>
                    <a:pt x="0" y="102440"/>
                  </a:cubicBezTo>
                  <a:cubicBezTo>
                    <a:pt x="0" y="158001"/>
                    <a:pt x="24128" y="200539"/>
                    <a:pt x="85231" y="200539"/>
                  </a:cubicBezTo>
                  <a:cubicBezTo>
                    <a:pt x="130711" y="200539"/>
                    <a:pt x="163518" y="179183"/>
                    <a:pt x="169073" y="136471"/>
                  </a:cubicBezTo>
                  <a:lnTo>
                    <a:pt x="130711" y="136471"/>
                  </a:lnTo>
                  <a:cubicBezTo>
                    <a:pt x="126371" y="163557"/>
                    <a:pt x="112310" y="174842"/>
                    <a:pt x="85231" y="174842"/>
                  </a:cubicBezTo>
                  <a:cubicBezTo>
                    <a:pt x="48257" y="174842"/>
                    <a:pt x="36974" y="142200"/>
                    <a:pt x="36974" y="107996"/>
                  </a:cubicBezTo>
                  <a:lnTo>
                    <a:pt x="172024" y="107996"/>
                  </a:lnTo>
                  <a:lnTo>
                    <a:pt x="172024" y="10660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50ABAA7-4D3A-64F2-2886-73E38F672A13}"/>
                </a:ext>
              </a:extLst>
            </p:cNvPr>
            <p:cNvSpPr/>
            <p:nvPr/>
          </p:nvSpPr>
          <p:spPr>
            <a:xfrm>
              <a:off x="1803323" y="6136183"/>
              <a:ext cx="35585" cy="271552"/>
            </a:xfrm>
            <a:custGeom>
              <a:avLst/>
              <a:gdLst>
                <a:gd name="connsiteX0" fmla="*/ 0 w 35585"/>
                <a:gd name="connsiteY0" fmla="*/ 0 h 271552"/>
                <a:gd name="connsiteX1" fmla="*/ 35585 w 35585"/>
                <a:gd name="connsiteY1" fmla="*/ 0 h 271552"/>
                <a:gd name="connsiteX2" fmla="*/ 35585 w 35585"/>
                <a:gd name="connsiteY2" fmla="*/ 271552 h 271552"/>
                <a:gd name="connsiteX3" fmla="*/ 0 w 35585"/>
                <a:gd name="connsiteY3" fmla="*/ 271552 h 27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85" h="271552">
                  <a:moveTo>
                    <a:pt x="0" y="0"/>
                  </a:moveTo>
                  <a:lnTo>
                    <a:pt x="35585" y="0"/>
                  </a:lnTo>
                  <a:lnTo>
                    <a:pt x="35585" y="271552"/>
                  </a:lnTo>
                  <a:lnTo>
                    <a:pt x="0" y="271552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94E5B70C-D6DE-08E7-481C-59E036E42088}"/>
                </a:ext>
              </a:extLst>
            </p:cNvPr>
            <p:cNvSpPr/>
            <p:nvPr/>
          </p:nvSpPr>
          <p:spPr>
            <a:xfrm>
              <a:off x="1880049" y="6129238"/>
              <a:ext cx="122204" cy="278671"/>
            </a:xfrm>
            <a:custGeom>
              <a:avLst/>
              <a:gdLst>
                <a:gd name="connsiteX0" fmla="*/ 72559 w 122204"/>
                <a:gd name="connsiteY0" fmla="*/ 278671 h 278671"/>
                <a:gd name="connsiteX1" fmla="*/ 72559 w 122204"/>
                <a:gd name="connsiteY1" fmla="*/ 113726 h 278671"/>
                <a:gd name="connsiteX2" fmla="*/ 116650 w 122204"/>
                <a:gd name="connsiteY2" fmla="*/ 113726 h 278671"/>
                <a:gd name="connsiteX3" fmla="*/ 116650 w 122204"/>
                <a:gd name="connsiteY3" fmla="*/ 88202 h 278671"/>
                <a:gd name="connsiteX4" fmla="*/ 72559 w 122204"/>
                <a:gd name="connsiteY4" fmla="*/ 88202 h 278671"/>
                <a:gd name="connsiteX5" fmla="*/ 72559 w 122204"/>
                <a:gd name="connsiteY5" fmla="*/ 58339 h 278671"/>
                <a:gd name="connsiteX6" fmla="*/ 103805 w 122204"/>
                <a:gd name="connsiteY6" fmla="*/ 32816 h 278671"/>
                <a:gd name="connsiteX7" fmla="*/ 122205 w 122204"/>
                <a:gd name="connsiteY7" fmla="*/ 34205 h 278671"/>
                <a:gd name="connsiteX8" fmla="*/ 122205 w 122204"/>
                <a:gd name="connsiteY8" fmla="*/ 4341 h 278671"/>
                <a:gd name="connsiteX9" fmla="*/ 96688 w 122204"/>
                <a:gd name="connsiteY9" fmla="*/ 0 h 278671"/>
                <a:gd name="connsiteX10" fmla="*/ 36974 w 122204"/>
                <a:gd name="connsiteY10" fmla="*/ 52609 h 278671"/>
                <a:gd name="connsiteX11" fmla="*/ 36974 w 122204"/>
                <a:gd name="connsiteY11" fmla="*/ 88202 h 278671"/>
                <a:gd name="connsiteX12" fmla="*/ 0 w 122204"/>
                <a:gd name="connsiteY12" fmla="*/ 88202 h 278671"/>
                <a:gd name="connsiteX13" fmla="*/ 0 w 122204"/>
                <a:gd name="connsiteY13" fmla="*/ 113726 h 278671"/>
                <a:gd name="connsiteX14" fmla="*/ 36974 w 122204"/>
                <a:gd name="connsiteY14" fmla="*/ 113726 h 278671"/>
                <a:gd name="connsiteX15" fmla="*/ 36974 w 122204"/>
                <a:gd name="connsiteY15" fmla="*/ 278671 h 278671"/>
                <a:gd name="connsiteX16" fmla="*/ 72559 w 122204"/>
                <a:gd name="connsiteY16" fmla="*/ 278671 h 27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2204" h="278671">
                  <a:moveTo>
                    <a:pt x="72559" y="278671"/>
                  </a:moveTo>
                  <a:lnTo>
                    <a:pt x="72559" y="113726"/>
                  </a:lnTo>
                  <a:lnTo>
                    <a:pt x="116650" y="113726"/>
                  </a:lnTo>
                  <a:lnTo>
                    <a:pt x="116650" y="88202"/>
                  </a:lnTo>
                  <a:lnTo>
                    <a:pt x="72559" y="88202"/>
                  </a:lnTo>
                  <a:lnTo>
                    <a:pt x="72559" y="58339"/>
                  </a:lnTo>
                  <a:cubicBezTo>
                    <a:pt x="72559" y="36983"/>
                    <a:pt x="82454" y="32816"/>
                    <a:pt x="103805" y="32816"/>
                  </a:cubicBezTo>
                  <a:cubicBezTo>
                    <a:pt x="109533" y="32816"/>
                    <a:pt x="115262" y="34205"/>
                    <a:pt x="122205" y="34205"/>
                  </a:cubicBezTo>
                  <a:lnTo>
                    <a:pt x="122205" y="4341"/>
                  </a:lnTo>
                  <a:cubicBezTo>
                    <a:pt x="113699" y="2952"/>
                    <a:pt x="105194" y="0"/>
                    <a:pt x="96688" y="0"/>
                  </a:cubicBezTo>
                  <a:cubicBezTo>
                    <a:pt x="62491" y="0"/>
                    <a:pt x="36974" y="17015"/>
                    <a:pt x="36974" y="52609"/>
                  </a:cubicBezTo>
                  <a:lnTo>
                    <a:pt x="36974" y="88202"/>
                  </a:lnTo>
                  <a:lnTo>
                    <a:pt x="0" y="88202"/>
                  </a:lnTo>
                  <a:lnTo>
                    <a:pt x="0" y="113726"/>
                  </a:lnTo>
                  <a:lnTo>
                    <a:pt x="36974" y="113726"/>
                  </a:lnTo>
                  <a:lnTo>
                    <a:pt x="36974" y="278671"/>
                  </a:lnTo>
                  <a:lnTo>
                    <a:pt x="72559" y="278671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8D3E4DAB-6265-0F83-A847-5B7F063D48EC}"/>
                </a:ext>
              </a:extLst>
            </p:cNvPr>
            <p:cNvSpPr/>
            <p:nvPr/>
          </p:nvSpPr>
          <p:spPr>
            <a:xfrm>
              <a:off x="2016661" y="6168998"/>
              <a:ext cx="113699" cy="245855"/>
            </a:xfrm>
            <a:custGeom>
              <a:avLst/>
              <a:gdLst>
                <a:gd name="connsiteX0" fmla="*/ 0 w 113699"/>
                <a:gd name="connsiteY0" fmla="*/ 49657 h 245855"/>
                <a:gd name="connsiteX1" fmla="*/ 0 w 113699"/>
                <a:gd name="connsiteY1" fmla="*/ 75180 h 245855"/>
                <a:gd name="connsiteX2" fmla="*/ 32634 w 113699"/>
                <a:gd name="connsiteY2" fmla="*/ 75180 h 245855"/>
                <a:gd name="connsiteX3" fmla="*/ 32634 w 113699"/>
                <a:gd name="connsiteY3" fmla="*/ 196025 h 245855"/>
                <a:gd name="connsiteX4" fmla="*/ 86620 w 113699"/>
                <a:gd name="connsiteY4" fmla="*/ 245856 h 245855"/>
                <a:gd name="connsiteX5" fmla="*/ 110748 w 113699"/>
                <a:gd name="connsiteY5" fmla="*/ 243078 h 245855"/>
                <a:gd name="connsiteX6" fmla="*/ 110748 w 113699"/>
                <a:gd name="connsiteY6" fmla="*/ 215992 h 245855"/>
                <a:gd name="connsiteX7" fmla="*/ 92348 w 113699"/>
                <a:gd name="connsiteY7" fmla="*/ 218770 h 245855"/>
                <a:gd name="connsiteX8" fmla="*/ 69608 w 113699"/>
                <a:gd name="connsiteY8" fmla="*/ 198803 h 245855"/>
                <a:gd name="connsiteX9" fmla="*/ 69608 w 113699"/>
                <a:gd name="connsiteY9" fmla="*/ 76743 h 245855"/>
                <a:gd name="connsiteX10" fmla="*/ 113699 w 113699"/>
                <a:gd name="connsiteY10" fmla="*/ 76743 h 245855"/>
                <a:gd name="connsiteX11" fmla="*/ 113699 w 113699"/>
                <a:gd name="connsiteY11" fmla="*/ 51220 h 245855"/>
                <a:gd name="connsiteX12" fmla="*/ 69608 w 113699"/>
                <a:gd name="connsiteY12" fmla="*/ 51220 h 245855"/>
                <a:gd name="connsiteX13" fmla="*/ 69608 w 113699"/>
                <a:gd name="connsiteY13" fmla="*/ 0 h 245855"/>
                <a:gd name="connsiteX14" fmla="*/ 34023 w 113699"/>
                <a:gd name="connsiteY14" fmla="*/ 11459 h 245855"/>
                <a:gd name="connsiteX15" fmla="*/ 34023 w 113699"/>
                <a:gd name="connsiteY15" fmla="*/ 51220 h 245855"/>
                <a:gd name="connsiteX16" fmla="*/ 0 w 113699"/>
                <a:gd name="connsiteY16" fmla="*/ 49657 h 245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699" h="245855">
                  <a:moveTo>
                    <a:pt x="0" y="49657"/>
                  </a:moveTo>
                  <a:lnTo>
                    <a:pt x="0" y="75180"/>
                  </a:lnTo>
                  <a:lnTo>
                    <a:pt x="32634" y="75180"/>
                  </a:lnTo>
                  <a:lnTo>
                    <a:pt x="32634" y="196025"/>
                  </a:lnTo>
                  <a:cubicBezTo>
                    <a:pt x="32634" y="221548"/>
                    <a:pt x="32634" y="245856"/>
                    <a:pt x="86620" y="245856"/>
                  </a:cubicBezTo>
                  <a:cubicBezTo>
                    <a:pt x="95125" y="245856"/>
                    <a:pt x="102243" y="244467"/>
                    <a:pt x="110748" y="243078"/>
                  </a:cubicBezTo>
                  <a:lnTo>
                    <a:pt x="110748" y="215992"/>
                  </a:lnTo>
                  <a:cubicBezTo>
                    <a:pt x="105020" y="217381"/>
                    <a:pt x="97903" y="218770"/>
                    <a:pt x="92348" y="218770"/>
                  </a:cubicBezTo>
                  <a:cubicBezTo>
                    <a:pt x="79503" y="218770"/>
                    <a:pt x="69608" y="211651"/>
                    <a:pt x="69608" y="198803"/>
                  </a:cubicBezTo>
                  <a:lnTo>
                    <a:pt x="69608" y="76743"/>
                  </a:lnTo>
                  <a:lnTo>
                    <a:pt x="113699" y="76743"/>
                  </a:lnTo>
                  <a:lnTo>
                    <a:pt x="113699" y="51220"/>
                  </a:lnTo>
                  <a:lnTo>
                    <a:pt x="69608" y="51220"/>
                  </a:lnTo>
                  <a:lnTo>
                    <a:pt x="69608" y="0"/>
                  </a:lnTo>
                  <a:lnTo>
                    <a:pt x="34023" y="11459"/>
                  </a:lnTo>
                  <a:lnTo>
                    <a:pt x="34023" y="51220"/>
                  </a:lnTo>
                  <a:lnTo>
                    <a:pt x="0" y="49657"/>
                  </a:ln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6F52DDD2-B124-1FEF-0F68-3980EB3898A2}"/>
                </a:ext>
              </a:extLst>
            </p:cNvPr>
            <p:cNvSpPr/>
            <p:nvPr/>
          </p:nvSpPr>
          <p:spPr>
            <a:xfrm>
              <a:off x="1332730" y="6134967"/>
              <a:ext cx="221843" cy="272941"/>
            </a:xfrm>
            <a:custGeom>
              <a:avLst/>
              <a:gdLst>
                <a:gd name="connsiteX0" fmla="*/ 0 w 221843"/>
                <a:gd name="connsiteY0" fmla="*/ 272941 h 272941"/>
                <a:gd name="connsiteX1" fmla="*/ 93910 w 221843"/>
                <a:gd name="connsiteY1" fmla="*/ 272941 h 272941"/>
                <a:gd name="connsiteX2" fmla="*/ 221844 w 221843"/>
                <a:gd name="connsiteY2" fmla="*/ 136471 h 272941"/>
                <a:gd name="connsiteX3" fmla="*/ 93910 w 221843"/>
                <a:gd name="connsiteY3" fmla="*/ 0 h 272941"/>
                <a:gd name="connsiteX4" fmla="*/ 0 w 221843"/>
                <a:gd name="connsiteY4" fmla="*/ 0 h 272941"/>
                <a:gd name="connsiteX5" fmla="*/ 0 w 221843"/>
                <a:gd name="connsiteY5" fmla="*/ 272941 h 272941"/>
                <a:gd name="connsiteX6" fmla="*/ 38363 w 221843"/>
                <a:gd name="connsiteY6" fmla="*/ 32468 h 272941"/>
                <a:gd name="connsiteX7" fmla="*/ 93737 w 221843"/>
                <a:gd name="connsiteY7" fmla="*/ 32468 h 272941"/>
                <a:gd name="connsiteX8" fmla="*/ 183307 w 221843"/>
                <a:gd name="connsiteY8" fmla="*/ 136297 h 272941"/>
                <a:gd name="connsiteX9" fmla="*/ 93737 w 221843"/>
                <a:gd name="connsiteY9" fmla="*/ 240126 h 272941"/>
                <a:gd name="connsiteX10" fmla="*/ 38363 w 221843"/>
                <a:gd name="connsiteY10" fmla="*/ 240126 h 272941"/>
                <a:gd name="connsiteX11" fmla="*/ 38363 w 221843"/>
                <a:gd name="connsiteY11" fmla="*/ 32468 h 27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843" h="272941">
                  <a:moveTo>
                    <a:pt x="0" y="272941"/>
                  </a:moveTo>
                  <a:lnTo>
                    <a:pt x="93910" y="272941"/>
                  </a:lnTo>
                  <a:cubicBezTo>
                    <a:pt x="210561" y="272941"/>
                    <a:pt x="221844" y="174842"/>
                    <a:pt x="221844" y="136471"/>
                  </a:cubicBezTo>
                  <a:cubicBezTo>
                    <a:pt x="221844" y="99488"/>
                    <a:pt x="208998" y="0"/>
                    <a:pt x="93910" y="0"/>
                  </a:cubicBezTo>
                  <a:lnTo>
                    <a:pt x="0" y="0"/>
                  </a:lnTo>
                  <a:lnTo>
                    <a:pt x="0" y="272941"/>
                  </a:lnTo>
                  <a:close/>
                  <a:moveTo>
                    <a:pt x="38363" y="32468"/>
                  </a:moveTo>
                  <a:lnTo>
                    <a:pt x="93737" y="32468"/>
                  </a:lnTo>
                  <a:cubicBezTo>
                    <a:pt x="156228" y="32468"/>
                    <a:pt x="183307" y="79347"/>
                    <a:pt x="183307" y="136297"/>
                  </a:cubicBezTo>
                  <a:cubicBezTo>
                    <a:pt x="183307" y="193247"/>
                    <a:pt x="157790" y="240126"/>
                    <a:pt x="93737" y="240126"/>
                  </a:cubicBezTo>
                  <a:lnTo>
                    <a:pt x="38363" y="240126"/>
                  </a:lnTo>
                  <a:cubicBezTo>
                    <a:pt x="38363" y="240126"/>
                    <a:pt x="38363" y="32468"/>
                    <a:pt x="38363" y="32468"/>
                  </a:cubicBezTo>
                  <a:close/>
                </a:path>
              </a:pathLst>
            </a:custGeom>
            <a:solidFill>
              <a:srgbClr val="FFFFFF"/>
            </a:solidFill>
            <a:ln w="17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69323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699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| 12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64AD10-5C90-D368-3C49-DF03503EF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1980A31E-F30A-763D-3DFF-0138D22924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6E953232-F208-797C-5930-5120F6B4F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66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EA153BDC-8F93-5C07-C432-1AD4BAE5E9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40885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19" name="Tijdelijke aanduiding voor tekst 5">
            <a:extLst>
              <a:ext uri="{FF2B5EF4-FFF2-40B4-BE49-F238E27FC236}">
                <a16:creationId xmlns:a16="http://schemas.microsoft.com/office/drawing/2014/main" id="{C36A79C6-0893-50B8-0905-479BA8871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8943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20" name="Tijdelijke aanduiding voor tekst 5">
            <a:extLst>
              <a:ext uri="{FF2B5EF4-FFF2-40B4-BE49-F238E27FC236}">
                <a16:creationId xmlns:a16="http://schemas.microsoft.com/office/drawing/2014/main" id="{44D9FE8F-F243-3D3F-0DE9-4AA5E6F25A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8472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21" name="Tijdelijke aanduiding voor afbeelding 16">
            <a:extLst>
              <a:ext uri="{FF2B5EF4-FFF2-40B4-BE49-F238E27FC236}">
                <a16:creationId xmlns:a16="http://schemas.microsoft.com/office/drawing/2014/main" id="{9C5AB2FD-A168-9EB1-6F5A-F5818CC0BF1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0691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22" name="Tijdelijke aanduiding voor tekst 5">
            <a:extLst>
              <a:ext uri="{FF2B5EF4-FFF2-40B4-BE49-F238E27FC236}">
                <a16:creationId xmlns:a16="http://schemas.microsoft.com/office/drawing/2014/main" id="{515E75E4-D251-917F-2522-DB4177946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8749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23" name="Tijdelijke aanduiding voor tekst 5">
            <a:extLst>
              <a:ext uri="{FF2B5EF4-FFF2-40B4-BE49-F238E27FC236}">
                <a16:creationId xmlns:a16="http://schemas.microsoft.com/office/drawing/2014/main" id="{2B5A2D9A-837E-74CC-9F50-7B1836C6FA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278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24" name="Tijdelijke aanduiding voor afbeelding 16">
            <a:extLst>
              <a:ext uri="{FF2B5EF4-FFF2-40B4-BE49-F238E27FC236}">
                <a16:creationId xmlns:a16="http://schemas.microsoft.com/office/drawing/2014/main" id="{E9C8EF3A-3BBF-CF5F-7440-AEE3FD8C7FA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80497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26" name="Tijdelijke aanduiding voor tekst 5">
            <a:extLst>
              <a:ext uri="{FF2B5EF4-FFF2-40B4-BE49-F238E27FC236}">
                <a16:creationId xmlns:a16="http://schemas.microsoft.com/office/drawing/2014/main" id="{9A161DF5-ECCF-9F8E-D7EB-0A3D7DBAAE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8555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27" name="Tijdelijke aanduiding voor tekst 5">
            <a:extLst>
              <a:ext uri="{FF2B5EF4-FFF2-40B4-BE49-F238E27FC236}">
                <a16:creationId xmlns:a16="http://schemas.microsoft.com/office/drawing/2014/main" id="{A1489018-5DDF-11B4-0140-D6C25A3F5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8084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28" name="Tijdelijke aanduiding voor afbeelding 16">
            <a:extLst>
              <a:ext uri="{FF2B5EF4-FFF2-40B4-BE49-F238E27FC236}">
                <a16:creationId xmlns:a16="http://schemas.microsoft.com/office/drawing/2014/main" id="{6F406607-4D1C-D35C-3C34-9A7E5953B87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0303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29" name="Tijdelijke aanduiding voor tekst 5">
            <a:extLst>
              <a:ext uri="{FF2B5EF4-FFF2-40B4-BE49-F238E27FC236}">
                <a16:creationId xmlns:a16="http://schemas.microsoft.com/office/drawing/2014/main" id="{4AC378EA-6795-3FCC-96F7-18C3428576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8361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0" name="Tijdelijke aanduiding voor tekst 5">
            <a:extLst>
              <a:ext uri="{FF2B5EF4-FFF2-40B4-BE49-F238E27FC236}">
                <a16:creationId xmlns:a16="http://schemas.microsoft.com/office/drawing/2014/main" id="{FE1D297D-39D5-78ED-EBB5-CCB867E334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97890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31" name="Tijdelijke aanduiding voor afbeelding 16">
            <a:extLst>
              <a:ext uri="{FF2B5EF4-FFF2-40B4-BE49-F238E27FC236}">
                <a16:creationId xmlns:a16="http://schemas.microsoft.com/office/drawing/2014/main" id="{7A0357DE-D66B-0586-147C-37E6AE239EE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20109" y="1553213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2" name="Tijdelijke aanduiding voor tekst 5">
            <a:extLst>
              <a:ext uri="{FF2B5EF4-FFF2-40B4-BE49-F238E27FC236}">
                <a16:creationId xmlns:a16="http://schemas.microsoft.com/office/drawing/2014/main" id="{F7FA5D4E-5C58-736C-2190-C0D5C49B74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18167" y="2804304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3" name="Tijdelijke aanduiding voor tekst 5">
            <a:extLst>
              <a:ext uri="{FF2B5EF4-FFF2-40B4-BE49-F238E27FC236}">
                <a16:creationId xmlns:a16="http://schemas.microsoft.com/office/drawing/2014/main" id="{DC347A12-7D9D-2FDE-9916-31C31FAAF7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17696" y="3379465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34" name="Tijdelijke aanduiding voor afbeelding 16">
            <a:extLst>
              <a:ext uri="{FF2B5EF4-FFF2-40B4-BE49-F238E27FC236}">
                <a16:creationId xmlns:a16="http://schemas.microsoft.com/office/drawing/2014/main" id="{1F654954-AB60-16EA-685C-9146F34179E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107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5" name="Tijdelijke aanduiding voor tekst 5">
            <a:extLst>
              <a:ext uri="{FF2B5EF4-FFF2-40B4-BE49-F238E27FC236}">
                <a16:creationId xmlns:a16="http://schemas.microsoft.com/office/drawing/2014/main" id="{9CD5912F-34CD-F560-D5DE-E1DD585B2F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913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DE7DE2BA-CBA0-7004-0A0E-8EDFCC969E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866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37" name="Tijdelijke aanduiding voor afbeelding 16">
            <a:extLst>
              <a:ext uri="{FF2B5EF4-FFF2-40B4-BE49-F238E27FC236}">
                <a16:creationId xmlns:a16="http://schemas.microsoft.com/office/drawing/2014/main" id="{AE305481-E465-A8C3-D03C-418FB91E424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40885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91FB7B3D-7186-8739-6C9D-64DDB2ED5C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8943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39" name="Tijdelijke aanduiding voor tekst 5">
            <a:extLst>
              <a:ext uri="{FF2B5EF4-FFF2-40B4-BE49-F238E27FC236}">
                <a16:creationId xmlns:a16="http://schemas.microsoft.com/office/drawing/2014/main" id="{2EB90A8F-9EC7-6F6D-E74A-6251712488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8472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0" name="Tijdelijke aanduiding voor afbeelding 16">
            <a:extLst>
              <a:ext uri="{FF2B5EF4-FFF2-40B4-BE49-F238E27FC236}">
                <a16:creationId xmlns:a16="http://schemas.microsoft.com/office/drawing/2014/main" id="{283F3F1F-10EE-8394-B57B-CEF8B5B3DD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60691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41" name="Tijdelijke aanduiding voor tekst 5">
            <a:extLst>
              <a:ext uri="{FF2B5EF4-FFF2-40B4-BE49-F238E27FC236}">
                <a16:creationId xmlns:a16="http://schemas.microsoft.com/office/drawing/2014/main" id="{6C4CAEDC-1ECC-E009-922A-4D08EAD13D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58749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58FA89DB-78FF-3583-31AB-6736C65882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58278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3" name="Tijdelijke aanduiding voor afbeelding 16">
            <a:extLst>
              <a:ext uri="{FF2B5EF4-FFF2-40B4-BE49-F238E27FC236}">
                <a16:creationId xmlns:a16="http://schemas.microsoft.com/office/drawing/2014/main" id="{F8432D38-8A29-175D-17FD-F2C69243227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80497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3A3AAFB4-7BEE-FAAF-A78E-0905095F22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78555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45" name="Tijdelijke aanduiding voor tekst 5">
            <a:extLst>
              <a:ext uri="{FF2B5EF4-FFF2-40B4-BE49-F238E27FC236}">
                <a16:creationId xmlns:a16="http://schemas.microsoft.com/office/drawing/2014/main" id="{4A5A85AC-8A5F-BC99-8225-0C5FF5DBB92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78084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6" name="Tijdelijke aanduiding voor afbeelding 16">
            <a:extLst>
              <a:ext uri="{FF2B5EF4-FFF2-40B4-BE49-F238E27FC236}">
                <a16:creationId xmlns:a16="http://schemas.microsoft.com/office/drawing/2014/main" id="{F0E8F12D-2BC6-2A47-7043-0D28EE7F53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0303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47" name="Tijdelijke aanduiding voor tekst 5">
            <a:extLst>
              <a:ext uri="{FF2B5EF4-FFF2-40B4-BE49-F238E27FC236}">
                <a16:creationId xmlns:a16="http://schemas.microsoft.com/office/drawing/2014/main" id="{15D5B773-861B-CB88-3BAF-23126ED210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98361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48" name="Tijdelijke aanduiding voor tekst 5">
            <a:extLst>
              <a:ext uri="{FF2B5EF4-FFF2-40B4-BE49-F238E27FC236}">
                <a16:creationId xmlns:a16="http://schemas.microsoft.com/office/drawing/2014/main" id="{29DC7896-E48D-706F-12F0-557630F99E8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997890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49" name="Tijdelijke aanduiding voor afbeelding 16">
            <a:extLst>
              <a:ext uri="{FF2B5EF4-FFF2-40B4-BE49-F238E27FC236}">
                <a16:creationId xmlns:a16="http://schemas.microsoft.com/office/drawing/2014/main" id="{9DB5A94F-4630-E058-0265-9FA53E0E60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20109" y="3926116"/>
            <a:ext cx="1643193" cy="1145017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sp>
        <p:nvSpPr>
          <p:cNvPr id="50" name="Tijdelijke aanduiding voor tekst 5">
            <a:extLst>
              <a:ext uri="{FF2B5EF4-FFF2-40B4-BE49-F238E27FC236}">
                <a16:creationId xmlns:a16="http://schemas.microsoft.com/office/drawing/2014/main" id="{28D4A244-395A-6086-B66C-7DE62EF4355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18167" y="5177207"/>
            <a:ext cx="1643193" cy="564257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Name</a:t>
            </a:r>
            <a:br>
              <a:rPr lang="en-GB" noProof="0" dirty="0"/>
            </a:br>
            <a:r>
              <a:rPr lang="en-GB" noProof="0" dirty="0"/>
              <a:t>+ Surname</a:t>
            </a:r>
          </a:p>
        </p:txBody>
      </p:sp>
      <p:sp>
        <p:nvSpPr>
          <p:cNvPr id="51" name="Tijdelijke aanduiding voor tekst 5">
            <a:extLst>
              <a:ext uri="{FF2B5EF4-FFF2-40B4-BE49-F238E27FC236}">
                <a16:creationId xmlns:a16="http://schemas.microsoft.com/office/drawing/2014/main" id="{47469A3C-2754-210E-3FF5-D532250190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17696" y="5752368"/>
            <a:ext cx="1643193" cy="249299"/>
          </a:xfrm>
        </p:spPr>
        <p:txBody>
          <a:bodyPr wrap="squar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2pPr>
            <a:lvl3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3pPr>
            <a:lvl4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4pPr>
            <a:lvl5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5pPr>
            <a:lvl6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6pPr>
            <a:lvl7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7pPr>
            <a:lvl8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8pPr>
            <a:lvl9pPr marL="0" indent="0" algn="r">
              <a:buFont typeface="Arial" panose="020B0604020202020204" pitchFamily="34" charset="0"/>
              <a:buNone/>
              <a:defRPr sz="24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Job function</a:t>
            </a:r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6226CD6D-8EAD-A985-C799-BFB10B4D41C5}"/>
              </a:ext>
            </a:extLst>
          </p:cNvPr>
          <p:cNvSpPr/>
          <p:nvPr/>
        </p:nvSpPr>
        <p:spPr>
          <a:xfrm>
            <a:off x="0" y="-441330"/>
            <a:ext cx="192360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Introduction | 12x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40225562-8C9F-C926-9FD4-12228E6F5B28}"/>
              </a:ext>
            </a:extLst>
          </p:cNvPr>
          <p:cNvGrpSpPr/>
          <p:nvPr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BF103148-33D4-1D80-311C-80CC3343D8F2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B66DCC6-BF1A-B2E9-DCB9-8A8B29DC67B7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A38B8266-FFFF-0F68-166C-59B8732DA2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4C90665-7A35-CF11-78E4-D9BBB21743E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7CAAEC92-091A-6F7C-ADDE-5FDBEDD1198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5981747D-BCBE-DD0D-00FD-16F2F56E940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8BA27E0-C80A-D311-CCE9-FCB8435FA6D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B3CA2DC-601D-0006-15AA-54B56F1D751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557D420-57C5-868F-A779-BF44CFC09E85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5C3CCAD-C555-D7F4-23F4-2244B1201801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69" name="Groep 68">
                <a:extLst>
                  <a:ext uri="{FF2B5EF4-FFF2-40B4-BE49-F238E27FC236}">
                    <a16:creationId xmlns:a16="http://schemas.microsoft.com/office/drawing/2014/main" id="{884FFE22-3D7D-2A2F-0CB1-5A9734DC4C4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F2F3268B-1DFB-074D-49B7-2BDEB3E4C94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79" name="Groep 78">
                    <a:extLst>
                      <a:ext uri="{FF2B5EF4-FFF2-40B4-BE49-F238E27FC236}">
                        <a16:creationId xmlns:a16="http://schemas.microsoft.com/office/drawing/2014/main" id="{42F389F5-0C41-A6D5-4FA1-171A8ED6BEE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82" name="Rechthoek 81">
                      <a:extLst>
                        <a:ext uri="{FF2B5EF4-FFF2-40B4-BE49-F238E27FC236}">
                          <a16:creationId xmlns:a16="http://schemas.microsoft.com/office/drawing/2014/main" id="{928A756D-44BB-9FC0-8C9B-C1ED268AEA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" name="Rechthoek 82">
                      <a:extLst>
                        <a:ext uri="{FF2B5EF4-FFF2-40B4-BE49-F238E27FC236}">
                          <a16:creationId xmlns:a16="http://schemas.microsoft.com/office/drawing/2014/main" id="{FCEB55FC-D86E-6D69-3187-CB8EDD86267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4" name="Ovaal 83">
                      <a:extLst>
                        <a:ext uri="{FF2B5EF4-FFF2-40B4-BE49-F238E27FC236}">
                          <a16:creationId xmlns:a16="http://schemas.microsoft.com/office/drawing/2014/main" id="{5E917375-55B8-7010-91CC-0FE8C9A89B4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0" name="Afbeelding 79">
                    <a:extLst>
                      <a:ext uri="{FF2B5EF4-FFF2-40B4-BE49-F238E27FC236}">
                        <a16:creationId xmlns:a16="http://schemas.microsoft.com/office/drawing/2014/main" id="{637A90C8-F2EA-873B-90D5-8A8BA764A1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1" name="Afbeelding 80">
                    <a:extLst>
                      <a:ext uri="{FF2B5EF4-FFF2-40B4-BE49-F238E27FC236}">
                        <a16:creationId xmlns:a16="http://schemas.microsoft.com/office/drawing/2014/main" id="{535A9468-AFA5-EC58-EFEC-A571F8B31D0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08ECD9CF-B6DE-00CC-EE2D-49B77C92E02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7868EFD9-37FA-9068-C0B9-ADE6933C347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8F034925-D42D-5D16-16A8-D5AC0F2EE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5847DCD3-C76F-3E89-F437-C5754028A3D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7E3D2265-B6ED-F356-7223-CF4A7B4757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C0CDF9B4-75C2-82A5-9369-D46ADC65EBF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4DF1CE7C-E9E6-8B9C-1E32-907AC001439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71" name="Gelijkbenige driehoek 70">
                <a:extLst>
                  <a:ext uri="{FF2B5EF4-FFF2-40B4-BE49-F238E27FC236}">
                    <a16:creationId xmlns:a16="http://schemas.microsoft.com/office/drawing/2014/main" id="{84FB8A36-50FE-4AFD-BF7A-10E2B0EF97B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3" name="ICOON_info">
              <a:extLst>
                <a:ext uri="{FF2B5EF4-FFF2-40B4-BE49-F238E27FC236}">
                  <a16:creationId xmlns:a16="http://schemas.microsoft.com/office/drawing/2014/main" id="{48ACEE1B-242B-B5F0-194F-667EAA66EB0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67" name="Ovaal 66">
                <a:extLst>
                  <a:ext uri="{FF2B5EF4-FFF2-40B4-BE49-F238E27FC236}">
                    <a16:creationId xmlns:a16="http://schemas.microsoft.com/office/drawing/2014/main" id="{8F340F90-9197-5EF9-7D93-141F1C5999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Graphic 163" descr="Informatie">
                <a:extLst>
                  <a:ext uri="{FF2B5EF4-FFF2-40B4-BE49-F238E27FC236}">
                    <a16:creationId xmlns:a16="http://schemas.microsoft.com/office/drawing/2014/main" id="{50D41316-8DA3-A36E-7B44-324DD2A72A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9ED540E0-7070-DB13-59AB-ABF04EC6568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62" name="Inspireren">
                <a:extLst>
                  <a:ext uri="{FF2B5EF4-FFF2-40B4-BE49-F238E27FC236}">
                    <a16:creationId xmlns:a16="http://schemas.microsoft.com/office/drawing/2014/main" id="{62A04428-6E83-32B4-9FAB-DCB1667D037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64" name="Freeform 12">
                  <a:extLst>
                    <a:ext uri="{FF2B5EF4-FFF2-40B4-BE49-F238E27FC236}">
                      <a16:creationId xmlns:a16="http://schemas.microsoft.com/office/drawing/2014/main" id="{BC8457D2-173B-3BAB-5615-0AE5B82F2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5" name="Freeform 13">
                  <a:extLst>
                    <a:ext uri="{FF2B5EF4-FFF2-40B4-BE49-F238E27FC236}">
                      <a16:creationId xmlns:a16="http://schemas.microsoft.com/office/drawing/2014/main" id="{E13BEEA4-A04E-AE3C-53CD-59348AA1D7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66" name="Freeform 14">
                  <a:extLst>
                    <a:ext uri="{FF2B5EF4-FFF2-40B4-BE49-F238E27FC236}">
                      <a16:creationId xmlns:a16="http://schemas.microsoft.com/office/drawing/2014/main" id="{A5835AE3-E5C3-0B7C-B492-564AC14076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27FB5D2B-493D-E964-17BF-D365F4AB027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55" name="Groep 54">
              <a:extLst>
                <a:ext uri="{FF2B5EF4-FFF2-40B4-BE49-F238E27FC236}">
                  <a16:creationId xmlns:a16="http://schemas.microsoft.com/office/drawing/2014/main" id="{55274F88-BD65-7EC3-24B0-0C2420703DD1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7A6085FC-A172-67B5-BB8D-17001DC0A45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58" name="Vrije vorm: vorm 57">
                  <a:extLst>
                    <a:ext uri="{FF2B5EF4-FFF2-40B4-BE49-F238E27FC236}">
                      <a16:creationId xmlns:a16="http://schemas.microsoft.com/office/drawing/2014/main" id="{8C460B96-126F-1EEE-8106-D2C3CE2BE58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1A6CC070-0550-5850-74BE-1EB18A25D2C3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Vrije vorm: vorm 59">
                    <a:extLst>
                      <a:ext uri="{FF2B5EF4-FFF2-40B4-BE49-F238E27FC236}">
                        <a16:creationId xmlns:a16="http://schemas.microsoft.com/office/drawing/2014/main" id="{1202B739-C50C-952F-22A9-A2DBEE381B78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61" name="Vrije vorm: vorm 60">
                    <a:extLst>
                      <a:ext uri="{FF2B5EF4-FFF2-40B4-BE49-F238E27FC236}">
                        <a16:creationId xmlns:a16="http://schemas.microsoft.com/office/drawing/2014/main" id="{0F0FA3AA-1DED-70D1-F41C-9531BACAECC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57" name="Tekstvak 56">
                <a:extLst>
                  <a:ext uri="{FF2B5EF4-FFF2-40B4-BE49-F238E27FC236}">
                    <a16:creationId xmlns:a16="http://schemas.microsoft.com/office/drawing/2014/main" id="{2EE8E4D7-969D-CD7D-74C3-E18162B8F8E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361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image | 3x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63196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007254" y="1565274"/>
            <a:ext cx="3465135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</a:t>
            </a:r>
            <a:br>
              <a:rPr lang="en-GB" noProof="0" dirty="0"/>
            </a:br>
            <a:r>
              <a:rPr lang="en-GB" noProof="0" dirty="0"/>
              <a:t>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1BEDD91-7E11-7F78-0EB1-7A61AEAA1FC3}"/>
              </a:ext>
            </a:extLst>
          </p:cNvPr>
          <p:cNvGrpSpPr/>
          <p:nvPr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2820339-A155-C2DA-5D85-1A8A70891837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6961C930-793D-30B1-AC1E-F37D153838DF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E6CA0822-5A7D-01B7-67B7-72AE344145D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8FFBBD8-5578-28EF-FA1B-A0B704E1BCA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7FC817E7-5A61-D634-3703-AAB1BBE944E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A8BFC37-3D23-7F23-92C4-E60F9DE2C6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012F2198-FA74-4AEB-030B-4F62E89C93EF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6FFCC9BA-0FE5-6DE6-B88C-0EAF11CF4CD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6F1F168-F1B6-04AA-70A1-81E6CF7F5B08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D9EAC79E-1839-7C85-0B55-8C84A0ECB027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52550A1A-3BDD-E55D-669F-0BB27F2F91C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9CF74A4B-BB77-E9C9-08E8-7C7BD9A78E6B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6" name="Groep 45">
                    <a:extLst>
                      <a:ext uri="{FF2B5EF4-FFF2-40B4-BE49-F238E27FC236}">
                        <a16:creationId xmlns:a16="http://schemas.microsoft.com/office/drawing/2014/main" id="{4486B5C9-3E8A-2C5B-A620-EC874628EB3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1C0767B3-757F-89D7-F1B4-E990D162756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01FE88A9-1F9E-DE8F-8122-A542240BDE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Ovaal 50">
                      <a:extLst>
                        <a:ext uri="{FF2B5EF4-FFF2-40B4-BE49-F238E27FC236}">
                          <a16:creationId xmlns:a16="http://schemas.microsoft.com/office/drawing/2014/main" id="{5C5972BC-6B4B-8135-3095-DDB33A0AC0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5B62A33F-4BCF-D95A-63D2-C2D31ECA03C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CF326FF7-A89B-A394-24D9-34D0801F197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E9F9AFC9-F44B-0EEA-AE3D-7E090A28A75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C25A64C3-0F2E-346A-181C-A2FA9D28C8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B2BE2B41-F6F0-AB25-7D38-E170ED6821A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35F0D4D3-BFCD-B452-4F65-96DF194749C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9960AEAD-8CB3-84FA-B65D-0EB643A332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DF1021CD-36D0-EF67-730B-36367E1B08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A11B84C2-DCA7-50A0-7574-C562CA55F26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8" name="Gelijkbenige driehoek 37">
                <a:extLst>
                  <a:ext uri="{FF2B5EF4-FFF2-40B4-BE49-F238E27FC236}">
                    <a16:creationId xmlns:a16="http://schemas.microsoft.com/office/drawing/2014/main" id="{01F4FC81-A7BE-A3DF-305C-5252593B9F7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659DC2D3-96F0-8050-694C-44A67A579679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64EE95DD-EF7A-7797-9D56-47E5E7EF55A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raphic 163" descr="Informatie">
                <a:extLst>
                  <a:ext uri="{FF2B5EF4-FFF2-40B4-BE49-F238E27FC236}">
                    <a16:creationId xmlns:a16="http://schemas.microsoft.com/office/drawing/2014/main" id="{866667A0-93C8-1B83-28A5-F68E5D3DD90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6C13EA5-FB01-E446-D20C-CE31F2D2ED6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D854E2D5-E630-6E4D-2C9C-E43E5809F34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C7C23C67-E152-981A-0599-915F68294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CA4712CF-C6C5-F02F-DF6F-B6F3E57A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0EFCC7D7-5360-288B-55CE-D031D66BDC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BB1FA0C5-74E3-6395-EB06-85F2A649ADA3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84CE24E-1A41-6401-51A4-E142A49BE9DC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A4F3D131-9E41-8F32-049B-F8987CF2154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43398105-4A43-D472-F6F8-6E4F71A90E4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02ABAC87-F648-BAB6-0A09-F85CD3FF3AD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7FF17EC-FDAB-C3E5-33DC-82585BEECF8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8C53FCD-B8B8-729F-D8ED-C1414AFC8F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8E442BAC-76B0-CA2C-5ED4-D0F695C293F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522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|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image | 5x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47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9043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F3249781-074E-A875-B16D-B50D914483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76088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F0A1C48D-CC16-E6F4-8EB6-4ED779A2273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461739" y="1565274"/>
            <a:ext cx="2008023" cy="2401245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332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</a:t>
            </a:r>
            <a:br>
              <a:rPr lang="en-GB" noProof="0" dirty="0"/>
            </a:br>
            <a:r>
              <a:rPr lang="en-GB" noProof="0" dirty="0"/>
              <a:t>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A0E3E43A-7F53-A1B6-9718-E03EB7CACED5}"/>
              </a:ext>
            </a:extLst>
          </p:cNvPr>
          <p:cNvGrpSpPr/>
          <p:nvPr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8200CA-17D3-37BE-D275-4E510B099910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C52B005B-DFE8-D219-ED34-4A925CD3374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7547CCA6-FF94-E275-2C59-08F01F6333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FCDBAD4-61BC-E5B8-2689-52FBF923FFB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36CEA1BB-6A1A-7A2B-52BC-2A654FCD53B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435A2C1-288D-FD3D-C18D-B1C829ECA5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EF52C089-2E3E-52D9-1437-114FC559397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810B2407-0469-814E-88E3-304AA60EDF5C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DF8C078-39F0-2187-08F3-73CEE719435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749A02A-9780-3C48-8024-5209C134716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32E06948-C237-0DAF-527C-B61A8C19154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EF4C4060-F043-8A29-9F21-8C3F1046A1C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8" name="Groep 47">
                    <a:extLst>
                      <a:ext uri="{FF2B5EF4-FFF2-40B4-BE49-F238E27FC236}">
                        <a16:creationId xmlns:a16="http://schemas.microsoft.com/office/drawing/2014/main" id="{FFF34B06-FF44-AFD0-1680-853AD66FDD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8D0763BA-D2E9-B036-6E36-C6A99F75D40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3C9319DF-5232-122B-07DF-D9F76D801C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Ovaal 52">
                      <a:extLst>
                        <a:ext uri="{FF2B5EF4-FFF2-40B4-BE49-F238E27FC236}">
                          <a16:creationId xmlns:a16="http://schemas.microsoft.com/office/drawing/2014/main" id="{B0FB3FFE-7322-E2DD-8E8A-7750CC6FC30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23A6B195-D9EF-0E32-CA0B-2D221ADDA89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0EBED73B-124F-1B99-0424-ADF575CD106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ED7DA034-74EF-C7C2-B8AA-93316AF25AF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C0EF78E2-6267-E152-6147-8A5125E9E5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884C5A3-B370-7711-EEB2-537CA359B03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BFE67339-F951-CE41-9F1F-03039B0FA1C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0AD5692-032A-B084-E224-332AE1DACB4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EBAD3D83-D98D-425D-2E15-41B0342778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9F62CA87-1483-B839-895C-0B4CE565A8F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0" name="Gelijkbenige driehoek 39">
                <a:extLst>
                  <a:ext uri="{FF2B5EF4-FFF2-40B4-BE49-F238E27FC236}">
                    <a16:creationId xmlns:a16="http://schemas.microsoft.com/office/drawing/2014/main" id="{A583FB57-8434-EBE9-1790-5262A730636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" name="ICOON_info">
              <a:extLst>
                <a:ext uri="{FF2B5EF4-FFF2-40B4-BE49-F238E27FC236}">
                  <a16:creationId xmlns:a16="http://schemas.microsoft.com/office/drawing/2014/main" id="{AFEE2C5A-6B0A-E7FE-F573-B31CA047FA3E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85A16AD0-2DBD-A2EB-D958-6BA821B197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Graphic 163" descr="Informatie">
                <a:extLst>
                  <a:ext uri="{FF2B5EF4-FFF2-40B4-BE49-F238E27FC236}">
                    <a16:creationId xmlns:a16="http://schemas.microsoft.com/office/drawing/2014/main" id="{5DAF385E-2D5E-87DE-FE7E-9BB028A73E0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E1CA5E7D-2515-2552-D47E-01C94BDF9E3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1" name="Inspireren">
                <a:extLst>
                  <a:ext uri="{FF2B5EF4-FFF2-40B4-BE49-F238E27FC236}">
                    <a16:creationId xmlns:a16="http://schemas.microsoft.com/office/drawing/2014/main" id="{A6FFB968-B2E5-FDAD-4424-F5911DC0149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60750295-01BF-49A3-0E88-76C8CD6CBD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76B5E774-8A39-9479-5698-A2AD37518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5" name="Freeform 14">
                  <a:extLst>
                    <a:ext uri="{FF2B5EF4-FFF2-40B4-BE49-F238E27FC236}">
                      <a16:creationId xmlns:a16="http://schemas.microsoft.com/office/drawing/2014/main" id="{843BD78B-6440-32E7-5230-5F86091EC9E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1BE2473F-CBEA-2BAE-AB58-22F9CCBA9AFD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6D974928-309B-8EE2-9125-1E515AB01D33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5" name="Groep 24">
                <a:extLst>
                  <a:ext uri="{FF2B5EF4-FFF2-40B4-BE49-F238E27FC236}">
                    <a16:creationId xmlns:a16="http://schemas.microsoft.com/office/drawing/2014/main" id="{49C5526B-71F9-B8DD-557E-B6E417F9E70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7" name="Vrije vorm: vorm 26">
                  <a:extLst>
                    <a:ext uri="{FF2B5EF4-FFF2-40B4-BE49-F238E27FC236}">
                      <a16:creationId xmlns:a16="http://schemas.microsoft.com/office/drawing/2014/main" id="{CC9CF50E-686E-9602-D618-9A4E4CE65C49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8" name="Groep 27">
                  <a:extLst>
                    <a:ext uri="{FF2B5EF4-FFF2-40B4-BE49-F238E27FC236}">
                      <a16:creationId xmlns:a16="http://schemas.microsoft.com/office/drawing/2014/main" id="{1BA39192-088B-2668-9BDA-5A08B47F8F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BF49DE5B-DC59-607C-F2AE-5E7E0909AE51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0" name="Vrije vorm: vorm 29">
                    <a:extLst>
                      <a:ext uri="{FF2B5EF4-FFF2-40B4-BE49-F238E27FC236}">
                        <a16:creationId xmlns:a16="http://schemas.microsoft.com/office/drawing/2014/main" id="{83E1E69C-61A8-769E-82D2-E36E930D304B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6969B41F-B5FF-F469-B023-3644137AC52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434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| 8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/>
        </p:nvSpPr>
        <p:spPr>
          <a:xfrm>
            <a:off x="0" y="-441330"/>
            <a:ext cx="183595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Text + image | 8x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B990ADF-91B8-4E79-82C1-A3A57F190D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05F46-F99B-7E73-16E0-CD2C01ED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goes here</a:t>
            </a:r>
            <a:endParaRPr lang="en-GB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91EA6725-0188-65AD-72C1-4C7BD74C71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8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F2DF1597-DFE8-6644-F887-E67950E326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52029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810D3D24-77AF-21F9-A7DC-EAC87BBBAD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920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52797F0B-0AF1-F7E9-0750-13796D37383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17812" y="1565275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5F313C6-9854-9ED7-895D-E50D00D3194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9138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BE5F5E03-4E60-317C-16DE-CC9BFA27400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52029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6D5AE00A-4952-4650-00D2-088812CF609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920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20" name="Tijdelijke aanduiding voor afbeelding 16">
            <a:extLst>
              <a:ext uri="{FF2B5EF4-FFF2-40B4-BE49-F238E27FC236}">
                <a16:creationId xmlns:a16="http://schemas.microsoft.com/office/drawing/2014/main" id="{306A1CD5-9B56-C6CC-4635-1C924F009B0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917812" y="3873957"/>
            <a:ext cx="2553463" cy="2129760"/>
          </a:xfr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</a:t>
            </a:r>
            <a:br>
              <a:rPr lang="en-GB" noProof="0" dirty="0"/>
            </a:br>
            <a:r>
              <a:rPr lang="en-GB" noProof="0" dirty="0"/>
              <a:t>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B5B2E14-BE84-BCEB-9AC3-EEDB2B723C44}"/>
              </a:ext>
            </a:extLst>
          </p:cNvPr>
          <p:cNvGrpSpPr/>
          <p:nvPr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6A04E10-5665-EB80-FAD8-F675B240DC23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1257885-B6DA-DB4A-8CC7-1328C4A68A7B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30315B7A-18FD-B178-357A-1F4C5440026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174BFAC-0F16-F3CD-AB7B-2E11A27AF44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F39497E-BA05-10A9-E984-07063809D74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53F2B080-A614-9B47-601D-AEEBF2038EC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B24963F-C8E3-B24C-8CAD-A30D8B558C25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6BDAAF35-0FF4-74CD-31C5-D987A2862A2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31265B2-769C-5458-629C-AD17D757943D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1E914D9A-BB84-A9B7-D52F-147F5807070D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9DDA8086-293C-2A67-6D52-75CC30369B0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34A2D32E-1F3F-4227-1A84-3AEDE2465BB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1" name="Groep 50">
                    <a:extLst>
                      <a:ext uri="{FF2B5EF4-FFF2-40B4-BE49-F238E27FC236}">
                        <a16:creationId xmlns:a16="http://schemas.microsoft.com/office/drawing/2014/main" id="{01856909-64A5-463F-5163-AD91C76BEE7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A43CC0AA-532C-1137-5C22-3FDD91E29A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Rechthoek 54">
                      <a:extLst>
                        <a:ext uri="{FF2B5EF4-FFF2-40B4-BE49-F238E27FC236}">
                          <a16:creationId xmlns:a16="http://schemas.microsoft.com/office/drawing/2014/main" id="{4CA0B3D9-19A9-33E3-4581-40AB2C4CB82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6" name="Ovaal 55">
                      <a:extLst>
                        <a:ext uri="{FF2B5EF4-FFF2-40B4-BE49-F238E27FC236}">
                          <a16:creationId xmlns:a16="http://schemas.microsoft.com/office/drawing/2014/main" id="{06226EF2-ECAD-CF83-2DBF-0DC9810CCD3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2" name="Afbeelding 51">
                    <a:extLst>
                      <a:ext uri="{FF2B5EF4-FFF2-40B4-BE49-F238E27FC236}">
                        <a16:creationId xmlns:a16="http://schemas.microsoft.com/office/drawing/2014/main" id="{F7E58752-4579-1268-E934-2636C5688C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3" name="Afbeelding 52">
                    <a:extLst>
                      <a:ext uri="{FF2B5EF4-FFF2-40B4-BE49-F238E27FC236}">
                        <a16:creationId xmlns:a16="http://schemas.microsoft.com/office/drawing/2014/main" id="{8812E136-8448-D3FA-BB8E-F9C78E5530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2C8EF9AE-11C9-B2FF-60C0-38F4F8B1D32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0F40C97F-1BDD-3698-D9F6-244DDE629C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0" name="Rechthoek 49">
                    <a:extLst>
                      <a:ext uri="{FF2B5EF4-FFF2-40B4-BE49-F238E27FC236}">
                        <a16:creationId xmlns:a16="http://schemas.microsoft.com/office/drawing/2014/main" id="{96902304-93AF-9BC8-2EB5-1A4E1B75481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6" name="Groep 45">
                  <a:extLst>
                    <a:ext uri="{FF2B5EF4-FFF2-40B4-BE49-F238E27FC236}">
                      <a16:creationId xmlns:a16="http://schemas.microsoft.com/office/drawing/2014/main" id="{2521AAC5-33A0-F6EF-60C0-9461A95BCF6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17F38B84-DA9B-40A7-58DC-9DC147FAE96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702DE6E3-6279-76AB-C77D-8768786086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6B642DE9-EB8A-F0E3-60A4-D910D5AFDB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3" name="Gelijkbenige driehoek 42">
                <a:extLst>
                  <a:ext uri="{FF2B5EF4-FFF2-40B4-BE49-F238E27FC236}">
                    <a16:creationId xmlns:a16="http://schemas.microsoft.com/office/drawing/2014/main" id="{6353C08C-FA3D-FB3D-8A97-00D623FCC50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030E1DAE-0AF9-0F8B-9FB8-F0243DD24CCB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66BD7785-19CD-67DE-9656-F6935ED9423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Graphic 163" descr="Informatie">
                <a:extLst>
                  <a:ext uri="{FF2B5EF4-FFF2-40B4-BE49-F238E27FC236}">
                    <a16:creationId xmlns:a16="http://schemas.microsoft.com/office/drawing/2014/main" id="{9B462E07-E5CE-82E4-843E-6261EE84939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9B15E22-9455-C06D-36AF-3631E3E76FE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34" name="Inspireren">
                <a:extLst>
                  <a:ext uri="{FF2B5EF4-FFF2-40B4-BE49-F238E27FC236}">
                    <a16:creationId xmlns:a16="http://schemas.microsoft.com/office/drawing/2014/main" id="{B6CB7955-883F-36A7-AACD-06C1DE7D11E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B3B3EF27-68C2-61F0-12C3-76DBC71A63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1B6C3523-3C33-D9B2-8539-AF66D032A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8" name="Freeform 14">
                  <a:extLst>
                    <a:ext uri="{FF2B5EF4-FFF2-40B4-BE49-F238E27FC236}">
                      <a16:creationId xmlns:a16="http://schemas.microsoft.com/office/drawing/2014/main" id="{39FDF4F7-04E6-9A05-0D75-978B1B3807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72D21BEA-A69C-16A6-DCC7-CA3006D1232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80626468-5D29-A9DB-66B7-1E4726E386E4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27992852-BCC4-126C-8321-ACA295BFDA62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30" name="Vrije vorm: vorm 29">
                  <a:extLst>
                    <a:ext uri="{FF2B5EF4-FFF2-40B4-BE49-F238E27FC236}">
                      <a16:creationId xmlns:a16="http://schemas.microsoft.com/office/drawing/2014/main" id="{1B5825DA-3CAF-4502-1DB0-D5AD050257BD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E633C8F6-2BB3-F3B2-65B1-EE43B8FC7D3B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2" name="Vrije vorm: vorm 31">
                    <a:extLst>
                      <a:ext uri="{FF2B5EF4-FFF2-40B4-BE49-F238E27FC236}">
                        <a16:creationId xmlns:a16="http://schemas.microsoft.com/office/drawing/2014/main" id="{13F1A64B-6C10-11FF-0F9A-315E2F499FD6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33" name="Vrije vorm: vorm 32">
                    <a:extLst>
                      <a:ext uri="{FF2B5EF4-FFF2-40B4-BE49-F238E27FC236}">
                        <a16:creationId xmlns:a16="http://schemas.microsoft.com/office/drawing/2014/main" id="{228AE0C0-4720-B79B-2A72-A4C9EAD28A6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E95F67C1-91F8-1589-A683-24D5B4E6B39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426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17CC9AC3-D9AB-29D8-6FE9-89ABF562749F}"/>
              </a:ext>
            </a:extLst>
          </p:cNvPr>
          <p:cNvSpPr/>
          <p:nvPr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Custom #1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FB7B2255-55E9-265C-8D2D-CD4015864A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83643" cy="685800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</a:t>
            </a:r>
            <a:br>
              <a:rPr lang="en-GB" noProof="0" dirty="0"/>
            </a:br>
            <a:r>
              <a:rPr lang="en-GB" noProof="0" dirty="0"/>
              <a:t>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07A92A2F-B28E-1AA4-B7E6-A22A1775A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362" y="6216736"/>
            <a:ext cx="961200" cy="381600"/>
          </a:xfrm>
          <a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3" b="53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133248AD-A0A6-2D3B-438C-304B5EF815A9}"/>
              </a:ext>
            </a:extLst>
          </p:cNvPr>
          <p:cNvGrpSpPr/>
          <p:nvPr/>
        </p:nvGrpSpPr>
        <p:grpSpPr>
          <a:xfrm>
            <a:off x="-3786165" y="-1"/>
            <a:ext cx="3693386" cy="6640349"/>
            <a:chOff x="-3786165" y="-1"/>
            <a:chExt cx="3693386" cy="6640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84B57176-6381-2658-EAC8-53F5B9AE3AB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D7A6116A-ED1E-3B64-4A50-CB00B8CBAA6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CC547444-80ED-529A-5F0B-7AB4BAC6AEBB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554F99AC-DE0A-0C96-3C09-83A1F519C53E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B62EF6E-3E46-BAF1-107C-4B52A9EBA7D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3E8D66F-D464-1A68-F87A-623BB632C035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481C4E-806D-6479-6F69-E6CD84F2ED1E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EA8BC04-D980-7068-7FE5-DA9973C62957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B8E3829-1E33-57F5-F9BA-8BCF0A2592FD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FB41667F-93A4-24C5-523D-482A73C650E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C0AF4A3F-6B37-88A6-4CC8-22DA55E5DA6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3AEF362C-E2AB-29A4-DFF0-CF9BB9AEFA3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1" name="Rechthoek: afgeronde hoeken 70">
                  <a:extLst>
                    <a:ext uri="{FF2B5EF4-FFF2-40B4-BE49-F238E27FC236}">
                      <a16:creationId xmlns:a16="http://schemas.microsoft.com/office/drawing/2014/main" id="{7A7569BE-476B-D15D-1F04-6B9A5315F10D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C7911B75-8C19-886B-41FC-0AB2981ADF4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34512AB1-2B48-0756-A801-ABF43E269DA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B0383D3D-0F6A-8D49-FE9E-F623C63B482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8B368D1-F727-1163-7316-69040A0C404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23CEDC4C-0285-4631-02E3-E4561F8B26E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9" name="Groep 58">
                <a:extLst>
                  <a:ext uri="{FF2B5EF4-FFF2-40B4-BE49-F238E27FC236}">
                    <a16:creationId xmlns:a16="http://schemas.microsoft.com/office/drawing/2014/main" id="{64827018-4DEE-07CC-0540-715F04C86007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3" name="Groep 62">
                  <a:extLst>
                    <a:ext uri="{FF2B5EF4-FFF2-40B4-BE49-F238E27FC236}">
                      <a16:creationId xmlns:a16="http://schemas.microsoft.com/office/drawing/2014/main" id="{276300A3-9ADC-B42D-DEDD-4875A5743A81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5" name="Rechthoek: afgeronde hoeken 64">
                    <a:extLst>
                      <a:ext uri="{FF2B5EF4-FFF2-40B4-BE49-F238E27FC236}">
                        <a16:creationId xmlns:a16="http://schemas.microsoft.com/office/drawing/2014/main" id="{E570D19C-E531-91C5-90FC-3928FB50A32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AE74BC55-03C3-7B72-4866-367E98D6C83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2630DA57-E337-D891-B33F-8E625E9E76D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F8555A2D-ABB9-D838-A024-040DE3F4E5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1E5EE0E-9881-331D-DF7B-2187570B6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67138DF9-A551-A9D3-68B6-B54FAB78BC8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4" name="Boog 63">
                  <a:extLst>
                    <a:ext uri="{FF2B5EF4-FFF2-40B4-BE49-F238E27FC236}">
                      <a16:creationId xmlns:a16="http://schemas.microsoft.com/office/drawing/2014/main" id="{E81D3D0A-8805-6A16-9BF6-A20E047254D0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A9E0FAAC-8DD1-3D73-1CA9-5D2F3A00E227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0976B0B1-25C0-BFF0-37D5-4EB32C9AC32D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2" name="Vrije vorm: vorm 61">
                <a:extLst>
                  <a:ext uri="{FF2B5EF4-FFF2-40B4-BE49-F238E27FC236}">
                    <a16:creationId xmlns:a16="http://schemas.microsoft.com/office/drawing/2014/main" id="{232A06D6-54EE-9ED9-01F3-E91BE9F8E15B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98E1E616-7B5B-F74D-B980-985B2AA7C426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98D9ED74-1AD5-5014-DF30-3D4842CA966F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7" name="ICOON_info">
                <a:extLst>
                  <a:ext uri="{FF2B5EF4-FFF2-40B4-BE49-F238E27FC236}">
                    <a16:creationId xmlns:a16="http://schemas.microsoft.com/office/drawing/2014/main" id="{9B88CCA6-5B35-458B-0E8A-63F5A9E1F54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4" name="Ovaal 53">
                  <a:extLst>
                    <a:ext uri="{FF2B5EF4-FFF2-40B4-BE49-F238E27FC236}">
                      <a16:creationId xmlns:a16="http://schemas.microsoft.com/office/drawing/2014/main" id="{AD65FAE4-EC0E-A22F-AA95-55B638FAD1AF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Graphic 163" descr="Informatie">
                  <a:extLst>
                    <a:ext uri="{FF2B5EF4-FFF2-40B4-BE49-F238E27FC236}">
                      <a16:creationId xmlns:a16="http://schemas.microsoft.com/office/drawing/2014/main" id="{4233DE8C-3F14-C8DD-635A-9D426BAE81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FDA1C175-CECC-604D-3734-99E3964F5268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9" name="Inspireren">
                  <a:extLst>
                    <a:ext uri="{FF2B5EF4-FFF2-40B4-BE49-F238E27FC236}">
                      <a16:creationId xmlns:a16="http://schemas.microsoft.com/office/drawing/2014/main" id="{E7765A71-94D8-CDE8-96C2-1CD685DDE61C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Freeform 12">
                    <a:extLst>
                      <a:ext uri="{FF2B5EF4-FFF2-40B4-BE49-F238E27FC236}">
                        <a16:creationId xmlns:a16="http://schemas.microsoft.com/office/drawing/2014/main" id="{C20174A2-3C20-245C-1E00-6561A39EA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3">
                    <a:extLst>
                      <a:ext uri="{FF2B5EF4-FFF2-40B4-BE49-F238E27FC236}">
                        <a16:creationId xmlns:a16="http://schemas.microsoft.com/office/drawing/2014/main" id="{FF1CE016-5CF4-C0F0-84BC-5C1A4E327F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3" name="Freeform 14">
                    <a:extLst>
                      <a:ext uri="{FF2B5EF4-FFF2-40B4-BE49-F238E27FC236}">
                        <a16:creationId xmlns:a16="http://schemas.microsoft.com/office/drawing/2014/main" id="{84345FED-FB36-DB21-33EA-41564C7DF3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50" name="Tekstvak 49">
                  <a:extLst>
                    <a:ext uri="{FF2B5EF4-FFF2-40B4-BE49-F238E27FC236}">
                      <a16:creationId xmlns:a16="http://schemas.microsoft.com/office/drawing/2014/main" id="{BE1E7670-35A1-6B6B-8583-A84BDD20458D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AF765724-9C66-95D7-6070-3B3B15783E9C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E93A3E43-818E-6CC3-3F7B-B0F337BB690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FF37F186-F0B9-EED9-B225-71484620096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0" name="Groep 39">
                    <a:extLst>
                      <a:ext uri="{FF2B5EF4-FFF2-40B4-BE49-F238E27FC236}">
                        <a16:creationId xmlns:a16="http://schemas.microsoft.com/office/drawing/2014/main" id="{6BD11237-19B4-5185-FFF1-8C8A14FF8EC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3D83449F-FB8C-AF05-3B2C-42C87126BAB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9CDDDB78-4AAD-3638-2ED6-323D651F7FC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Ovaal 44">
                      <a:extLst>
                        <a:ext uri="{FF2B5EF4-FFF2-40B4-BE49-F238E27FC236}">
                          <a16:creationId xmlns:a16="http://schemas.microsoft.com/office/drawing/2014/main" id="{F2B22B3D-1CBF-3344-FCD7-5518FFECBC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190B7933-2492-FD86-F2EB-E8A5F51F6E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DEE37091-CE67-952C-4C95-C1956352AE5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7A54D89E-DBB7-5416-47D7-56CE8C3AC54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3231722A-E3C0-BAEA-FD3E-D9671AEBFC4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35DC297C-69E0-021B-0180-64DBBCD551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4DB9BDF5-BDB5-6ADF-3FC7-B98825E7472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51F6AB17-4D72-AADE-4691-561D8FE7CD9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E06707BD-8D58-4B7E-9FBD-873CBA4D9B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FCBDD2E-52D0-C77E-9BC9-322056F973A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2" name="Gelijkbenige driehoek 31">
                <a:extLst>
                  <a:ext uri="{FF2B5EF4-FFF2-40B4-BE49-F238E27FC236}">
                    <a16:creationId xmlns:a16="http://schemas.microsoft.com/office/drawing/2014/main" id="{B5A5A520-81D4-6646-B913-48ABF3062F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639171F4-F349-A96C-AB4E-BA447DAF2C3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0AA92F3A-EA27-C75D-0F6A-A66F373980A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1C8FD130-EB1E-A8E8-D3D1-EE0F312980E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21267EF-4526-4C7E-7E80-C111BC8FE00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4" name="Groep 23">
                <a:extLst>
                  <a:ext uri="{FF2B5EF4-FFF2-40B4-BE49-F238E27FC236}">
                    <a16:creationId xmlns:a16="http://schemas.microsoft.com/office/drawing/2014/main" id="{9C99F11D-A747-1125-3BA5-AAE89C907FFE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6" name="Vrije vorm: vorm 25">
                  <a:extLst>
                    <a:ext uri="{FF2B5EF4-FFF2-40B4-BE49-F238E27FC236}">
                      <a16:creationId xmlns:a16="http://schemas.microsoft.com/office/drawing/2014/main" id="{2A320BCF-281D-1D04-73A6-F3E8B18CD0A7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7" name="Groep 26">
                  <a:extLst>
                    <a:ext uri="{FF2B5EF4-FFF2-40B4-BE49-F238E27FC236}">
                      <a16:creationId xmlns:a16="http://schemas.microsoft.com/office/drawing/2014/main" id="{0DBFF3F2-CAF2-C5C4-B710-AB08E289527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2FC58FA6-B03C-87DE-F027-9E478190EA5A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9" name="Vrije vorm: vorm 28">
                    <a:extLst>
                      <a:ext uri="{FF2B5EF4-FFF2-40B4-BE49-F238E27FC236}">
                        <a16:creationId xmlns:a16="http://schemas.microsoft.com/office/drawing/2014/main" id="{7913F690-116B-4778-BE13-1AD2B05345D4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E7A88F5A-AA24-CCF1-7B20-1908D65F2FE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834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40562B5D-4BCD-1D4E-BB65-7F5FCBABE005}"/>
              </a:ext>
            </a:extLst>
          </p:cNvPr>
          <p:cNvSpPr/>
          <p:nvPr/>
        </p:nvSpPr>
        <p:spPr>
          <a:xfrm>
            <a:off x="-10751" y="0"/>
            <a:ext cx="12202751" cy="6858000"/>
          </a:xfrm>
          <a:custGeom>
            <a:avLst/>
            <a:gdLst>
              <a:gd name="connsiteX0" fmla="*/ 9196825 w 12202751"/>
              <a:gd name="connsiteY0" fmla="*/ 6253791 h 6858000"/>
              <a:gd name="connsiteX1" fmla="*/ 9228283 w 12202751"/>
              <a:gd name="connsiteY1" fmla="*/ 6260764 h 6858000"/>
              <a:gd name="connsiteX2" fmla="*/ 9319129 w 12202751"/>
              <a:gd name="connsiteY2" fmla="*/ 6797771 h 6858000"/>
              <a:gd name="connsiteX3" fmla="*/ 9315062 w 12202751"/>
              <a:gd name="connsiteY3" fmla="*/ 6858000 h 6858000"/>
              <a:gd name="connsiteX4" fmla="*/ 8712780 w 12202751"/>
              <a:gd name="connsiteY4" fmla="*/ 6858000 h 6858000"/>
              <a:gd name="connsiteX5" fmla="*/ 8752852 w 12202751"/>
              <a:gd name="connsiteY5" fmla="*/ 6786092 h 6858000"/>
              <a:gd name="connsiteX6" fmla="*/ 9165949 w 12202751"/>
              <a:gd name="connsiteY6" fmla="*/ 6254507 h 6858000"/>
              <a:gd name="connsiteX7" fmla="*/ 9196825 w 12202751"/>
              <a:gd name="connsiteY7" fmla="*/ 6253791 h 6858000"/>
              <a:gd name="connsiteX8" fmla="*/ 6322661 w 12202751"/>
              <a:gd name="connsiteY8" fmla="*/ 860036 h 6858000"/>
              <a:gd name="connsiteX9" fmla="*/ 6406295 w 12202751"/>
              <a:gd name="connsiteY9" fmla="*/ 923793 h 6858000"/>
              <a:gd name="connsiteX10" fmla="*/ 6343263 w 12202751"/>
              <a:gd name="connsiteY10" fmla="*/ 1578190 h 6858000"/>
              <a:gd name="connsiteX11" fmla="*/ 3612233 w 12202751"/>
              <a:gd name="connsiteY11" fmla="*/ 6735009 h 6858000"/>
              <a:gd name="connsiteX12" fmla="*/ 3592717 w 12202751"/>
              <a:gd name="connsiteY12" fmla="*/ 6858000 h 6858000"/>
              <a:gd name="connsiteX13" fmla="*/ 0 w 12202751"/>
              <a:gd name="connsiteY13" fmla="*/ 6858000 h 6858000"/>
              <a:gd name="connsiteX14" fmla="*/ 0 w 12202751"/>
              <a:gd name="connsiteY14" fmla="*/ 6632489 h 6858000"/>
              <a:gd name="connsiteX15" fmla="*/ 339610 w 12202751"/>
              <a:gd name="connsiteY15" fmla="*/ 6322172 h 6858000"/>
              <a:gd name="connsiteX16" fmla="*/ 5674132 w 12202751"/>
              <a:gd name="connsiteY16" fmla="*/ 1607274 h 6858000"/>
              <a:gd name="connsiteX17" fmla="*/ 6322661 w 12202751"/>
              <a:gd name="connsiteY17" fmla="*/ 860036 h 6858000"/>
              <a:gd name="connsiteX18" fmla="*/ 11650950 w 12202751"/>
              <a:gd name="connsiteY18" fmla="*/ 0 h 6858000"/>
              <a:gd name="connsiteX19" fmla="*/ 12202751 w 12202751"/>
              <a:gd name="connsiteY19" fmla="*/ 0 h 6858000"/>
              <a:gd name="connsiteX20" fmla="*/ 12202751 w 12202751"/>
              <a:gd name="connsiteY20" fmla="*/ 4442690 h 6858000"/>
              <a:gd name="connsiteX21" fmla="*/ 12090669 w 12202751"/>
              <a:gd name="connsiteY21" fmla="*/ 4422014 h 6858000"/>
              <a:gd name="connsiteX22" fmla="*/ 10571396 w 12202751"/>
              <a:gd name="connsiteY22" fmla="*/ 2213198 h 6858000"/>
              <a:gd name="connsiteX23" fmla="*/ 11525799 w 12202751"/>
              <a:gd name="connsiteY23" fmla="*/ 135882 h 6858000"/>
              <a:gd name="connsiteX24" fmla="*/ 0 w 12202751"/>
              <a:gd name="connsiteY24" fmla="*/ 0 h 6858000"/>
              <a:gd name="connsiteX25" fmla="*/ 2054194 w 12202751"/>
              <a:gd name="connsiteY25" fmla="*/ 0 h 6858000"/>
              <a:gd name="connsiteX26" fmla="*/ 1941123 w 12202751"/>
              <a:gd name="connsiteY26" fmla="*/ 75811 h 6858000"/>
              <a:gd name="connsiteX27" fmla="*/ 206525 w 12202751"/>
              <a:gd name="connsiteY27" fmla="*/ 1437904 h 6858000"/>
              <a:gd name="connsiteX28" fmla="*/ 0 w 12202751"/>
              <a:gd name="connsiteY28" fmla="*/ 16323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202751" h="6858000">
                <a:moveTo>
                  <a:pt x="9196825" y="6253791"/>
                </a:moveTo>
                <a:cubicBezTo>
                  <a:pt x="9207202" y="6254820"/>
                  <a:pt x="9217676" y="6257130"/>
                  <a:pt x="9228283" y="6260764"/>
                </a:cubicBezTo>
                <a:cubicBezTo>
                  <a:pt x="9307834" y="6289395"/>
                  <a:pt x="9333091" y="6516346"/>
                  <a:pt x="9319129" y="6797771"/>
                </a:cubicBezTo>
                <a:lnTo>
                  <a:pt x="9315062" y="6858000"/>
                </a:lnTo>
                <a:lnTo>
                  <a:pt x="8712780" y="6858000"/>
                </a:lnTo>
                <a:lnTo>
                  <a:pt x="8752852" y="6786092"/>
                </a:lnTo>
                <a:cubicBezTo>
                  <a:pt x="8924836" y="6476801"/>
                  <a:pt x="9040774" y="6272774"/>
                  <a:pt x="9165949" y="6254507"/>
                </a:cubicBezTo>
                <a:cubicBezTo>
                  <a:pt x="9176167" y="6253017"/>
                  <a:pt x="9186447" y="6252763"/>
                  <a:pt x="9196825" y="6253791"/>
                </a:cubicBezTo>
                <a:close/>
                <a:moveTo>
                  <a:pt x="6322661" y="860036"/>
                </a:moveTo>
                <a:cubicBezTo>
                  <a:pt x="6359190" y="857387"/>
                  <a:pt x="6388114" y="876530"/>
                  <a:pt x="6406295" y="923793"/>
                </a:cubicBezTo>
                <a:cubicBezTo>
                  <a:pt x="6454783" y="1049825"/>
                  <a:pt x="6420842" y="1229178"/>
                  <a:pt x="6343263" y="1578190"/>
                </a:cubicBezTo>
                <a:cubicBezTo>
                  <a:pt x="5856638" y="3709453"/>
                  <a:pt x="3958041" y="5234882"/>
                  <a:pt x="3612233" y="6735009"/>
                </a:cubicBezTo>
                <a:lnTo>
                  <a:pt x="3592717" y="6858000"/>
                </a:lnTo>
                <a:lnTo>
                  <a:pt x="0" y="6858000"/>
                </a:lnTo>
                <a:lnTo>
                  <a:pt x="0" y="6632489"/>
                </a:lnTo>
                <a:lnTo>
                  <a:pt x="339610" y="6322172"/>
                </a:lnTo>
                <a:cubicBezTo>
                  <a:pt x="2196386" y="4691797"/>
                  <a:pt x="4577580" y="3447091"/>
                  <a:pt x="5674132" y="1607274"/>
                </a:cubicBezTo>
                <a:cubicBezTo>
                  <a:pt x="5863234" y="1292194"/>
                  <a:pt x="6164370" y="871513"/>
                  <a:pt x="6322661" y="860036"/>
                </a:cubicBezTo>
                <a:close/>
                <a:moveTo>
                  <a:pt x="11650950" y="0"/>
                </a:moveTo>
                <a:lnTo>
                  <a:pt x="12202751" y="0"/>
                </a:lnTo>
                <a:lnTo>
                  <a:pt x="12202751" y="4442690"/>
                </a:lnTo>
                <a:lnTo>
                  <a:pt x="12090669" y="4422014"/>
                </a:lnTo>
                <a:cubicBezTo>
                  <a:pt x="11211465" y="4223417"/>
                  <a:pt x="10568413" y="3552240"/>
                  <a:pt x="10571396" y="2213198"/>
                </a:cubicBezTo>
                <a:cubicBezTo>
                  <a:pt x="10572439" y="1498198"/>
                  <a:pt x="10939503" y="807920"/>
                  <a:pt x="11525799" y="135882"/>
                </a:cubicBezTo>
                <a:close/>
                <a:moveTo>
                  <a:pt x="0" y="0"/>
                </a:moveTo>
                <a:lnTo>
                  <a:pt x="2054194" y="0"/>
                </a:lnTo>
                <a:lnTo>
                  <a:pt x="1941123" y="75811"/>
                </a:lnTo>
                <a:cubicBezTo>
                  <a:pt x="1355823" y="476321"/>
                  <a:pt x="767225" y="928929"/>
                  <a:pt x="206525" y="1437904"/>
                </a:cubicBezTo>
                <a:lnTo>
                  <a:pt x="0" y="1632346"/>
                </a:lnTo>
                <a:close/>
              </a:path>
            </a:pathLst>
          </a:custGeom>
          <a:solidFill>
            <a:srgbClr val="00B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/>
              <a:t> </a:t>
            </a:r>
            <a:endParaRPr lang="en-GB" sz="160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Custom #2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2B460069-16B0-DE5C-7C45-BAB07D3C0B9F}"/>
              </a:ext>
            </a:extLst>
          </p:cNvPr>
          <p:cNvSpPr/>
          <p:nvPr/>
        </p:nvSpPr>
        <p:spPr>
          <a:xfrm>
            <a:off x="-10751" y="3282846"/>
            <a:ext cx="12192000" cy="357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5" name="Tijdelijke aanduiding voor afbeelding 16">
            <a:extLst>
              <a:ext uri="{FF2B5EF4-FFF2-40B4-BE49-F238E27FC236}">
                <a16:creationId xmlns:a16="http://schemas.microsoft.com/office/drawing/2014/main" id="{2BDB1DBC-B9F0-84CD-43BD-7C1A120AA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079" y="719138"/>
            <a:ext cx="3318867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and click on ‘Insert’.</a:t>
            </a:r>
          </a:p>
        </p:txBody>
      </p:sp>
      <p:grpSp>
        <p:nvGrpSpPr>
          <p:cNvPr id="77" name="INSTRUCTION">
            <a:extLst>
              <a:ext uri="{FF2B5EF4-FFF2-40B4-BE49-F238E27FC236}">
                <a16:creationId xmlns:a16="http://schemas.microsoft.com/office/drawing/2014/main" id="{6727D08B-166C-E220-C65A-4C6CF286CBC0}"/>
              </a:ext>
            </a:extLst>
          </p:cNvPr>
          <p:cNvGrpSpPr/>
          <p:nvPr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982C114D-4EFE-C875-84BD-A1CE7AD31CB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F5F23281-7424-FD20-47C9-D062D2185EB2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4C243F47-F3A7-733B-E9A3-262CD6642BF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089F710C-E487-E596-3890-24CEF5FCE9D0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Ovaal 81">
              <a:extLst>
                <a:ext uri="{FF2B5EF4-FFF2-40B4-BE49-F238E27FC236}">
                  <a16:creationId xmlns:a16="http://schemas.microsoft.com/office/drawing/2014/main" id="{BB4E3693-18B2-F2AE-2B86-4D729CD8ED6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DB2448-43DC-D522-A2AF-2F7F78AA844E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4F7C7F5-84EE-08A5-C2A8-D40863C44DF7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36C87FE6-659D-FB5D-2B4D-4C68F02586CD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8D0654E8-0407-3E0C-07B6-54D13B858C4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7" name="Groep 86">
              <a:extLst>
                <a:ext uri="{FF2B5EF4-FFF2-40B4-BE49-F238E27FC236}">
                  <a16:creationId xmlns:a16="http://schemas.microsoft.com/office/drawing/2014/main" id="{1B77EC59-F841-70DB-26E5-CE9B30D388B6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104" name="Groep 103">
                <a:extLst>
                  <a:ext uri="{FF2B5EF4-FFF2-40B4-BE49-F238E27FC236}">
                    <a16:creationId xmlns:a16="http://schemas.microsoft.com/office/drawing/2014/main" id="{D601E5B5-6A3C-925D-B3DA-0F098B5634F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484B9510-A7DE-3DD7-A80D-8A0B0B0C4EB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12DEEEF7-AEB5-09F8-5822-3D848486715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A4017AF6-03CB-3D6B-8B14-379F8B68277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3495504B-7940-4E65-5F69-67711EE3128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9" name="Ovaal 118">
                      <a:extLst>
                        <a:ext uri="{FF2B5EF4-FFF2-40B4-BE49-F238E27FC236}">
                          <a16:creationId xmlns:a16="http://schemas.microsoft.com/office/drawing/2014/main" id="{1898BC6E-051E-9288-F6FD-986FC16B60F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" name="Afbeelding 114">
                    <a:extLst>
                      <a:ext uri="{FF2B5EF4-FFF2-40B4-BE49-F238E27FC236}">
                        <a16:creationId xmlns:a16="http://schemas.microsoft.com/office/drawing/2014/main" id="{A3070010-4F72-D403-7D2F-FCFA7991046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Afbeelding 115">
                    <a:extLst>
                      <a:ext uri="{FF2B5EF4-FFF2-40B4-BE49-F238E27FC236}">
                        <a16:creationId xmlns:a16="http://schemas.microsoft.com/office/drawing/2014/main" id="{60E55EC3-343D-AD8D-76DF-3702E8AD904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ep 107">
                  <a:extLst>
                    <a:ext uri="{FF2B5EF4-FFF2-40B4-BE49-F238E27FC236}">
                      <a16:creationId xmlns:a16="http://schemas.microsoft.com/office/drawing/2014/main" id="{E55E20E0-3758-7265-9512-AA24D5A025D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68DC690D-6824-D7CF-CB6F-51B7434679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A54E62A1-E56D-AE7D-96FC-C4D19C33B98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708CA9C1-69AF-1E21-0D5E-D6DCEBC337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93115381-446F-4BCA-F0E0-EB297ABCA5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BC0E1C64-7500-6EA8-C9C9-0965D89191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62656C27-C3C4-3986-70C6-DD93E192432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6" name="Gelijkbenige driehoek 105">
                <a:extLst>
                  <a:ext uri="{FF2B5EF4-FFF2-40B4-BE49-F238E27FC236}">
                    <a16:creationId xmlns:a16="http://schemas.microsoft.com/office/drawing/2014/main" id="{51CE933D-DBFC-7BD3-4475-6C5C7788017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8" name="ICOON_info">
              <a:extLst>
                <a:ext uri="{FF2B5EF4-FFF2-40B4-BE49-F238E27FC236}">
                  <a16:creationId xmlns:a16="http://schemas.microsoft.com/office/drawing/2014/main" id="{C38AF839-02B0-B463-4B31-ABCCD3D0BD26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102" name="Ovaal 101">
                <a:extLst>
                  <a:ext uri="{FF2B5EF4-FFF2-40B4-BE49-F238E27FC236}">
                    <a16:creationId xmlns:a16="http://schemas.microsoft.com/office/drawing/2014/main" id="{7D5D1986-BAAE-9314-F7AD-47D03D8282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Graphic 163" descr="Informatie">
                <a:extLst>
                  <a:ext uri="{FF2B5EF4-FFF2-40B4-BE49-F238E27FC236}">
                    <a16:creationId xmlns:a16="http://schemas.microsoft.com/office/drawing/2014/main" id="{B2BAC2C0-C711-77EF-73CB-035DD8B57B8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D4E706EA-4885-65F8-12D4-2DF68C3F7074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97" name="Inspireren">
                <a:extLst>
                  <a:ext uri="{FF2B5EF4-FFF2-40B4-BE49-F238E27FC236}">
                    <a16:creationId xmlns:a16="http://schemas.microsoft.com/office/drawing/2014/main" id="{5339DD9A-85F2-94EE-5BCC-071F283B9E4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99" name="Freeform 12">
                  <a:extLst>
                    <a:ext uri="{FF2B5EF4-FFF2-40B4-BE49-F238E27FC236}">
                      <a16:creationId xmlns:a16="http://schemas.microsoft.com/office/drawing/2014/main" id="{B75CC60E-C9CD-959A-331E-93A944BFDA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5F1712B6-19E1-0828-C287-151DF8A780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3A2561F4-9F85-5A87-463A-7A2A0799387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98" name="Tekstvak 97">
                <a:extLst>
                  <a:ext uri="{FF2B5EF4-FFF2-40B4-BE49-F238E27FC236}">
                    <a16:creationId xmlns:a16="http://schemas.microsoft.com/office/drawing/2014/main" id="{D8BBD7EF-A3E0-DA7E-5462-D6E918B1B8B5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90" name="Groep 89">
              <a:extLst>
                <a:ext uri="{FF2B5EF4-FFF2-40B4-BE49-F238E27FC236}">
                  <a16:creationId xmlns:a16="http://schemas.microsoft.com/office/drawing/2014/main" id="{BBED0169-CBA1-01B4-9D3C-4ACF33C8A4FB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91" name="Groep 90">
                <a:extLst>
                  <a:ext uri="{FF2B5EF4-FFF2-40B4-BE49-F238E27FC236}">
                    <a16:creationId xmlns:a16="http://schemas.microsoft.com/office/drawing/2014/main" id="{8B41351A-A077-08EB-1C6B-CAF91E68BC5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93" name="Vrije vorm: vorm 92">
                  <a:extLst>
                    <a:ext uri="{FF2B5EF4-FFF2-40B4-BE49-F238E27FC236}">
                      <a16:creationId xmlns:a16="http://schemas.microsoft.com/office/drawing/2014/main" id="{EE0EF60D-874E-8208-480B-DD484BBF4432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2C51480B-00EB-CBA7-F51F-4B07FFCE0947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95" name="Vrije vorm: vorm 94">
                    <a:extLst>
                      <a:ext uri="{FF2B5EF4-FFF2-40B4-BE49-F238E27FC236}">
                        <a16:creationId xmlns:a16="http://schemas.microsoft.com/office/drawing/2014/main" id="{DB05D42B-D730-A5EE-3228-DC4E98A9D95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96" name="Vrije vorm: vorm 95">
                    <a:extLst>
                      <a:ext uri="{FF2B5EF4-FFF2-40B4-BE49-F238E27FC236}">
                        <a16:creationId xmlns:a16="http://schemas.microsoft.com/office/drawing/2014/main" id="{B755D216-ABA2-6F82-0A6F-AA0E941971E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92" name="Tekstvak 91">
                <a:extLst>
                  <a:ext uri="{FF2B5EF4-FFF2-40B4-BE49-F238E27FC236}">
                    <a16:creationId xmlns:a16="http://schemas.microsoft.com/office/drawing/2014/main" id="{0D9230C9-C94F-50B9-217C-348BF10D06CD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499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179810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Custom #3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87611670-58DA-B79F-CA76-4F57F88930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C2C8F9D-7B0D-9FDE-26A1-FD90378B3D8A}"/>
              </a:ext>
            </a:extLst>
          </p:cNvPr>
          <p:cNvGrpSpPr/>
          <p:nvPr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78FB479-8A76-1C9D-5023-FA566C503C7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CF71405-DC9F-7B52-1C87-32135C663688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E40A625-2D49-F59E-4DCA-60B46DA3B65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2E59A89-BDFB-77A0-0B5C-BC3122FC65BA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E206292-8A2B-5D74-7AAF-DA77D592B283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18C8DF89-B5D7-AF37-C2C6-3E9123D4D9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F465291-34CB-2150-E4F6-3F17AAC0242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A32ADE78-9D33-8D97-B074-951FCED8DB99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8BA398F-BD5B-9CCE-7366-8401706989A4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CDC505D3-7713-3FFF-8D72-E7C0B389DE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FB827EDC-B331-1ED5-DE8E-E14A84DD673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3FF31C92-EC27-50E2-4D86-4E19F988399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3" name="Groep 42">
                    <a:extLst>
                      <a:ext uri="{FF2B5EF4-FFF2-40B4-BE49-F238E27FC236}">
                        <a16:creationId xmlns:a16="http://schemas.microsoft.com/office/drawing/2014/main" id="{BF8C4EB6-B737-A181-D87A-30791E9B96C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6" name="Rechthoek 45">
                      <a:extLst>
                        <a:ext uri="{FF2B5EF4-FFF2-40B4-BE49-F238E27FC236}">
                          <a16:creationId xmlns:a16="http://schemas.microsoft.com/office/drawing/2014/main" id="{93F0B661-D7F0-2DFD-EF6F-DFCA7E60DD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332BAE2-9F34-2559-B4C9-FD5BDDB2B23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Ovaal 47">
                      <a:extLst>
                        <a:ext uri="{FF2B5EF4-FFF2-40B4-BE49-F238E27FC236}">
                          <a16:creationId xmlns:a16="http://schemas.microsoft.com/office/drawing/2014/main" id="{6CDDF950-0EBF-0B86-2078-43036B87914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4" name="Afbeelding 43">
                    <a:extLst>
                      <a:ext uri="{FF2B5EF4-FFF2-40B4-BE49-F238E27FC236}">
                        <a16:creationId xmlns:a16="http://schemas.microsoft.com/office/drawing/2014/main" id="{2D8A04A6-4492-C8F8-E611-421B0E5F8F1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CA16BBFD-31DB-C954-34B0-CEB3DAC460F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19A039E-3D01-ECFD-6439-822EF143DAB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2B3626F2-D44F-1275-7CEF-4457D18D05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051741A-C949-09C0-55E4-55C0D39A0F5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6AB9058-C084-AC82-3AF9-3637F00B5EE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F84CB722-6F8C-D7AB-A828-838A37389B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A144ADDA-6DC2-F2F7-7F91-43C0850BFE7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1DBA312D-EC97-889F-D4C5-B9200205BF9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09A15732-BDE8-542D-5863-316C755C92B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ICOON_info">
              <a:extLst>
                <a:ext uri="{FF2B5EF4-FFF2-40B4-BE49-F238E27FC236}">
                  <a16:creationId xmlns:a16="http://schemas.microsoft.com/office/drawing/2014/main" id="{5F28FCA8-57DD-0197-93A4-84AFCD5EE482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49AF1E89-FCE1-D59C-6D39-7A08E0D23AD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Graphic 163" descr="Informatie">
                <a:extLst>
                  <a:ext uri="{FF2B5EF4-FFF2-40B4-BE49-F238E27FC236}">
                    <a16:creationId xmlns:a16="http://schemas.microsoft.com/office/drawing/2014/main" id="{540B2A05-F9AC-7D19-C7C7-DE0BEF7CCDD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03A1CCB-33FB-0D14-6F44-E3A9704533F7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6" name="Inspireren">
                <a:extLst>
                  <a:ext uri="{FF2B5EF4-FFF2-40B4-BE49-F238E27FC236}">
                    <a16:creationId xmlns:a16="http://schemas.microsoft.com/office/drawing/2014/main" id="{5202B4B5-D03A-6A4F-130F-687E22D4B16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8" name="Freeform 12">
                  <a:extLst>
                    <a:ext uri="{FF2B5EF4-FFF2-40B4-BE49-F238E27FC236}">
                      <a16:creationId xmlns:a16="http://schemas.microsoft.com/office/drawing/2014/main" id="{BC546C31-F5B8-F00D-920A-7E308F668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42CD2A26-4A3D-0A9E-6C94-FADFA1428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D398C350-960B-03E2-ABA1-A85D931A1A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90EE85A7-9A15-E82D-7576-416C83AF37AC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8360425-34BB-7D4E-B0EF-D56C36FC9766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0" name="Groep 19">
                <a:extLst>
                  <a:ext uri="{FF2B5EF4-FFF2-40B4-BE49-F238E27FC236}">
                    <a16:creationId xmlns:a16="http://schemas.microsoft.com/office/drawing/2014/main" id="{D0D8D8EA-1FFA-DC03-0677-7B12ADBF2FD6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2" name="Vrije vorm: vorm 21">
                  <a:extLst>
                    <a:ext uri="{FF2B5EF4-FFF2-40B4-BE49-F238E27FC236}">
                      <a16:creationId xmlns:a16="http://schemas.microsoft.com/office/drawing/2014/main" id="{305D4A91-0C36-8B95-B019-10AD9F87D53E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3" name="Groep 22">
                  <a:extLst>
                    <a:ext uri="{FF2B5EF4-FFF2-40B4-BE49-F238E27FC236}">
                      <a16:creationId xmlns:a16="http://schemas.microsoft.com/office/drawing/2014/main" id="{368CC647-2084-DC74-39C7-3472C3D59441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4" name="Vrije vorm: vorm 23">
                    <a:extLst>
                      <a:ext uri="{FF2B5EF4-FFF2-40B4-BE49-F238E27FC236}">
                        <a16:creationId xmlns:a16="http://schemas.microsoft.com/office/drawing/2014/main" id="{789CE6E4-DDE0-7703-952A-785709CD61D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5E232362-C8EC-E5D3-F552-0E8E1F8804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E3D5211-797B-ABF8-8A93-B51A97078072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049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345EB16D-6C07-A3A7-C8EF-77B6EB08CF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4687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Title </a:t>
            </a:r>
            <a:r>
              <a:rPr lang="nl-NL" dirty="0" err="1"/>
              <a:t>goes</a:t>
            </a:r>
            <a:r>
              <a:rPr lang="nl-NL" dirty="0"/>
              <a:t> here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Custom #4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B363B4BC-660F-1009-3438-1B55FDF3B068}"/>
              </a:ext>
            </a:extLst>
          </p:cNvPr>
          <p:cNvGrpSpPr/>
          <p:nvPr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DFAF34E6-1AA3-BCFC-9137-2FF3ADFFE04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E704BC09-1D9B-D092-E6F9-6FE2DED28C7C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A7F8C2B0-F4D2-617E-A9EA-637C20EA98F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4A22585-9B16-848E-03FD-55DE9D7CF1E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BAC1470C-9968-0128-1046-E5819ABC52A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755D5E45-0893-B0B4-CD07-A88BFFFC71A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80811B9-36F7-DDDE-B671-34DFC153B08A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1B1C9B-0982-912E-4346-576967CC7E20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CE0C77D-5AEF-CB17-2396-E24DC62B6DA0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480C35BB-83B3-A5E6-E7B3-40DCA33A0859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BA383B2-11F7-2AD9-A22B-8634DF84DC7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AD78E440-34A8-0D9D-0A2E-0BB5698A01E8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75C3B1D-0444-E93A-0DC9-B32800B1C29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411236DF-7524-CFCB-3476-23A187B8D4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DBB99C89-658C-0DEE-DBAB-F6DF7898E8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05D6F6A9-7824-28A5-3544-35E60F77E25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D82A12A5-8BC4-B727-83B4-DD46F1139F5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6C6E924-76EC-652B-BF00-2A0082096A3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AC64C1A5-1051-2CF4-0848-169A3E70C45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322D296E-B234-EBD7-90A6-59EED8D32E4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56916F65-0C15-0270-FDBC-984AB0D5434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DEEAE6B-90C4-1A11-2F35-FAC7B069769F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A8118F3-F514-0179-2B82-B62EEF71C1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B96390-779B-2462-3C1D-18131C25213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19A85CDD-2CFA-571C-EB57-DD934FCD602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D5A31E1-ECFA-F2FB-2686-020348684FA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0EE35539-F4F0-C67D-26BD-D7DC9F990210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93F83CE2-389E-329A-9BE1-50FA7B02C08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5923D4E0-D396-469C-6B8E-31DCEA24EF3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2DF9228-1C68-0571-9843-7278A8480AB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D309083F-00DA-B9E5-8236-D5042FB5377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AB84804-07E6-59E4-70CE-B877F125C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1A30D9F0-2E34-3C10-BF44-3CF7455EF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05B598AE-F4F7-C756-2036-7AE12D52D7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C305F2-3BFB-928F-082E-23E37A4D1A4A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F8DFEDCC-E904-5DFC-1ECD-9A44E436373F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DA4DA024-7465-20A0-E5D1-8FC0324988E0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249612A2-2B03-C417-BD46-A5B59216D30C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C34B0607-D71B-E547-FB7B-7B87EACB156C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D8BF9584-2FE5-2C1D-EA1B-B29ACBD20A47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86D9B74A-CD58-7A0B-E988-F7028EC94141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10385CB-2139-23B5-B218-14378207763A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927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Custom #5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097D3568-BED0-E753-083E-C86FFB3B28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23543" y="1814286"/>
            <a:ext cx="5863770" cy="3643085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5D5AB300-4DA9-FD86-33AE-B47C1A7E3C0C}"/>
              </a:ext>
            </a:extLst>
          </p:cNvPr>
          <p:cNvGrpSpPr/>
          <p:nvPr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DB286456-4F71-17CE-AB3B-8F2303243695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730A949-EDF9-97EC-7EBA-646F8FA1EB13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29C6FDBA-7DF7-A3D8-776F-AD9C0842650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23BD816-294B-6061-87EE-4414B13A14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22FDCDF5-46AC-2034-FBD8-2662FFB6795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A39336E4-7981-247F-C6F1-21EB05BDAF9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885712-AFA0-8A34-1854-54A57FD9B17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08C34EF-72AF-1F36-AABF-806E55A8CCBE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575222EC-36CC-0394-144F-604580963B0E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3B92EB2-074A-F0B2-4284-205FAD938F7F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D96186F1-4444-7CDA-48D0-36B200FDBA5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F078E09-72EA-D5E3-241F-D80E9C2261C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C83AF6C7-8092-A6AB-C0C5-77B9E2CE1D0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FF5C9E9E-F8B0-B277-AF4C-BFC9C501E7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4F1098A8-26DD-06E6-E641-D839AD0323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C17A3A52-8EFD-8048-45EA-7564869CC42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1D3D8E8A-5D88-5469-6E57-75C21DAAB0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75DDE359-E0A6-B364-C024-7311A00F75A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6311CE7-A21C-092D-7C9D-4F5A2A508B3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E3970E51-0459-5EA3-075D-9F851ABB73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6041FAB-B4CA-8BF7-5114-19AC090DAEF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DDB4A2CF-2910-E114-AC1B-A38A186A0DD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CB7EB5C3-B27C-1374-AB1A-0F9008265B0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D05622B2-F0B7-0B27-552A-9B18BF9B7F0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0E39195F-DC9B-C19D-7442-066D0E3D13B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87F7F1DE-5960-178D-9957-C22D9B1853F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73E9B773-3672-8B03-9C29-67B85B77C4E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3AD2260C-5899-1869-384D-F3CE067C2E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FAF743CB-30F6-587C-85BC-FB9BFF2A596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D61C68B6-F436-A129-0103-A3E6E372ADF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B79D49FB-C297-FF16-CC00-4DD48870E5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2F25B28A-CD31-3F03-C3F3-F5532CE7D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DDB34996-3328-1226-48ED-B020DB49A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9050C5E1-C70E-9C68-D9FA-02CAB6510B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A5E1CD04-5FD7-9767-41A6-FDE233D0C2C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242BDAC-55B2-14E8-B5FF-814AEEA40C3D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7C8A08-3E2A-1162-8DD8-A5A8B53A898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90A9B62-F552-8744-9B80-6BDF69A3BD4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DB96C67F-35F7-27F7-8C32-20350747A33E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A9517932-4071-E718-FE16-55CBE7058F7F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EC814FDF-6D01-FCC3-B0EE-84F3A8E7151E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06E580C5-AC4F-7D21-11CE-48A2A215B219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254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Afbeelding 75">
            <a:extLst>
              <a:ext uri="{FF2B5EF4-FFF2-40B4-BE49-F238E27FC236}">
                <a16:creationId xmlns:a16="http://schemas.microsoft.com/office/drawing/2014/main" id="{F11C090B-A315-5C91-5D8F-993589E67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029" y="591602"/>
            <a:ext cx="4964492" cy="626639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30336D-2F34-A61D-B23F-AF6C3F3EB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Title goes here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68E1F9-FEEB-CCB7-4F62-7C98C81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56451-C5C9-2CE5-920F-3C2F6717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98A574D-2AAC-1474-75FB-38865F36BFDE}"/>
              </a:ext>
            </a:extLst>
          </p:cNvPr>
          <p:cNvSpPr/>
          <p:nvPr/>
        </p:nvSpPr>
        <p:spPr>
          <a:xfrm>
            <a:off x="0" y="-441330"/>
            <a:ext cx="117981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sz="1800" b="1" cap="none" baseline="0" noProof="0" dirty="0">
                <a:solidFill>
                  <a:schemeClr val="accent1"/>
                </a:solidFill>
                <a:latin typeface="+mj-lt"/>
              </a:rPr>
              <a:t>Custom #6</a:t>
            </a:r>
          </a:p>
        </p:txBody>
      </p:sp>
      <p:grpSp>
        <p:nvGrpSpPr>
          <p:cNvPr id="5" name="INSTRUCTION">
            <a:extLst>
              <a:ext uri="{FF2B5EF4-FFF2-40B4-BE49-F238E27FC236}">
                <a16:creationId xmlns:a16="http://schemas.microsoft.com/office/drawing/2014/main" id="{75DD9D33-202B-6899-A7F7-99913987FBDD}"/>
              </a:ext>
            </a:extLst>
          </p:cNvPr>
          <p:cNvGrpSpPr/>
          <p:nvPr/>
        </p:nvGrpSpPr>
        <p:grpSpPr>
          <a:xfrm>
            <a:off x="12377595" y="-1"/>
            <a:ext cx="3693386" cy="6640349"/>
            <a:chOff x="-3786165" y="-1"/>
            <a:chExt cx="3693386" cy="6640349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09585C01-523D-AC04-63B7-8CB8F02AE7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59917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20984A5A-F131-4BF4-9869-C353E9114EE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D7E20B74-7D5D-049B-ED65-9FF3094E4A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69398259-8233-7941-9853-2CF3D5CF0A1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26A06B40-5451-1B08-78DD-7126CE7858F0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EABD929-8916-8FEB-7233-950346FCD1A6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4CCF5F-EDEB-2427-15DF-D4758954864C}"/>
                </a:ext>
              </a:extLst>
            </p:cNvPr>
            <p:cNvSpPr/>
            <p:nvPr userDrawn="1"/>
          </p:nvSpPr>
          <p:spPr>
            <a:xfrm>
              <a:off x="-3319416" y="4226366"/>
              <a:ext cx="2944683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428C417-C3C0-810F-98D7-D0E3E4DC3B14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D9FEC2EE-FAD3-4FD3-FA2D-958C9AA42FD7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93D4046F-6CF2-87BE-79E3-F9E7061A9F14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493541F-5996-56F2-83D8-3225B54AE9F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43F18F60-B241-351F-536D-5DC389F3E42C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0" name="Rechthoek: afgeronde hoeken 69">
                  <a:extLst>
                    <a:ext uri="{FF2B5EF4-FFF2-40B4-BE49-F238E27FC236}">
                      <a16:creationId xmlns:a16="http://schemas.microsoft.com/office/drawing/2014/main" id="{43E107B2-D1A2-72A2-41FA-7467CB318E2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BAA2188E-DAC5-C72A-AEB0-BDBF92BF80F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F9088517-F43A-EBE0-0169-FA0ABE7F39F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BA646467-598B-F5AE-AEB4-D7A0270F6190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982B8980-029E-EA8E-2FA3-9492245BBD8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2D77F7AC-C8E7-9EFA-A319-AECB566BDE9C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C90CA8E9-94F8-C7D8-181E-D8FC4076A58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E8EC30BF-EE1B-B7F8-E9E8-F1C65AD1B1DC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4" name="Rechthoek: afgeronde hoeken 63">
                    <a:extLst>
                      <a:ext uri="{FF2B5EF4-FFF2-40B4-BE49-F238E27FC236}">
                        <a16:creationId xmlns:a16="http://schemas.microsoft.com/office/drawing/2014/main" id="{3E91DEF0-22C9-3507-8EEC-F96DEA9D6EE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64">
                    <a:extLst>
                      <a:ext uri="{FF2B5EF4-FFF2-40B4-BE49-F238E27FC236}">
                        <a16:creationId xmlns:a16="http://schemas.microsoft.com/office/drawing/2014/main" id="{81CD2612-9A39-2732-2A19-88B1D2DA01B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65">
                    <a:extLst>
                      <a:ext uri="{FF2B5EF4-FFF2-40B4-BE49-F238E27FC236}">
                        <a16:creationId xmlns:a16="http://schemas.microsoft.com/office/drawing/2014/main" id="{F2665B27-322A-2DD8-E363-48A1F0D1BF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66">
                    <a:extLst>
                      <a:ext uri="{FF2B5EF4-FFF2-40B4-BE49-F238E27FC236}">
                        <a16:creationId xmlns:a16="http://schemas.microsoft.com/office/drawing/2014/main" id="{50E7AFE9-86BF-8477-257F-D3C2EDC827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ADDF5FF3-7DE8-6BF9-BCF0-30C51CDF707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F50E6A79-EEA0-6F66-B93E-7DBDF7EE96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3" name="Boog 62">
                  <a:extLst>
                    <a:ext uri="{FF2B5EF4-FFF2-40B4-BE49-F238E27FC236}">
                      <a16:creationId xmlns:a16="http://schemas.microsoft.com/office/drawing/2014/main" id="{79CF4826-97D7-DE67-8C81-07C65798E57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489AE3B1-DFAE-1F1D-8504-2F7CB8B273A6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D200B1A1-330F-59C4-ECD3-1D269F3AA865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27DFBA19-E9A4-0373-374B-CD458E33EC93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B07808-AC7D-3D1E-1233-58039BE5E06D}"/>
                </a:ext>
              </a:extLst>
            </p:cNvPr>
            <p:cNvGrpSpPr/>
            <p:nvPr userDrawn="1"/>
          </p:nvGrpSpPr>
          <p:grpSpPr>
            <a:xfrm>
              <a:off x="-3786165" y="5680652"/>
              <a:ext cx="3693386" cy="959696"/>
              <a:chOff x="-3786437" y="6163468"/>
              <a:chExt cx="3693386" cy="959696"/>
            </a:xfrm>
          </p:grpSpPr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D2ED2937-F1D7-B2B0-176A-13B9EE25E0A6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Want to know more?</a:t>
                </a:r>
                <a:b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 to the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tab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and click</a:t>
                </a:r>
                <a:b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1200" kern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on the button 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‘Inspiration'</a:t>
                </a:r>
              </a:p>
            </p:txBody>
          </p:sp>
          <p:grpSp>
            <p:nvGrpSpPr>
              <p:cNvPr id="46" name="ICOON_info">
                <a:extLst>
                  <a:ext uri="{FF2B5EF4-FFF2-40B4-BE49-F238E27FC236}">
                    <a16:creationId xmlns:a16="http://schemas.microsoft.com/office/drawing/2014/main" id="{82047AF5-CB56-D93C-0369-7D22A862F5BE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3" name="Ovaal 52">
                  <a:extLst>
                    <a:ext uri="{FF2B5EF4-FFF2-40B4-BE49-F238E27FC236}">
                      <a16:creationId xmlns:a16="http://schemas.microsoft.com/office/drawing/2014/main" id="{5C389F78-2591-5655-15F0-8FAF053F975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noProof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Graphic 163" descr="Informatie">
                  <a:extLst>
                    <a:ext uri="{FF2B5EF4-FFF2-40B4-BE49-F238E27FC236}">
                      <a16:creationId xmlns:a16="http://schemas.microsoft.com/office/drawing/2014/main" id="{8D4B8379-3D07-3E2B-2C8A-3164E78D011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B79EB739-0EEB-E1A2-AEBE-DF356768B77E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48" name="Inspireren">
                  <a:extLst>
                    <a:ext uri="{FF2B5EF4-FFF2-40B4-BE49-F238E27FC236}">
                      <a16:creationId xmlns:a16="http://schemas.microsoft.com/office/drawing/2014/main" id="{54AF5229-376C-9D3D-7F25-A0E522C23A7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0" name="Freeform 12">
                    <a:extLst>
                      <a:ext uri="{FF2B5EF4-FFF2-40B4-BE49-F238E27FC236}">
                        <a16:creationId xmlns:a16="http://schemas.microsoft.com/office/drawing/2014/main" id="{5C081ADA-60D1-0C6A-9CAF-DAAD1A7D58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1" name="Freeform 13">
                    <a:extLst>
                      <a:ext uri="{FF2B5EF4-FFF2-40B4-BE49-F238E27FC236}">
                        <a16:creationId xmlns:a16="http://schemas.microsoft.com/office/drawing/2014/main" id="{A6D9AAE5-F352-4EB1-B8F4-0D0997C44C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  <p:sp>
                <p:nvSpPr>
                  <p:cNvPr id="52" name="Freeform 14">
                    <a:extLst>
                      <a:ext uri="{FF2B5EF4-FFF2-40B4-BE49-F238E27FC236}">
                        <a16:creationId xmlns:a16="http://schemas.microsoft.com/office/drawing/2014/main" id="{D4FD9B01-A4B1-72D9-13A7-C9EDD4493EE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3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+mn-lt"/>
                    </a:endParaRPr>
                  </a:p>
                </p:txBody>
              </p:sp>
            </p:grpSp>
            <p:sp>
              <p:nvSpPr>
                <p:cNvPr id="49" name="Tekstvak 48">
                  <a:extLst>
                    <a:ext uri="{FF2B5EF4-FFF2-40B4-BE49-F238E27FC236}">
                      <a16:creationId xmlns:a16="http://schemas.microsoft.com/office/drawing/2014/main" id="{D7DCB898-CF0F-D429-3EB5-BE3141AFA24C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CF8451A8-3CF8-E424-9E34-A86C9A8A62B7}"/>
                </a:ext>
              </a:extLst>
            </p:cNvPr>
            <p:cNvGrpSpPr/>
            <p:nvPr userDrawn="1"/>
          </p:nvGrpSpPr>
          <p:grpSpPr>
            <a:xfrm>
              <a:off x="-3426806" y="5129582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6A9BC0C4-8269-9130-7ECB-5C7D1FDFB22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62D36D3B-0BE5-5340-8AD4-4484C9AFE84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D34084E2-F642-4DE3-B4BF-023CBC04029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CB1B463F-F2BF-EE8A-D0FB-3197153F28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09B0EF92-436D-C3AC-78B9-FC4EECBDF5F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F2D29199-EA5F-DF38-41ED-F356F5DA8E9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96223DF4-2561-3476-1B30-10EDF7B0092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CEF42391-6825-A42F-1181-83AEFCB4F4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0FFB9EE-E5FF-B480-E4B5-EE55A6A0021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0FFF6592-BDC8-C371-516F-E416B0F304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A96F141D-2307-45E9-402A-D7429EBFA55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C721246E-C1D7-4929-023A-0CFA385A525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7037DD3F-3595-AD11-C08C-2A51EEEE3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D6074542-5A8F-F8DB-3147-A68CF99CFE8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78CA011E-E98B-9DB2-9347-D3141FD973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64B4346D-4A88-8576-AE70-911C53E1658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DE2E95A3-75B5-6C23-DDC3-BC26AD0B4CD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2326430-5A79-56D4-4666-582CBE337DE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A6DC167B-8273-BD7B-7F02-C340DA9874C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B853C7C4-0D13-558B-DB63-FAD961B27DB5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F6AACDE6-A411-4487-4D44-FAE94A3EAD55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5" name="Vrije vorm: vorm 24">
                  <a:extLst>
                    <a:ext uri="{FF2B5EF4-FFF2-40B4-BE49-F238E27FC236}">
                      <a16:creationId xmlns:a16="http://schemas.microsoft.com/office/drawing/2014/main" id="{A3C2117B-1D03-F4B3-C481-D36BBAA4B7B3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6" name="Groep 25">
                  <a:extLst>
                    <a:ext uri="{FF2B5EF4-FFF2-40B4-BE49-F238E27FC236}">
                      <a16:creationId xmlns:a16="http://schemas.microsoft.com/office/drawing/2014/main" id="{411EF59D-B20F-CC37-095E-82AC6B78D746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662E67D3-F576-606E-F8EB-215307737419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8" name="Vrije vorm: vorm 27">
                    <a:extLst>
                      <a:ext uri="{FF2B5EF4-FFF2-40B4-BE49-F238E27FC236}">
                        <a16:creationId xmlns:a16="http://schemas.microsoft.com/office/drawing/2014/main" id="{C13AD0C7-E49C-BD03-2900-4B852A928423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23982F7B-B12A-8A68-CEB8-8BFE6CBA356B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78" name="Tijdelijke aanduiding voor afbeelding 77">
            <a:extLst>
              <a:ext uri="{FF2B5EF4-FFF2-40B4-BE49-F238E27FC236}">
                <a16:creationId xmlns:a16="http://schemas.microsoft.com/office/drawing/2014/main" id="{B73FE5B2-4BA7-E720-C6FA-DA399F2460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1304" y="904637"/>
            <a:ext cx="2426050" cy="5267563"/>
          </a:xfrm>
          <a:custGeom>
            <a:avLst/>
            <a:gdLst>
              <a:gd name="connsiteX0" fmla="*/ 243624 w 2426050"/>
              <a:gd name="connsiteY0" fmla="*/ 0 h 5267563"/>
              <a:gd name="connsiteX1" fmla="*/ 541127 w 2426050"/>
              <a:gd name="connsiteY1" fmla="*/ 0 h 5267563"/>
              <a:gd name="connsiteX2" fmla="*/ 541127 w 2426050"/>
              <a:gd name="connsiteY2" fmla="*/ 57271 h 5267563"/>
              <a:gd name="connsiteX3" fmla="*/ 678732 w 2426050"/>
              <a:gd name="connsiteY3" fmla="*/ 195049 h 5267563"/>
              <a:gd name="connsiteX4" fmla="*/ 1744312 w 2426050"/>
              <a:gd name="connsiteY4" fmla="*/ 195049 h 5267563"/>
              <a:gd name="connsiteX5" fmla="*/ 1881918 w 2426050"/>
              <a:gd name="connsiteY5" fmla="*/ 57271 h 5267563"/>
              <a:gd name="connsiteX6" fmla="*/ 1881918 w 2426050"/>
              <a:gd name="connsiteY6" fmla="*/ 0 h 5267563"/>
              <a:gd name="connsiteX7" fmla="*/ 2182426 w 2426050"/>
              <a:gd name="connsiteY7" fmla="*/ 0 h 5267563"/>
              <a:gd name="connsiteX8" fmla="*/ 2426050 w 2426050"/>
              <a:gd name="connsiteY8" fmla="*/ 243930 h 5267563"/>
              <a:gd name="connsiteX9" fmla="*/ 2426050 w 2426050"/>
              <a:gd name="connsiteY9" fmla="*/ 5023633 h 5267563"/>
              <a:gd name="connsiteX10" fmla="*/ 2182426 w 2426050"/>
              <a:gd name="connsiteY10" fmla="*/ 5267563 h 5267563"/>
              <a:gd name="connsiteX11" fmla="*/ 243624 w 2426050"/>
              <a:gd name="connsiteY11" fmla="*/ 5267563 h 5267563"/>
              <a:gd name="connsiteX12" fmla="*/ 0 w 2426050"/>
              <a:gd name="connsiteY12" fmla="*/ 5023633 h 5267563"/>
              <a:gd name="connsiteX13" fmla="*/ 0 w 2426050"/>
              <a:gd name="connsiteY13" fmla="*/ 243930 h 5267563"/>
              <a:gd name="connsiteX14" fmla="*/ 243624 w 2426050"/>
              <a:gd name="connsiteY14" fmla="*/ 0 h 52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6050" h="5267563">
                <a:moveTo>
                  <a:pt x="243624" y="0"/>
                </a:moveTo>
                <a:lnTo>
                  <a:pt x="541127" y="0"/>
                </a:lnTo>
                <a:lnTo>
                  <a:pt x="541127" y="57271"/>
                </a:lnTo>
                <a:cubicBezTo>
                  <a:pt x="541127" y="133363"/>
                  <a:pt x="602735" y="195049"/>
                  <a:pt x="678732" y="195049"/>
                </a:cubicBezTo>
                <a:lnTo>
                  <a:pt x="1744312" y="195049"/>
                </a:lnTo>
                <a:cubicBezTo>
                  <a:pt x="1820309" y="195049"/>
                  <a:pt x="1881918" y="133363"/>
                  <a:pt x="1881918" y="57271"/>
                </a:cubicBezTo>
                <a:lnTo>
                  <a:pt x="1881918" y="0"/>
                </a:lnTo>
                <a:lnTo>
                  <a:pt x="2182426" y="0"/>
                </a:lnTo>
                <a:cubicBezTo>
                  <a:pt x="2316976" y="0"/>
                  <a:pt x="2426050" y="109211"/>
                  <a:pt x="2426050" y="243930"/>
                </a:cubicBezTo>
                <a:lnTo>
                  <a:pt x="2426050" y="5023633"/>
                </a:lnTo>
                <a:cubicBezTo>
                  <a:pt x="2426050" y="5158352"/>
                  <a:pt x="2316976" y="5267563"/>
                  <a:pt x="2182426" y="5267563"/>
                </a:cubicBezTo>
                <a:lnTo>
                  <a:pt x="243624" y="5267563"/>
                </a:lnTo>
                <a:cubicBezTo>
                  <a:pt x="109074" y="5267563"/>
                  <a:pt x="0" y="5158352"/>
                  <a:pt x="0" y="5023633"/>
                </a:cubicBezTo>
                <a:lnTo>
                  <a:pt x="0" y="243930"/>
                </a:lnTo>
                <a:cubicBezTo>
                  <a:pt x="0" y="109211"/>
                  <a:pt x="109074" y="0"/>
                  <a:pt x="243624" y="0"/>
                </a:cubicBezTo>
                <a:close/>
              </a:path>
            </a:pathLst>
          </a:cu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wrap="square" t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395195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5BA37-C4F4-4F41-A19C-52FAB2DC1D39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jdelijke aanduiding voor afbeelding 15">
            <a:extLst>
              <a:ext uri="{FF2B5EF4-FFF2-40B4-BE49-F238E27FC236}">
                <a16:creationId xmlns:a16="http://schemas.microsoft.com/office/drawing/2014/main" id="{2B5C508B-DF1E-5C02-9C06-98C5F4940A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2839" y="785399"/>
            <a:ext cx="1706322" cy="1706010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  <a:ln w="127000">
            <a:solidFill>
              <a:schemeClr val="bg2"/>
            </a:solidFill>
            <a:miter lim="800000"/>
          </a:ln>
        </p:spPr>
        <p:txBody>
          <a:bodyPr wrap="square" t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select the preferred image </a:t>
            </a:r>
            <a:br>
              <a:rPr lang="en-GB" noProof="0" dirty="0"/>
            </a:br>
            <a:r>
              <a:rPr lang="en-GB" noProof="0" dirty="0"/>
              <a:t>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A7CDC7A9-1E6C-CF24-2C23-21BA38844791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50C04F9B-A35F-E618-4F8E-A2CADA07FBD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FD36A594-8DDA-F22F-0D0B-8336FA6BA9F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1AE0A3C6-CF49-9394-F5DA-A2041311558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9E797D2-F9E1-FA68-DA92-04E21B2C285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B633F-726B-65E9-AF32-5BD842E447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41A8C12C-9327-E4A7-8AD6-404E0124B22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06C8A9B-E7A7-CC7C-5EA7-660741791C9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95B117C1-025E-B159-D5F5-012FD6EBD481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CE33996F-4F00-CAAD-F3B3-1FE994C05C6C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C5C40F7C-CA56-9588-AF42-03943BB83BAC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5098700C-E12C-774F-CB38-ECE1F3422DD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63816BD-0CB8-CCFE-4403-3C76A81B32C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320BB8BB-80F1-095B-7034-915457A8023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6B529153-48BB-E822-6B74-DA98B7C4DBD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FA327AE5-F1DE-EB06-A20C-B6E6A0F6E0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5BF6463E-70CD-45C2-1DCB-3B112E066EA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B97A5AC5-51F7-F69A-D374-EE11CE0DA6D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829FB17-4856-1000-791B-7E6C0EE5EBC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6118B8D4-D4DD-7E26-4A88-BFA308959D6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2C8A4C79-DD02-62F9-BC79-095A4DA565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98C3B34-BFAB-87E5-F989-6545C582E9C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6C8B5076-17B8-438E-AC67-32A029A42B1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12BECE2-5CFE-5F46-8A6D-7CB6F2FA70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8E27213-449F-3686-95E3-CDF0F0877B6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6177498F-3FDE-29F9-AF09-BAEB9E8B05C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C26E74BF-A561-43D9-C730-A925D14D96D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F8B3130F-7E04-766B-43BF-0A6733B44A1C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DD302C40-B32E-2A46-E265-8D89D94968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B3F8A3DC-3836-63D1-F470-6409FF9FE9C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88D54503-7674-4B12-94F6-7C4CD8AE908F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FE15AB32-691F-94EE-60EB-E7068CC1E46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7B3E6E21-380B-6D82-80C3-84DB54C04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631EEFB-EC92-30C5-5C15-CBE234674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C28FEDB3-7189-4640-C5D5-B08243F720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46C56384-EEFF-6973-A62F-1EBBE0F1AF02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4A22A1BB-F028-7F6F-42F3-4FB85D8D118A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0CFC1199-CD29-3405-2540-549B3855E19A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5FDA499C-D1FF-66B1-56F5-AA5A2D3B0EE6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AE72049E-1946-A8DA-5155-C65213B1E1E5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67BDFF98-F67B-61A5-B6C8-2F8A3F9326CB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F7768E5C-F088-BFC8-F99E-4BEFCC133F4A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F0F7C992-A9F7-65B7-9A4E-F812607D2694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949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F29B-BF0D-43D7-8C3F-CBAF48527E2D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00074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16382744-8AA4-99F0-5F88-ADC343663506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157590B8-5967-3CA8-1D7C-D870FB46709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33C87924-05BA-94C7-22AF-CB020E198BA4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6E09189-0B2C-A2A4-122C-36408066514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94A30E10-DC3E-1C51-2F35-C3180308FF32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41B33B60-14D0-CA1B-CC4B-69CA8C3C52D5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3033C4AA-9152-F2FE-F5DB-D051B613107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CFAEA4E9-8B18-BD18-68F3-92CD39D518A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1EB4370-A517-1522-41FD-C565942C8A68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94930651-E28E-64F2-7214-CCDDC09A24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A256E37B-34B7-8FA5-1CF1-A40172C87E94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31C78CC-DAB4-9B4F-4BEC-A804B78DA98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F1FEF6D3-8CE7-7C9B-A391-DAC0766E1F5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BC86ABC-DA5D-BEC5-F926-A223AC69D6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21EC932A-8838-AEF6-0292-D6341DB3AFC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6382B95C-58A3-6761-8D18-48B795AD26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F76BF0EA-D6A8-DA29-B243-45EB0090B45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8C8D0DC7-4CCB-CE0C-2995-45B85CFE07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27CB82E-AE9F-81E9-529B-73AC80AE1E3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F083939-19B4-E15C-2EFA-41CA49C9CBD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D7C4E1ED-308D-58AC-E195-424EC8A619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67366BA3-BCFB-2569-DF7B-F6F32DD7A32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8D572D6C-8157-CE63-3F30-DFAB1C17C68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0C9371D-9071-4710-B3BF-2CDA9E52EB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8C70DA76-ACA7-2835-53FE-BF6DD42D145A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2ABBA81-C01A-55F9-011B-9C0C5BBBAB8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1D1B3BB-0100-1F3B-2E94-9B11A4B366A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95CE659A-CD94-2CA7-8323-8D59ED46AE64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F98648F8-EC2E-EEFE-8F00-8FBC7CE0EF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83359181-4FC6-12AF-B58C-643B357BF51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D1D8447-5BBB-F663-3DFF-E4EBBDF67E20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83FFB17F-BBCF-F944-9C64-728EFBEF4C3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E09555D-1B81-F8E8-354B-8FCB438D37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E412F8A6-A858-4F6D-EF3B-C7B2423E2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1CEE6F28-C20B-32C9-9153-0FA5272F97E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D6AAA75C-7856-2FD7-CCD6-B4C78A8EC81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DDF4DB3-720C-78A2-3464-4A49CC27BBEE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482923B8-20F2-E902-90FF-712C2346C40C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CA5C5187-7CA8-7360-217A-B86BEBDFAB38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96E727-A441-0FE2-1512-27206DBC7C4A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5735F47-7EDC-E7ED-9DA7-F0C79DDB80DD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64ADD9D0-6A1C-E76D-0D1B-D8B4331666F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FF1B72F-398A-5236-80FD-094887962878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893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8AB5-30A8-4FCE-AC3F-75AAFC8B9CFD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jdelijke aanduiding voor afbeelding 16">
            <a:extLst>
              <a:ext uri="{FF2B5EF4-FFF2-40B4-BE49-F238E27FC236}">
                <a16:creationId xmlns:a16="http://schemas.microsoft.com/office/drawing/2014/main" id="{CA3F2D38-67FE-D2C6-F8BC-2EA535970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"/>
            <a:ext cx="6096000" cy="3428999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09509B13-8340-F604-A560-C19E420DCA1E}"/>
              </a:ext>
            </a:extLst>
          </p:cNvPr>
          <p:cNvGrpSpPr/>
          <p:nvPr userDrawn="1"/>
        </p:nvGrpSpPr>
        <p:grpSpPr>
          <a:xfrm>
            <a:off x="-3786164" y="0"/>
            <a:ext cx="3693113" cy="5054643"/>
            <a:chOff x="-3786164" y="0"/>
            <a:chExt cx="3693113" cy="5054643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3DA679F4-2095-1091-2A7C-F31C6F9F124E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4F460DC-42AF-07DB-32C1-AA4D85AD4AC6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4E09268A-145E-726D-C3B2-70110DB5C8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35E0FE1A-888B-42A4-0126-28C37FE6A03C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6C5F016E-95EE-12F1-858E-B7F490A7376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0E1C6F91-51A6-CE65-B78C-F6EC2C9429A3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9197CB0-535E-EB58-01B8-C8A6EEC6142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3D623D4-6D26-1BCD-D1CB-AEEC9CA70AA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5501B27-DE75-F1C2-9494-A113EB5FA8B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0E7EE6DD-5BB9-88AF-2529-1BF8917460E2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1008AF48-9386-D0B0-828F-F6A1B71C471F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996F9CE6-5543-093C-EA77-4BFC760E45B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FDDDDA1E-06AE-4A1A-8CA1-D717BAFB01C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1D12673F-55DB-46FD-8576-3CA01809171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5DB43AC8-81F5-F894-A073-8791CBD0C18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866D1AB2-0B85-BD59-EAD0-7BA5BC3B21E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AA185EB5-6DA0-EA27-A077-B8D66F1AEB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325BF2B9-4AE9-F56E-96A6-EB5725C7F3F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CE6ADDF7-2265-FBC6-8BFA-71FE4FD46AE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5455DFEF-D755-C511-D97B-F91A05ACCB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05C6553C-9E18-DA13-94EE-61339ACB88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216702BD-E213-A3DD-9EBA-247BAE3E0CE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34FD7D74-B2FC-AC59-1ACF-581CBA8BF9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4CF66662-B019-30A5-0AF3-0109B8387D2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479C4171-4B8B-9638-AC8F-AA1CEFDB67F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69276B51-0CE4-CA93-A64F-2984A085A92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113459F2-2CF2-79ED-01F7-F0AE5845F46D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74D5F4AB-06AD-E142-1575-AD49573F31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45B974F7-B43B-9682-FD97-80F185034D4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9F1A7910-668A-AECB-8855-A9299967F211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7F069D6E-A4BD-3798-174D-B3D30CDA2C0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0CD367ED-7BCA-5774-669D-5C5CA15AC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654159CD-7488-E138-B0F0-3EDEBF12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443401AD-E362-49D1-88E4-357707C2652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9014D6B6-E5F0-2942-78D9-235F38469184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C920E38F-CE7A-9665-FC5C-056C82C382C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9A9EEE37-1F5C-1D55-0715-FE96C783989B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789E76A5-1AAF-BB27-60E7-2408C2FF7BCF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1D6D4D30-91B8-E968-ABC6-6E165DB72339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868BE42C-A5EF-FEA8-BFC8-D5232D3A5A04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2E2B6222-6663-E75A-1E50-CF119B610F1C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27D7C6EE-6310-82C9-B2A9-8EDFA3C7552E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271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3B19-2B39-4E34-A5E3-5515A7D21A04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531E2A2D-79C6-D06B-2FE6-2F61C89231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18238" y="719138"/>
            <a:ext cx="7651524" cy="5281612"/>
          </a:xfrm>
          <a:prstGeom prst="rect">
            <a:avLst/>
          </a:prstGeom>
          <a:pattFill prst="pct60">
            <a:fgClr>
              <a:schemeClr val="bg1">
                <a:lumMod val="9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Select this placeholder, go to the tab ‘</a:t>
            </a:r>
            <a:r>
              <a:rPr lang="en-GB" noProof="0" dirty="0" err="1"/>
              <a:t>Slidebuilder</a:t>
            </a:r>
            <a:r>
              <a:rPr lang="en-GB" noProof="0" dirty="0"/>
              <a:t>’, click on ‘Images’, </a:t>
            </a:r>
            <a:br>
              <a:rPr lang="en-GB" noProof="0" dirty="0"/>
            </a:br>
            <a:r>
              <a:rPr lang="en-GB" noProof="0" dirty="0"/>
              <a:t>select the preferred image and click on ‘Insert’.</a:t>
            </a:r>
          </a:p>
        </p:txBody>
      </p:sp>
      <p:grpSp>
        <p:nvGrpSpPr>
          <p:cNvPr id="8" name="INSTRUCTION">
            <a:extLst>
              <a:ext uri="{FF2B5EF4-FFF2-40B4-BE49-F238E27FC236}">
                <a16:creationId xmlns:a16="http://schemas.microsoft.com/office/drawing/2014/main" id="{F2D547FC-8675-10B0-8D4D-4E73B6F6EBA3}"/>
              </a:ext>
            </a:extLst>
          </p:cNvPr>
          <p:cNvGrpSpPr/>
          <p:nvPr userDrawn="1"/>
        </p:nvGrpSpPr>
        <p:grpSpPr>
          <a:xfrm>
            <a:off x="12377595" y="0"/>
            <a:ext cx="3693113" cy="5054643"/>
            <a:chOff x="-3786164" y="0"/>
            <a:chExt cx="3693113" cy="5054643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AA3D3DE8-FAAA-0CCB-9B1A-DED17E9590E4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3915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A857C9-A4BB-CC70-C3F9-9195312712EE}"/>
                </a:ext>
              </a:extLst>
            </p:cNvPr>
            <p:cNvSpPr/>
            <p:nvPr userDrawn="1"/>
          </p:nvSpPr>
          <p:spPr>
            <a:xfrm>
              <a:off x="-3786164" y="422664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tab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GB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‘Inspiration'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7A20A025-9E26-4D1B-D703-D0EB1160417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7C1DF6F8-CC48-5685-B365-AA4FDAA708B9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</a:t>
              </a:r>
              <a:r>
                <a:rPr kumimoji="0" lang="en-GB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Slidebuilder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‘Images’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CF9085E4-187D-A0BC-210C-0136896A41D1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6210036-0240-8CA2-6EF8-0BD4944070F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6119F4C-019C-605A-6943-F46F89EB0132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4D99191E-B53B-3251-5C4B-1626C4264714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DB5F333A-1CA4-8A38-6DE0-45284DF08CD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79416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4B0F239D-3AF8-92D3-5B8A-C2E0ACC11C38}"/>
                </a:ext>
              </a:extLst>
            </p:cNvPr>
            <p:cNvGrpSpPr/>
            <p:nvPr userDrawn="1"/>
          </p:nvGrpSpPr>
          <p:grpSpPr>
            <a:xfrm>
              <a:off x="-3414453" y="353433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2E2A776D-132D-E444-2B58-839C8E2C1D4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578162D6-E0E1-EDCB-65D0-FF4F6463923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CF3ACBAF-9D09-81A4-2172-3A5EFD2774B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76511F38-8A3D-C488-C13D-14B9267C171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BF6F0872-D6E6-0129-5AFD-80A6EA82AE4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26698984-53EE-AD20-A983-6D8809F487B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1EFA564B-F7F8-A3E1-EA0E-2085718207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9F272245-01A0-E0AB-464E-B4F26BF0A3F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58BADA06-F25C-E0D3-E4E1-FC344AEEEFC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F6158168-D2A9-51D8-2ED0-FA5053AB5A2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5616C0FA-E4BF-A970-F7DA-5A617A46714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60643B8C-9422-2E4D-55D0-06B3FBBD803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BBD94545-F851-9570-0905-C56C6AEEC8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02F7CBAA-658A-DECF-422D-2CE41F3F449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A6141E01-F200-8684-4E99-022433B43F0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8A0896F9-45E2-5154-3241-BEF098A96DC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ICOON_info">
              <a:extLst>
                <a:ext uri="{FF2B5EF4-FFF2-40B4-BE49-F238E27FC236}">
                  <a16:creationId xmlns:a16="http://schemas.microsoft.com/office/drawing/2014/main" id="{FDCE1B62-58AF-60A6-6A99-AE72625DDD57}"/>
                </a:ext>
              </a:extLst>
            </p:cNvPr>
            <p:cNvGrpSpPr/>
            <p:nvPr userDrawn="1"/>
          </p:nvGrpSpPr>
          <p:grpSpPr>
            <a:xfrm>
              <a:off x="-376736" y="4055594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D496AE7-1ABA-D72E-46F0-58B7BE51ACB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3DB5CA68-B8B8-4748-ADB8-4F13D1DBEBB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73AE3F6-8136-DEF3-A216-4FC50C1EE599}"/>
                </a:ext>
              </a:extLst>
            </p:cNvPr>
            <p:cNvGrpSpPr/>
            <p:nvPr userDrawn="1"/>
          </p:nvGrpSpPr>
          <p:grpSpPr>
            <a:xfrm>
              <a:off x="-938434" y="4364020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4C38CBEE-B7AF-C9D6-47BB-49DB1163CD2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DECBDD8D-668F-D23C-6138-82CEB7F03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557EF1EB-BB59-B21D-0636-6A3C4DF9F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94A51CC8-8EE5-8E00-5783-6B4451D77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+mn-lt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8BAD05E6-A5ED-164E-E4E5-975F8412445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58AFC21-D9B4-B91D-8D8B-88AA9904D2B2}"/>
                </a:ext>
              </a:extLst>
            </p:cNvPr>
            <p:cNvGrpSpPr/>
            <p:nvPr userDrawn="1"/>
          </p:nvGrpSpPr>
          <p:grpSpPr>
            <a:xfrm>
              <a:off x="-3365484" y="1226982"/>
              <a:ext cx="446937" cy="406485"/>
              <a:chOff x="-3563526" y="1409294"/>
              <a:chExt cx="354190" cy="322133"/>
            </a:xfrm>
          </p:grpSpPr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AA2CE0ED-6859-D1FF-5735-251BAC091E34}"/>
                  </a:ext>
                </a:extLst>
              </p:cNvPr>
              <p:cNvGrpSpPr/>
              <p:nvPr userDrawn="1"/>
            </p:nvGrpSpPr>
            <p:grpSpPr>
              <a:xfrm>
                <a:off x="-3499992" y="1409294"/>
                <a:ext cx="225195" cy="195499"/>
                <a:chOff x="8987389" y="1361199"/>
                <a:chExt cx="2200275" cy="1914525"/>
              </a:xfrm>
            </p:grpSpPr>
            <p:sp>
              <p:nvSpPr>
                <p:cNvPr id="24" name="Vrije vorm: vorm 23">
                  <a:extLst>
                    <a:ext uri="{FF2B5EF4-FFF2-40B4-BE49-F238E27FC236}">
                      <a16:creationId xmlns:a16="http://schemas.microsoft.com/office/drawing/2014/main" id="{773A49B1-D791-D338-52B9-7A0C3E6BEFB4}"/>
                    </a:ext>
                  </a:extLst>
                </p:cNvPr>
                <p:cNvSpPr/>
                <p:nvPr/>
              </p:nvSpPr>
              <p:spPr>
                <a:xfrm>
                  <a:off x="9363620" y="1831738"/>
                  <a:ext cx="371477" cy="371472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en-GB" sz="7200" noProof="0" dirty="0">
                    <a:solidFill>
                      <a:srgbClr val="211F26"/>
                    </a:solidFill>
                    <a:latin typeface="+mn-lt"/>
                  </a:endParaRPr>
                </a:p>
              </p:txBody>
            </p:sp>
            <p:grpSp>
              <p:nvGrpSpPr>
                <p:cNvPr id="25" name="Groep 24">
                  <a:extLst>
                    <a:ext uri="{FF2B5EF4-FFF2-40B4-BE49-F238E27FC236}">
                      <a16:creationId xmlns:a16="http://schemas.microsoft.com/office/drawing/2014/main" id="{F8CAB3EA-89F1-FD57-5480-C862D780C9A2}"/>
                    </a:ext>
                  </a:extLst>
                </p:cNvPr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B63E97C4-1E41-758F-5C19-324A74E209D5}"/>
                      </a:ext>
                    </a:extLst>
                  </p:cNvPr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27" name="Vrije vorm: vorm 26">
                    <a:extLst>
                      <a:ext uri="{FF2B5EF4-FFF2-40B4-BE49-F238E27FC236}">
                        <a16:creationId xmlns:a16="http://schemas.microsoft.com/office/drawing/2014/main" id="{714CF8C4-EE70-3331-DDB1-86D78BE8330F}"/>
                      </a:ext>
                    </a:extLst>
                  </p:cNvPr>
                  <p:cNvSpPr/>
                  <p:nvPr/>
                </p:nvSpPr>
                <p:spPr>
                  <a:xfrm>
                    <a:off x="9362668" y="1953652"/>
                    <a:ext cx="1438273" cy="885828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en-GB" sz="7200" noProof="0" dirty="0">
                      <a:solidFill>
                        <a:srgbClr val="211F26"/>
                      </a:solidFill>
                      <a:latin typeface="+mn-lt"/>
                    </a:endParaRPr>
                  </a:p>
                </p:txBody>
              </p:sp>
            </p:grpSp>
          </p:grp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15343C1B-78D4-A6E7-5DCD-92F16A4D7D23}"/>
                  </a:ext>
                </a:extLst>
              </p:cNvPr>
              <p:cNvSpPr txBox="1"/>
              <p:nvPr userDrawn="1"/>
            </p:nvSpPr>
            <p:spPr>
              <a:xfrm>
                <a:off x="-3563526" y="1617700"/>
                <a:ext cx="354190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05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#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1070AA-35A3-CDB3-EFB2-1ACEEB90F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29019"/>
            <a:ext cx="1782539" cy="2769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nl-NL" sz="18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!Place title here!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BE7F3A9-9B9C-44B6-7E42-8A0C11D4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37EB-E652-4E10-A650-6F08373E825C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EA8D07-6C67-DB1E-355D-D56DB368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8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CCC40-239D-4DE9-BE1D-900175DD8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273" y="756997"/>
            <a:ext cx="10515600" cy="933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06C07-3B30-4B05-A4DE-9823E10C2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3673" y="1825625"/>
            <a:ext cx="9728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E360A-388C-426B-91A6-203D0DFFD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04345" y="6492875"/>
            <a:ext cx="1018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GB" sz="1200" smtClean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392F8-FDBB-4098-A3BA-C0CC6D226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22654" y="647180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E3D0A-F532-4080-A350-1A9AEF4FB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7454" y="6468630"/>
            <a:ext cx="115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7" name="Rectangle 99">
            <a:extLst>
              <a:ext uri="{FF2B5EF4-FFF2-40B4-BE49-F238E27FC236}">
                <a16:creationId xmlns:a16="http://schemas.microsoft.com/office/drawing/2014/main" id="{1BA8350A-A93F-4A9C-869A-470A01FB3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462" y="133350"/>
            <a:ext cx="8602784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5000"/>
              </a:lnSpc>
              <a:defRPr/>
            </a:pPr>
            <a:endParaRPr lang="en-US" sz="2400" dirty="0">
              <a:solidFill>
                <a:schemeClr val="bg1"/>
              </a:solidFill>
              <a:ea typeface="ＭＳ Ｐゴシック" pitchFamily="48" charset="-128"/>
              <a:cs typeface="Arial" charset="0"/>
            </a:endParaRPr>
          </a:p>
        </p:txBody>
      </p:sp>
      <p:pic>
        <p:nvPicPr>
          <p:cNvPr id="13" name="Picture 12" descr="A blue and black text&#10;&#10;AI-generated content may be incorrect.">
            <a:extLst>
              <a:ext uri="{FF2B5EF4-FFF2-40B4-BE49-F238E27FC236}">
                <a16:creationId xmlns:a16="http://schemas.microsoft.com/office/drawing/2014/main" id="{04341C1F-93A2-5E82-8AC5-22960CD68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64" y="6258357"/>
            <a:ext cx="1005840" cy="39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71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wrap="square" lIns="0" tIns="0" rIns="0" bIns="378000" rtlCol="0" anchor="t">
            <a:noAutofit/>
          </a:bodyPr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5498" y="6405669"/>
            <a:ext cx="697306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52759D91-11CB-487E-B976-98A92253E290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 dirty="0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054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99E24468-89A8-4BF4-8872-EF4B64708135}" type="datetimeFigureOut">
              <a:rPr lang="en-NL" smtClean="0"/>
              <a:t>17/10/2026</a:t>
            </a:fld>
            <a:endParaRPr lang="en-NL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A2181C2E-CA52-43E3-BA14-49180261531D}" type="slidenum">
              <a:rPr lang="en-NL" smtClean="0"/>
              <a:t>‹#›</a:t>
            </a:fld>
            <a:endParaRPr lang="en-NL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03010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07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Segoe UI Light" panose="020B0502040204020203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6" y="722454"/>
            <a:ext cx="10752610" cy="323409"/>
          </a:xfrm>
          <a:prstGeom prst="rect">
            <a:avLst/>
          </a:prstGeom>
        </p:spPr>
        <p:txBody>
          <a:bodyPr vert="horz" lIns="0" tIns="0" rIns="0" bIns="378000" rtlCol="0" anchor="t">
            <a:noAutofit/>
          </a:bodyPr>
          <a:lstStyle/>
          <a:p>
            <a:r>
              <a:rPr lang="en-GB" noProof="0" dirty="0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563938"/>
            <a:ext cx="10752137" cy="44334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</a:t>
            </a:r>
          </a:p>
          <a:p>
            <a:pPr lvl="2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3"/>
            <a:r>
              <a:rPr lang="en-GB" noProof="0" dirty="0"/>
              <a:t>Title/Quote</a:t>
            </a:r>
          </a:p>
          <a:p>
            <a:pPr lvl="4"/>
            <a:r>
              <a:rPr lang="en-GB" noProof="0" dirty="0"/>
              <a:t>Subtitle</a:t>
            </a:r>
          </a:p>
          <a:p>
            <a:pPr lvl="5"/>
            <a:r>
              <a:rPr lang="en-GB" noProof="0" dirty="0"/>
              <a:t>Default text</a:t>
            </a:r>
            <a:br>
              <a:rPr lang="en-GB" noProof="0" dirty="0"/>
            </a:br>
            <a:endParaRPr lang="en-GB" noProof="0" dirty="0"/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/>
        </p:nvSpPr>
        <p:spPr>
          <a:xfrm>
            <a:off x="0" y="-637132"/>
            <a:ext cx="565861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layout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46569" y="6405669"/>
            <a:ext cx="766235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8A421BA6-7BA0-43C5-84E3-301304A00F79}" type="datetime1">
              <a:rPr lang="nl-NL" smtClean="0"/>
              <a:t>17-10-2026</a:t>
            </a:fld>
            <a:endParaRPr lang="en-GB" dirty="0"/>
          </a:p>
        </p:txBody>
      </p:sp>
      <p:sp>
        <p:nvSpPr>
          <p:cNvPr id="30" name="Tijdelijke aanduiding voor dianummer 5">
            <a:extLst>
              <a:ext uri="{FF2B5EF4-FFF2-40B4-BE49-F238E27FC236}">
                <a16:creationId xmlns:a16="http://schemas.microsoft.com/office/drawing/2014/main" id="{97B5FD88-660A-4FF5-BB5B-19029FB61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464" y="6405669"/>
            <a:ext cx="291298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200" b="1">
                <a:solidFill>
                  <a:schemeClr val="tx2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36EA4FA-0B8A-4FA4-3D23-C40FA12DDAC9}"/>
              </a:ext>
            </a:extLst>
          </p:cNvPr>
          <p:cNvSpPr txBox="1"/>
          <p:nvPr/>
        </p:nvSpPr>
        <p:spPr>
          <a:xfrm>
            <a:off x="10912804" y="-1278897"/>
            <a:ext cx="1279196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Primary colors</a:t>
            </a:r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B508182-1D94-6963-6E0B-93418D7C8B8D}"/>
              </a:ext>
            </a:extLst>
          </p:cNvPr>
          <p:cNvGrpSpPr/>
          <p:nvPr/>
        </p:nvGrpSpPr>
        <p:grpSpPr>
          <a:xfrm>
            <a:off x="11552188" y="-1016102"/>
            <a:ext cx="639812" cy="180000"/>
            <a:chOff x="11552188" y="-1016102"/>
            <a:chExt cx="639812" cy="180000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720EF2DF-3730-F6B5-403F-A5D9B50AA329}"/>
                </a:ext>
              </a:extLst>
            </p:cNvPr>
            <p:cNvSpPr/>
            <p:nvPr userDrawn="1"/>
          </p:nvSpPr>
          <p:spPr>
            <a:xfrm>
              <a:off x="12012000" y="-1016102"/>
              <a:ext cx="180000" cy="1800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23A4CEB5-B6FA-9B7A-B2D0-072AAA09C577}"/>
                </a:ext>
              </a:extLst>
            </p:cNvPr>
            <p:cNvSpPr/>
            <p:nvPr userDrawn="1"/>
          </p:nvSpPr>
          <p:spPr>
            <a:xfrm>
              <a:off x="11782094" y="-1016102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5A8DA9B-2314-02C7-0DB4-B1D5CD8DF2E4}"/>
                </a:ext>
              </a:extLst>
            </p:cNvPr>
            <p:cNvSpPr/>
            <p:nvPr userDrawn="1"/>
          </p:nvSpPr>
          <p:spPr>
            <a:xfrm>
              <a:off x="11552188" y="-1016102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sp>
        <p:nvSpPr>
          <p:cNvPr id="10" name="Tekstvak 9">
            <a:extLst>
              <a:ext uri="{FF2B5EF4-FFF2-40B4-BE49-F238E27FC236}">
                <a16:creationId xmlns:a16="http://schemas.microsoft.com/office/drawing/2014/main" id="{712FF8BF-FF57-497C-6D6E-58F4046DC0E4}"/>
              </a:ext>
            </a:extLst>
          </p:cNvPr>
          <p:cNvSpPr txBox="1"/>
          <p:nvPr/>
        </p:nvSpPr>
        <p:spPr>
          <a:xfrm>
            <a:off x="10659528" y="-674002"/>
            <a:ext cx="1532472" cy="16927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GB" sz="1100" b="0" cap="all" baseline="0" noProof="0" dirty="0">
                <a:solidFill>
                  <a:schemeClr val="accent1"/>
                </a:solidFill>
                <a:latin typeface="+mn-lt"/>
              </a:rPr>
              <a:t>secondary colors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B444FEF0-EF23-9A75-C7DB-63258A64F5A1}"/>
              </a:ext>
            </a:extLst>
          </p:cNvPr>
          <p:cNvGrpSpPr/>
          <p:nvPr/>
        </p:nvGrpSpPr>
        <p:grpSpPr>
          <a:xfrm>
            <a:off x="9687884" y="-411207"/>
            <a:ext cx="2504116" cy="180000"/>
            <a:chOff x="9687884" y="-411207"/>
            <a:chExt cx="2504116" cy="180000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F5BB984B-89D0-74F4-7C23-3CB60BB6C322}"/>
                </a:ext>
              </a:extLst>
            </p:cNvPr>
            <p:cNvSpPr/>
            <p:nvPr userDrawn="1"/>
          </p:nvSpPr>
          <p:spPr>
            <a:xfrm>
              <a:off x="12012000" y="-411207"/>
              <a:ext cx="180000" cy="180000"/>
            </a:xfrm>
            <a:prstGeom prst="rect">
              <a:avLst/>
            </a:prstGeom>
            <a:solidFill>
              <a:srgbClr val="009B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983FD3B-3516-2897-57E9-D8EFBFF1423C}"/>
                </a:ext>
              </a:extLst>
            </p:cNvPr>
            <p:cNvSpPr/>
            <p:nvPr userDrawn="1"/>
          </p:nvSpPr>
          <p:spPr>
            <a:xfrm>
              <a:off x="11782094" y="-411207"/>
              <a:ext cx="180000" cy="180000"/>
            </a:xfrm>
            <a:prstGeom prst="rect">
              <a:avLst/>
            </a:prstGeom>
            <a:solidFill>
              <a:srgbClr val="6CC24A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571E6D2-E9F3-1013-DDA9-BF3005A09B29}"/>
                </a:ext>
              </a:extLst>
            </p:cNvPr>
            <p:cNvSpPr/>
            <p:nvPr userDrawn="1"/>
          </p:nvSpPr>
          <p:spPr>
            <a:xfrm>
              <a:off x="11552188" y="-411207"/>
              <a:ext cx="180000" cy="180000"/>
            </a:xfrm>
            <a:prstGeom prst="rect">
              <a:avLst/>
            </a:prstGeom>
            <a:solidFill>
              <a:srgbClr val="FFB81C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CF1B44D4-9C02-CF5C-268C-96E45AF98657}"/>
                </a:ext>
              </a:extLst>
            </p:cNvPr>
            <p:cNvSpPr/>
            <p:nvPr userDrawn="1"/>
          </p:nvSpPr>
          <p:spPr>
            <a:xfrm>
              <a:off x="11316018" y="-411207"/>
              <a:ext cx="180000" cy="180000"/>
            </a:xfrm>
            <a:prstGeom prst="rect">
              <a:avLst/>
            </a:prstGeom>
            <a:solidFill>
              <a:srgbClr val="EC684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14C65-E16E-D1A0-F56E-A8E35340AF61}"/>
                </a:ext>
              </a:extLst>
            </p:cNvPr>
            <p:cNvSpPr/>
            <p:nvPr userDrawn="1"/>
          </p:nvSpPr>
          <p:spPr>
            <a:xfrm>
              <a:off x="11086112" y="-411207"/>
              <a:ext cx="180000" cy="180000"/>
            </a:xfrm>
            <a:prstGeom prst="rect">
              <a:avLst/>
            </a:prstGeom>
            <a:solidFill>
              <a:srgbClr val="E03C3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5D9D295-9730-83B0-9A87-AE6384CA7F82}"/>
                </a:ext>
              </a:extLst>
            </p:cNvPr>
            <p:cNvSpPr/>
            <p:nvPr userDrawn="1"/>
          </p:nvSpPr>
          <p:spPr>
            <a:xfrm>
              <a:off x="10856206" y="-411207"/>
              <a:ext cx="180000" cy="180000"/>
            </a:xfrm>
            <a:prstGeom prst="rect">
              <a:avLst/>
            </a:prstGeom>
            <a:solidFill>
              <a:srgbClr val="A50034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FD3CB985-76FB-1138-7ABB-C2AEA27C3BA6}"/>
                </a:ext>
              </a:extLst>
            </p:cNvPr>
            <p:cNvSpPr/>
            <p:nvPr userDrawn="1"/>
          </p:nvSpPr>
          <p:spPr>
            <a:xfrm>
              <a:off x="10620036" y="-411207"/>
              <a:ext cx="180000" cy="180000"/>
            </a:xfrm>
            <a:prstGeom prst="rect">
              <a:avLst/>
            </a:prstGeom>
            <a:solidFill>
              <a:srgbClr val="EF60A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3017B0A1-3059-6859-5F3B-486053D198C9}"/>
                </a:ext>
              </a:extLst>
            </p:cNvPr>
            <p:cNvSpPr/>
            <p:nvPr userDrawn="1"/>
          </p:nvSpPr>
          <p:spPr>
            <a:xfrm>
              <a:off x="10383866" y="-411207"/>
              <a:ext cx="180000" cy="180000"/>
            </a:xfrm>
            <a:prstGeom prst="rect">
              <a:avLst/>
            </a:prstGeom>
            <a:solidFill>
              <a:srgbClr val="6F1D77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5DF6D8A2-044B-9B72-D264-D10733D97156}"/>
                </a:ext>
              </a:extLst>
            </p:cNvPr>
            <p:cNvSpPr/>
            <p:nvPr userDrawn="1"/>
          </p:nvSpPr>
          <p:spPr>
            <a:xfrm>
              <a:off x="10153960" y="-411207"/>
              <a:ext cx="180000" cy="180000"/>
            </a:xfrm>
            <a:prstGeom prst="rect">
              <a:avLst/>
            </a:prstGeom>
            <a:solidFill>
              <a:srgbClr val="0076C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9F4A9AC-B678-77B2-2E58-722942DB0831}"/>
                </a:ext>
              </a:extLst>
            </p:cNvPr>
            <p:cNvSpPr/>
            <p:nvPr userDrawn="1"/>
          </p:nvSpPr>
          <p:spPr>
            <a:xfrm>
              <a:off x="9924054" y="-411207"/>
              <a:ext cx="180000" cy="180000"/>
            </a:xfrm>
            <a:prstGeom prst="rect">
              <a:avLst/>
            </a:prstGeom>
            <a:solidFill>
              <a:srgbClr val="00B8C8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A95EB90-8972-7E8F-BE91-33A15F9A2648}"/>
                </a:ext>
              </a:extLst>
            </p:cNvPr>
            <p:cNvSpPr/>
            <p:nvPr userDrawn="1"/>
          </p:nvSpPr>
          <p:spPr>
            <a:xfrm>
              <a:off x="9687884" y="-411207"/>
              <a:ext cx="180000" cy="180000"/>
            </a:xfrm>
            <a:prstGeom prst="rect">
              <a:avLst/>
            </a:prstGeom>
            <a:solidFill>
              <a:srgbClr val="0C234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</p:grpSp>
      <p:grpSp>
        <p:nvGrpSpPr>
          <p:cNvPr id="51" name="Groep 50">
            <a:extLst>
              <a:ext uri="{FF2B5EF4-FFF2-40B4-BE49-F238E27FC236}">
                <a16:creationId xmlns:a16="http://schemas.microsoft.com/office/drawing/2014/main" id="{2FE40E40-1FE1-302C-7401-1188F7C3C956}"/>
              </a:ext>
            </a:extLst>
          </p:cNvPr>
          <p:cNvGrpSpPr/>
          <p:nvPr/>
        </p:nvGrpSpPr>
        <p:grpSpPr>
          <a:xfrm>
            <a:off x="721079" y="6216736"/>
            <a:ext cx="961200" cy="381600"/>
            <a:chOff x="2807303" y="2354764"/>
            <a:chExt cx="944974" cy="368527"/>
          </a:xfrm>
        </p:grpSpPr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EAAA39B-E62F-1A64-6EB9-16C279742FCC}"/>
                </a:ext>
              </a:extLst>
            </p:cNvPr>
            <p:cNvSpPr/>
            <p:nvPr/>
          </p:nvSpPr>
          <p:spPr>
            <a:xfrm>
              <a:off x="2994660" y="2537173"/>
              <a:ext cx="174307" cy="186023"/>
            </a:xfrm>
            <a:custGeom>
              <a:avLst/>
              <a:gdLst>
                <a:gd name="connsiteX0" fmla="*/ 87154 w 174307"/>
                <a:gd name="connsiteY0" fmla="*/ 150686 h 186023"/>
                <a:gd name="connsiteX1" fmla="*/ 123825 w 174307"/>
                <a:gd name="connsiteY1" fmla="*/ 112776 h 186023"/>
                <a:gd name="connsiteX2" fmla="*/ 123825 w 174307"/>
                <a:gd name="connsiteY2" fmla="*/ 0 h 186023"/>
                <a:gd name="connsiteX3" fmla="*/ 174307 w 174307"/>
                <a:gd name="connsiteY3" fmla="*/ 0 h 186023"/>
                <a:gd name="connsiteX4" fmla="*/ 174307 w 174307"/>
                <a:gd name="connsiteY4" fmla="*/ 115348 h 186023"/>
                <a:gd name="connsiteX5" fmla="*/ 87154 w 174307"/>
                <a:gd name="connsiteY5" fmla="*/ 186023 h 186023"/>
                <a:gd name="connsiteX6" fmla="*/ 0 w 174307"/>
                <a:gd name="connsiteY6" fmla="*/ 115348 h 186023"/>
                <a:gd name="connsiteX7" fmla="*/ 0 w 174307"/>
                <a:gd name="connsiteY7" fmla="*/ 0 h 186023"/>
                <a:gd name="connsiteX8" fmla="*/ 50482 w 174307"/>
                <a:gd name="connsiteY8" fmla="*/ 0 h 186023"/>
                <a:gd name="connsiteX9" fmla="*/ 50482 w 174307"/>
                <a:gd name="connsiteY9" fmla="*/ 112776 h 186023"/>
                <a:gd name="connsiteX10" fmla="*/ 87154 w 174307"/>
                <a:gd name="connsiteY10" fmla="*/ 150686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36236F46-513D-1509-49B4-C9540C747A7E}"/>
                </a:ext>
              </a:extLst>
            </p:cNvPr>
            <p:cNvSpPr/>
            <p:nvPr/>
          </p:nvSpPr>
          <p:spPr>
            <a:xfrm>
              <a:off x="2807303" y="2537173"/>
              <a:ext cx="163639" cy="182213"/>
            </a:xfrm>
            <a:custGeom>
              <a:avLst/>
              <a:gdLst>
                <a:gd name="connsiteX0" fmla="*/ 56578 w 163639"/>
                <a:gd name="connsiteY0" fmla="*/ 182213 h 182213"/>
                <a:gd name="connsiteX1" fmla="*/ 107061 w 163639"/>
                <a:gd name="connsiteY1" fmla="*/ 182213 h 182213"/>
                <a:gd name="connsiteX2" fmla="*/ 107061 w 163639"/>
                <a:gd name="connsiteY2" fmla="*/ 35338 h 182213"/>
                <a:gd name="connsiteX3" fmla="*/ 163640 w 163639"/>
                <a:gd name="connsiteY3" fmla="*/ 35338 h 182213"/>
                <a:gd name="connsiteX4" fmla="*/ 163640 w 163639"/>
                <a:gd name="connsiteY4" fmla="*/ 0 h 182213"/>
                <a:gd name="connsiteX5" fmla="*/ 0 w 163639"/>
                <a:gd name="connsiteY5" fmla="*/ 0 h 182213"/>
                <a:gd name="connsiteX6" fmla="*/ 0 w 163639"/>
                <a:gd name="connsiteY6" fmla="*/ 35338 h 182213"/>
                <a:gd name="connsiteX7" fmla="*/ 56578 w 163639"/>
                <a:gd name="connsiteY7" fmla="*/ 35338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559E6BEF-0F0B-1F81-FCB5-7C9DF5D09313}"/>
                </a:ext>
              </a:extLst>
            </p:cNvPr>
            <p:cNvSpPr/>
            <p:nvPr/>
          </p:nvSpPr>
          <p:spPr>
            <a:xfrm>
              <a:off x="2856490" y="2354764"/>
              <a:ext cx="172449" cy="170903"/>
            </a:xfrm>
            <a:custGeom>
              <a:avLst/>
              <a:gdLst>
                <a:gd name="connsiteX0" fmla="*/ 128740 w 172449"/>
                <a:gd name="connsiteY0" fmla="*/ 93637 h 170903"/>
                <a:gd name="connsiteX1" fmla="*/ 103785 w 172449"/>
                <a:gd name="connsiteY1" fmla="*/ 77920 h 170903"/>
                <a:gd name="connsiteX2" fmla="*/ 170936 w 172449"/>
                <a:gd name="connsiteY2" fmla="*/ 9816 h 170903"/>
                <a:gd name="connsiteX3" fmla="*/ 170460 w 172449"/>
                <a:gd name="connsiteY3" fmla="*/ 6 h 170903"/>
                <a:gd name="connsiteX4" fmla="*/ 165888 w 172449"/>
                <a:gd name="connsiteY4" fmla="*/ 6959 h 170903"/>
                <a:gd name="connsiteX5" fmla="*/ 69114 w 172449"/>
                <a:gd name="connsiteY5" fmla="*/ 45440 h 170903"/>
                <a:gd name="connsiteX6" fmla="*/ 2058 w 172449"/>
                <a:gd name="connsiteY6" fmla="*/ 146405 h 170903"/>
                <a:gd name="connsiteX7" fmla="*/ 6344 w 172449"/>
                <a:gd name="connsiteY7" fmla="*/ 159454 h 170903"/>
                <a:gd name="connsiteX8" fmla="*/ 8439 w 172449"/>
                <a:gd name="connsiteY8" fmla="*/ 146215 h 170903"/>
                <a:gd name="connsiteX9" fmla="*/ 67209 w 172449"/>
                <a:gd name="connsiteY9" fmla="*/ 73348 h 170903"/>
                <a:gd name="connsiteX10" fmla="*/ 72638 w 172449"/>
                <a:gd name="connsiteY10" fmla="*/ 68205 h 170903"/>
                <a:gd name="connsiteX11" fmla="*/ 72162 w 172449"/>
                <a:gd name="connsiteY11" fmla="*/ 73158 h 170903"/>
                <a:gd name="connsiteX12" fmla="*/ 52445 w 172449"/>
                <a:gd name="connsiteY12" fmla="*/ 120878 h 170903"/>
                <a:gd name="connsiteX13" fmla="*/ 89592 w 172449"/>
                <a:gd name="connsiteY13" fmla="*/ 113544 h 170903"/>
                <a:gd name="connsiteX14" fmla="*/ 93688 w 172449"/>
                <a:gd name="connsiteY14" fmla="*/ 108495 h 170903"/>
                <a:gd name="connsiteX15" fmla="*/ 93974 w 172449"/>
                <a:gd name="connsiteY15" fmla="*/ 116020 h 170903"/>
                <a:gd name="connsiteX16" fmla="*/ 69304 w 172449"/>
                <a:gd name="connsiteY16" fmla="*/ 162502 h 170903"/>
                <a:gd name="connsiteX17" fmla="*/ 57207 w 172449"/>
                <a:gd name="connsiteY17" fmla="*/ 170313 h 170903"/>
                <a:gd name="connsiteX18" fmla="*/ 63684 w 172449"/>
                <a:gd name="connsiteY18" fmla="*/ 170694 h 170903"/>
                <a:gd name="connsiteX19" fmla="*/ 151124 w 172449"/>
                <a:gd name="connsiteY19" fmla="*/ 85159 h 170903"/>
                <a:gd name="connsiteX20" fmla="*/ 151410 w 172449"/>
                <a:gd name="connsiteY20" fmla="*/ 79920 h 170903"/>
                <a:gd name="connsiteX21" fmla="*/ 146361 w 172449"/>
                <a:gd name="connsiteY21" fmla="*/ 82873 h 170903"/>
                <a:gd name="connsiteX22" fmla="*/ 128740 w 172449"/>
                <a:gd name="connsiteY22" fmla="*/ 93637 h 17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E2168793-CECA-2A56-70CA-A2BB97B2C83F}"/>
                </a:ext>
              </a:extLst>
            </p:cNvPr>
            <p:cNvSpPr/>
            <p:nvPr/>
          </p:nvSpPr>
          <p:spPr>
            <a:xfrm>
              <a:off x="3391376" y="2588894"/>
              <a:ext cx="114680" cy="134397"/>
            </a:xfrm>
            <a:custGeom>
              <a:avLst/>
              <a:gdLst>
                <a:gd name="connsiteX0" fmla="*/ 24955 w 114680"/>
                <a:gd name="connsiteY0" fmla="*/ 55054 h 134397"/>
                <a:gd name="connsiteX1" fmla="*/ 57055 w 114680"/>
                <a:gd name="connsiteY1" fmla="*/ 17431 h 134397"/>
                <a:gd name="connsiteX2" fmla="*/ 89344 w 114680"/>
                <a:gd name="connsiteY2" fmla="*/ 55054 h 134397"/>
                <a:gd name="connsiteX3" fmla="*/ 24955 w 114680"/>
                <a:gd name="connsiteY3" fmla="*/ 55054 h 134397"/>
                <a:gd name="connsiteX4" fmla="*/ 114681 w 114680"/>
                <a:gd name="connsiteY4" fmla="*/ 71723 h 134397"/>
                <a:gd name="connsiteX5" fmla="*/ 114681 w 114680"/>
                <a:gd name="connsiteY5" fmla="*/ 59817 h 134397"/>
                <a:gd name="connsiteX6" fmla="*/ 58864 w 114680"/>
                <a:gd name="connsiteY6" fmla="*/ 0 h 134397"/>
                <a:gd name="connsiteX7" fmla="*/ 0 w 114680"/>
                <a:gd name="connsiteY7" fmla="*/ 68199 h 134397"/>
                <a:gd name="connsiteX8" fmla="*/ 56864 w 114680"/>
                <a:gd name="connsiteY8" fmla="*/ 134398 h 134397"/>
                <a:gd name="connsiteX9" fmla="*/ 113157 w 114680"/>
                <a:gd name="connsiteY9" fmla="*/ 91250 h 134397"/>
                <a:gd name="connsiteX10" fmla="*/ 87916 w 114680"/>
                <a:gd name="connsiteY10" fmla="*/ 91250 h 134397"/>
                <a:gd name="connsiteX11" fmla="*/ 57150 w 114680"/>
                <a:gd name="connsiteY11" fmla="*/ 116967 h 134397"/>
                <a:gd name="connsiteX12" fmla="*/ 24479 w 114680"/>
                <a:gd name="connsiteY12" fmla="*/ 71818 h 134397"/>
                <a:gd name="connsiteX13" fmla="*/ 114681 w 114680"/>
                <a:gd name="connsiteY13" fmla="*/ 7181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167B5967-C476-6D97-2D8A-678B164873F7}"/>
                </a:ext>
              </a:extLst>
            </p:cNvPr>
            <p:cNvSpPr/>
            <p:nvPr/>
          </p:nvSpPr>
          <p:spPr>
            <a:xfrm>
              <a:off x="3535108" y="2537173"/>
              <a:ext cx="24003" cy="182213"/>
            </a:xfrm>
            <a:custGeom>
              <a:avLst/>
              <a:gdLst>
                <a:gd name="connsiteX0" fmla="*/ 0 w 24003"/>
                <a:gd name="connsiteY0" fmla="*/ 0 h 182213"/>
                <a:gd name="connsiteX1" fmla="*/ 24003 w 24003"/>
                <a:gd name="connsiteY1" fmla="*/ 0 h 182213"/>
                <a:gd name="connsiteX2" fmla="*/ 24003 w 24003"/>
                <a:gd name="connsiteY2" fmla="*/ 182213 h 182213"/>
                <a:gd name="connsiteX3" fmla="*/ 0 w 24003"/>
                <a:gd name="connsiteY3" fmla="*/ 182213 h 18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863CA44-130B-E285-9545-E013062D262E}"/>
                </a:ext>
              </a:extLst>
            </p:cNvPr>
            <p:cNvSpPr/>
            <p:nvPr/>
          </p:nvSpPr>
          <p:spPr>
            <a:xfrm>
              <a:off x="3585591" y="2533363"/>
              <a:ext cx="81533" cy="186023"/>
            </a:xfrm>
            <a:custGeom>
              <a:avLst/>
              <a:gdLst>
                <a:gd name="connsiteX0" fmla="*/ 48768 w 81533"/>
                <a:gd name="connsiteY0" fmla="*/ 186023 h 186023"/>
                <a:gd name="connsiteX1" fmla="*/ 48768 w 81533"/>
                <a:gd name="connsiteY1" fmla="*/ 76009 h 186023"/>
                <a:gd name="connsiteX2" fmla="*/ 78010 w 81533"/>
                <a:gd name="connsiteY2" fmla="*/ 76009 h 186023"/>
                <a:gd name="connsiteX3" fmla="*/ 78010 w 81533"/>
                <a:gd name="connsiteY3" fmla="*/ 59341 h 186023"/>
                <a:gd name="connsiteX4" fmla="*/ 48768 w 81533"/>
                <a:gd name="connsiteY4" fmla="*/ 59341 h 186023"/>
                <a:gd name="connsiteX5" fmla="*/ 48768 w 81533"/>
                <a:gd name="connsiteY5" fmla="*/ 38862 h 186023"/>
                <a:gd name="connsiteX6" fmla="*/ 69437 w 81533"/>
                <a:gd name="connsiteY6" fmla="*/ 21717 h 186023"/>
                <a:gd name="connsiteX7" fmla="*/ 81534 w 81533"/>
                <a:gd name="connsiteY7" fmla="*/ 22479 h 186023"/>
                <a:gd name="connsiteX8" fmla="*/ 81534 w 81533"/>
                <a:gd name="connsiteY8" fmla="*/ 2572 h 186023"/>
                <a:gd name="connsiteX9" fmla="*/ 64389 w 81533"/>
                <a:gd name="connsiteY9" fmla="*/ 0 h 186023"/>
                <a:gd name="connsiteX10" fmla="*/ 24765 w 81533"/>
                <a:gd name="connsiteY10" fmla="*/ 35624 h 186023"/>
                <a:gd name="connsiteX11" fmla="*/ 24765 w 81533"/>
                <a:gd name="connsiteY11" fmla="*/ 59341 h 186023"/>
                <a:gd name="connsiteX12" fmla="*/ 0 w 81533"/>
                <a:gd name="connsiteY12" fmla="*/ 59341 h 186023"/>
                <a:gd name="connsiteX13" fmla="*/ 0 w 81533"/>
                <a:gd name="connsiteY13" fmla="*/ 76009 h 186023"/>
                <a:gd name="connsiteX14" fmla="*/ 24765 w 81533"/>
                <a:gd name="connsiteY14" fmla="*/ 76009 h 186023"/>
                <a:gd name="connsiteX15" fmla="*/ 24765 w 81533"/>
                <a:gd name="connsiteY15" fmla="*/ 186023 h 186023"/>
                <a:gd name="connsiteX16" fmla="*/ 48768 w 81533"/>
                <a:gd name="connsiteY16" fmla="*/ 186023 h 18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BC4A4D97-B586-8C1B-3EB4-EF127E58DA10}"/>
                </a:ext>
              </a:extLst>
            </p:cNvPr>
            <p:cNvSpPr/>
            <p:nvPr/>
          </p:nvSpPr>
          <p:spPr>
            <a:xfrm>
              <a:off x="3677316" y="2558224"/>
              <a:ext cx="74961" cy="164972"/>
            </a:xfrm>
            <a:custGeom>
              <a:avLst/>
              <a:gdLst>
                <a:gd name="connsiteX0" fmla="*/ 0 w 74961"/>
                <a:gd name="connsiteY0" fmla="*/ 34480 h 164972"/>
                <a:gd name="connsiteX1" fmla="*/ 0 w 74961"/>
                <a:gd name="connsiteY1" fmla="*/ 51149 h 164972"/>
                <a:gd name="connsiteX2" fmla="*/ 21717 w 74961"/>
                <a:gd name="connsiteY2" fmla="*/ 51149 h 164972"/>
                <a:gd name="connsiteX3" fmla="*/ 21717 w 74961"/>
                <a:gd name="connsiteY3" fmla="*/ 131921 h 164972"/>
                <a:gd name="connsiteX4" fmla="*/ 57626 w 74961"/>
                <a:gd name="connsiteY4" fmla="*/ 164973 h 164972"/>
                <a:gd name="connsiteX5" fmla="*/ 74009 w 74961"/>
                <a:gd name="connsiteY5" fmla="*/ 163449 h 164972"/>
                <a:gd name="connsiteX6" fmla="*/ 74009 w 74961"/>
                <a:gd name="connsiteY6" fmla="*/ 145066 h 164972"/>
                <a:gd name="connsiteX7" fmla="*/ 61341 w 74961"/>
                <a:gd name="connsiteY7" fmla="*/ 146590 h 164972"/>
                <a:gd name="connsiteX8" fmla="*/ 45720 w 74961"/>
                <a:gd name="connsiteY8" fmla="*/ 133255 h 164972"/>
                <a:gd name="connsiteX9" fmla="*/ 45720 w 74961"/>
                <a:gd name="connsiteY9" fmla="*/ 51245 h 164972"/>
                <a:gd name="connsiteX10" fmla="*/ 74962 w 74961"/>
                <a:gd name="connsiteY10" fmla="*/ 51245 h 164972"/>
                <a:gd name="connsiteX11" fmla="*/ 74962 w 74961"/>
                <a:gd name="connsiteY11" fmla="*/ 34576 h 164972"/>
                <a:gd name="connsiteX12" fmla="*/ 45720 w 74961"/>
                <a:gd name="connsiteY12" fmla="*/ 34576 h 164972"/>
                <a:gd name="connsiteX13" fmla="*/ 45720 w 74961"/>
                <a:gd name="connsiteY13" fmla="*/ 0 h 164972"/>
                <a:gd name="connsiteX14" fmla="*/ 21717 w 74961"/>
                <a:gd name="connsiteY14" fmla="*/ 7525 h 164972"/>
                <a:gd name="connsiteX15" fmla="*/ 21717 w 74961"/>
                <a:gd name="connsiteY15" fmla="*/ 34576 h 164972"/>
                <a:gd name="connsiteX16" fmla="*/ 0 w 74961"/>
                <a:gd name="connsiteY16" fmla="*/ 34480 h 1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9799722F-EF3D-E27E-3C21-C59FE9D1258A}"/>
                </a:ext>
              </a:extLst>
            </p:cNvPr>
            <p:cNvSpPr/>
            <p:nvPr/>
          </p:nvSpPr>
          <p:spPr>
            <a:xfrm>
              <a:off x="3219450" y="2537078"/>
              <a:ext cx="148685" cy="182308"/>
            </a:xfrm>
            <a:custGeom>
              <a:avLst/>
              <a:gdLst>
                <a:gd name="connsiteX0" fmla="*/ 0 w 148685"/>
                <a:gd name="connsiteY0" fmla="*/ 182309 h 182308"/>
                <a:gd name="connsiteX1" fmla="*/ 62579 w 148685"/>
                <a:gd name="connsiteY1" fmla="*/ 182309 h 182308"/>
                <a:gd name="connsiteX2" fmla="*/ 148685 w 148685"/>
                <a:gd name="connsiteY2" fmla="*/ 91154 h 182308"/>
                <a:gd name="connsiteX3" fmla="*/ 62579 w 148685"/>
                <a:gd name="connsiteY3" fmla="*/ 0 h 182308"/>
                <a:gd name="connsiteX4" fmla="*/ 0 w 148685"/>
                <a:gd name="connsiteY4" fmla="*/ 0 h 182308"/>
                <a:gd name="connsiteX5" fmla="*/ 0 w 148685"/>
                <a:gd name="connsiteY5" fmla="*/ 182309 h 182308"/>
                <a:gd name="connsiteX6" fmla="*/ 25241 w 148685"/>
                <a:gd name="connsiteY6" fmla="*/ 21812 h 182308"/>
                <a:gd name="connsiteX7" fmla="*/ 62579 w 148685"/>
                <a:gd name="connsiteY7" fmla="*/ 21812 h 182308"/>
                <a:gd name="connsiteX8" fmla="*/ 122206 w 148685"/>
                <a:gd name="connsiteY8" fmla="*/ 91250 h 182308"/>
                <a:gd name="connsiteX9" fmla="*/ 62579 w 148685"/>
                <a:gd name="connsiteY9" fmla="*/ 160687 h 182308"/>
                <a:gd name="connsiteX10" fmla="*/ 25241 w 148685"/>
                <a:gd name="connsiteY10" fmla="*/ 160687 h 182308"/>
                <a:gd name="connsiteX11" fmla="*/ 25241 w 148685"/>
                <a:gd name="connsiteY11" fmla="*/ 21812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6026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350838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SzPct val="120000"/>
        <a:buFont typeface="Arial" panose="020B0604020202020204" pitchFamily="34" charset="0"/>
        <a:buChar char="•"/>
        <a:tabLst>
          <a:tab pos="712788" algn="l"/>
        </a:tabLst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3"/>
        </a:buClr>
        <a:buFont typeface="Segoe UI Light" panose="020B0502040204020203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3600" b="1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rabicPeriod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1950" indent="-3619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+mj-lt"/>
        <a:buAutoNum type="alphaL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None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6">
          <p15:clr>
            <a:srgbClr val="5ACBF0"/>
          </p15:clr>
        </p15:guide>
        <p15:guide id="2" pos="453">
          <p15:clr>
            <a:srgbClr val="5ACBF0"/>
          </p15:clr>
        </p15:guide>
        <p15:guide id="3" orient="horz" pos="3780">
          <p15:clr>
            <a:srgbClr val="5ACBF0"/>
          </p15:clr>
        </p15:guide>
        <p15:guide id="6" pos="7226">
          <p15:clr>
            <a:srgbClr val="5ACBF0"/>
          </p15:clr>
        </p15:guide>
        <p15:guide id="9" orient="horz" pos="453">
          <p15:clr>
            <a:srgbClr val="5ACBF0"/>
          </p15:clr>
        </p15:guide>
        <p15:guide id="10" orient="horz" pos="659">
          <p15:clr>
            <a:srgbClr val="5ACBF0"/>
          </p15:clr>
        </p15:guide>
        <p15:guide id="12" orient="horz" pos="4032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51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1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10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12" Type="http://schemas.openxmlformats.org/officeDocument/2006/relationships/image" Target="../media/image2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1" Type="http://schemas.openxmlformats.org/officeDocument/2006/relationships/image" Target="../media/image2010.png"/><Relationship Id="rId5" Type="http://schemas.openxmlformats.org/officeDocument/2006/relationships/image" Target="../media/image20.png"/><Relationship Id="rId10" Type="http://schemas.openxmlformats.org/officeDocument/2006/relationships/image" Target="../media/image23.svg"/><Relationship Id="rId4" Type="http://schemas.openxmlformats.org/officeDocument/2006/relationships/image" Target="../media/image19.png"/><Relationship Id="rId9" Type="http://schemas.openxmlformats.org/officeDocument/2006/relationships/image" Target="../media/image1810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26.sv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11" Type="http://schemas.openxmlformats.org/officeDocument/2006/relationships/image" Target="../media/image25.sv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27.svg"/><Relationship Id="rId22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7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11" Type="http://schemas.openxmlformats.org/officeDocument/2006/relationships/image" Target="../media/image60.png"/><Relationship Id="rId5" Type="http://schemas.openxmlformats.org/officeDocument/2006/relationships/image" Target="../media/image61.png"/><Relationship Id="rId15" Type="http://schemas.openxmlformats.org/officeDocument/2006/relationships/image" Target="../media/image69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3.png"/><Relationship Id="rId14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73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13" Type="http://schemas.openxmlformats.org/officeDocument/2006/relationships/image" Target="../media/image89.png"/><Relationship Id="rId3" Type="http://schemas.openxmlformats.org/officeDocument/2006/relationships/image" Target="../media/image77.png"/><Relationship Id="rId7" Type="http://schemas.openxmlformats.org/officeDocument/2006/relationships/image" Target="../media/image84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2.png"/><Relationship Id="rId5" Type="http://schemas.openxmlformats.org/officeDocument/2006/relationships/image" Target="../media/image61.png"/><Relationship Id="rId10" Type="http://schemas.openxmlformats.org/officeDocument/2006/relationships/image" Target="../media/image96.png"/><Relationship Id="rId9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390.png"/><Relationship Id="rId18" Type="http://schemas.openxmlformats.org/officeDocument/2006/relationships/image" Target="../media/image98.png"/><Relationship Id="rId3" Type="http://schemas.openxmlformats.org/officeDocument/2006/relationships/image" Target="../media/image95.png"/><Relationship Id="rId7" Type="http://schemas.openxmlformats.org/officeDocument/2006/relationships/image" Target="../media/image101.png"/><Relationship Id="rId12" Type="http://schemas.openxmlformats.org/officeDocument/2006/relationships/image" Target="../media/image389.png"/><Relationship Id="rId17" Type="http://schemas.openxmlformats.org/officeDocument/2006/relationships/image" Target="../media/image39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9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0.png"/><Relationship Id="rId11" Type="http://schemas.openxmlformats.org/officeDocument/2006/relationships/image" Target="../media/image388.png"/><Relationship Id="rId5" Type="http://schemas.openxmlformats.org/officeDocument/2006/relationships/image" Target="../media/image99.png"/><Relationship Id="rId15" Type="http://schemas.openxmlformats.org/officeDocument/2006/relationships/image" Target="../media/image392.png"/><Relationship Id="rId10" Type="http://schemas.openxmlformats.org/officeDocument/2006/relationships/image" Target="../media/image387.png"/><Relationship Id="rId19" Type="http://schemas.openxmlformats.org/officeDocument/2006/relationships/image" Target="../media/image104.png"/><Relationship Id="rId4" Type="http://schemas.openxmlformats.org/officeDocument/2006/relationships/image" Target="../media/image97.png"/><Relationship Id="rId9" Type="http://schemas.openxmlformats.org/officeDocument/2006/relationships/image" Target="../media/image103.png"/><Relationship Id="rId14" Type="http://schemas.openxmlformats.org/officeDocument/2006/relationships/image" Target="../media/image39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3" Type="http://schemas.openxmlformats.org/officeDocument/2006/relationships/image" Target="../media/image105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1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4" Type="http://schemas.openxmlformats.org/officeDocument/2006/relationships/image" Target="../media/image410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07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6.png"/><Relationship Id="rId3" Type="http://schemas.openxmlformats.org/officeDocument/2006/relationships/image" Target="../media/image132.png"/><Relationship Id="rId7" Type="http://schemas.openxmlformats.org/officeDocument/2006/relationships/image" Target="../media/image121.png"/><Relationship Id="rId12" Type="http://schemas.openxmlformats.org/officeDocument/2006/relationships/image" Target="../media/image136.png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35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34.png"/><Relationship Id="rId9" Type="http://schemas.openxmlformats.org/officeDocument/2006/relationships/image" Target="../media/image123.png"/><Relationship Id="rId14" Type="http://schemas.openxmlformats.org/officeDocument/2006/relationships/image" Target="../media/image1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3" Type="http://schemas.openxmlformats.org/officeDocument/2006/relationships/image" Target="../media/image138.png"/><Relationship Id="rId7" Type="http://schemas.openxmlformats.org/officeDocument/2006/relationships/image" Target="../media/image49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1.png"/><Relationship Id="rId11" Type="http://schemas.openxmlformats.org/officeDocument/2006/relationships/image" Target="../media/image891.png"/><Relationship Id="rId5" Type="http://schemas.openxmlformats.org/officeDocument/2006/relationships/image" Target="../media/image471.png"/><Relationship Id="rId10" Type="http://schemas.openxmlformats.org/officeDocument/2006/relationships/image" Target="../media/image881.png"/><Relationship Id="rId4" Type="http://schemas.openxmlformats.org/officeDocument/2006/relationships/image" Target="../media/image461.png"/><Relationship Id="rId9" Type="http://schemas.openxmlformats.org/officeDocument/2006/relationships/image" Target="../media/image13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8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png"/><Relationship Id="rId11" Type="http://schemas.openxmlformats.org/officeDocument/2006/relationships/image" Target="../media/image891.png"/><Relationship Id="rId5" Type="http://schemas.openxmlformats.org/officeDocument/2006/relationships/image" Target="../media/image140.png"/><Relationship Id="rId10" Type="http://schemas.openxmlformats.org/officeDocument/2006/relationships/image" Target="../media/image881.png"/><Relationship Id="rId4" Type="http://schemas.openxmlformats.org/officeDocument/2006/relationships/image" Target="../media/image138.png"/><Relationship Id="rId9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.png"/><Relationship Id="rId13" Type="http://schemas.openxmlformats.org/officeDocument/2006/relationships/image" Target="../media/image881.png"/><Relationship Id="rId3" Type="http://schemas.openxmlformats.org/officeDocument/2006/relationships/image" Target="../media/image141.png"/><Relationship Id="rId7" Type="http://schemas.openxmlformats.org/officeDocument/2006/relationships/image" Target="../media/image641.png"/><Relationship Id="rId12" Type="http://schemas.openxmlformats.org/officeDocument/2006/relationships/image" Target="../media/image69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1.png"/><Relationship Id="rId11" Type="http://schemas.openxmlformats.org/officeDocument/2006/relationships/image" Target="../media/image681.png"/><Relationship Id="rId5" Type="http://schemas.openxmlformats.org/officeDocument/2006/relationships/image" Target="../media/image143.png"/><Relationship Id="rId10" Type="http://schemas.openxmlformats.org/officeDocument/2006/relationships/image" Target="../media/image671.png"/><Relationship Id="rId4" Type="http://schemas.openxmlformats.org/officeDocument/2006/relationships/image" Target="../media/image142.png"/><Relationship Id="rId9" Type="http://schemas.openxmlformats.org/officeDocument/2006/relationships/image" Target="../media/image661.png"/><Relationship Id="rId14" Type="http://schemas.openxmlformats.org/officeDocument/2006/relationships/image" Target="../media/image89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1.png"/><Relationship Id="rId3" Type="http://schemas.openxmlformats.org/officeDocument/2006/relationships/image" Target="../media/image701.png"/><Relationship Id="rId7" Type="http://schemas.openxmlformats.org/officeDocument/2006/relationships/image" Target="../media/image88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1.png"/><Relationship Id="rId5" Type="http://schemas.openxmlformats.org/officeDocument/2006/relationships/image" Target="../media/image143.png"/><Relationship Id="rId4" Type="http://schemas.openxmlformats.org/officeDocument/2006/relationships/image" Target="../media/image14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6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10" Type="http://schemas.openxmlformats.org/officeDocument/2006/relationships/image" Target="../media/image91.png"/><Relationship Id="rId4" Type="http://schemas.openxmlformats.org/officeDocument/2006/relationships/image" Target="../media/image147.png"/><Relationship Id="rId9" Type="http://schemas.openxmlformats.org/officeDocument/2006/relationships/image" Target="../media/image1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1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6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0.png"/><Relationship Id="rId5" Type="http://schemas.openxmlformats.org/officeDocument/2006/relationships/image" Target="../media/image138.png"/><Relationship Id="rId4" Type="http://schemas.openxmlformats.org/officeDocument/2006/relationships/image" Target="../media/image1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13" Type="http://schemas.openxmlformats.org/officeDocument/2006/relationships/image" Target="../media/image490.png"/><Relationship Id="rId3" Type="http://schemas.openxmlformats.org/officeDocument/2006/relationships/image" Target="../media/image167.png"/><Relationship Id="rId7" Type="http://schemas.openxmlformats.org/officeDocument/2006/relationships/image" Target="../media/image430.png"/><Relationship Id="rId12" Type="http://schemas.openxmlformats.org/officeDocument/2006/relationships/image" Target="../media/image4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4.png"/><Relationship Id="rId11" Type="http://schemas.openxmlformats.org/officeDocument/2006/relationships/image" Target="../media/image470.png"/><Relationship Id="rId5" Type="http://schemas.openxmlformats.org/officeDocument/2006/relationships/image" Target="../media/image155.png"/><Relationship Id="rId10" Type="http://schemas.openxmlformats.org/officeDocument/2006/relationships/image" Target="../media/image460.png"/><Relationship Id="rId4" Type="http://schemas.openxmlformats.org/officeDocument/2006/relationships/image" Target="../media/image154.png"/><Relationship Id="rId9" Type="http://schemas.openxmlformats.org/officeDocument/2006/relationships/image" Target="../media/image1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3" Type="http://schemas.openxmlformats.org/officeDocument/2006/relationships/image" Target="../media/image173.png"/><Relationship Id="rId7" Type="http://schemas.openxmlformats.org/officeDocument/2006/relationships/image" Target="../media/image175.png"/><Relationship Id="rId12" Type="http://schemas.openxmlformats.org/officeDocument/2006/relationships/image" Target="../media/image18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4.png"/><Relationship Id="rId11" Type="http://schemas.openxmlformats.org/officeDocument/2006/relationships/image" Target="../media/image184.png"/><Relationship Id="rId5" Type="http://schemas.openxmlformats.org/officeDocument/2006/relationships/image" Target="../media/image155.png"/><Relationship Id="rId15" Type="http://schemas.openxmlformats.org/officeDocument/2006/relationships/image" Target="../media/image188.png"/><Relationship Id="rId10" Type="http://schemas.openxmlformats.org/officeDocument/2006/relationships/image" Target="../media/image183.png"/><Relationship Id="rId4" Type="http://schemas.openxmlformats.org/officeDocument/2006/relationships/image" Target="../media/image154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77.png"/><Relationship Id="rId3" Type="http://schemas.openxmlformats.org/officeDocument/2006/relationships/image" Target="../media/image180.png"/><Relationship Id="rId7" Type="http://schemas.openxmlformats.org/officeDocument/2006/relationships/image" Target="../media/image192.png"/><Relationship Id="rId12" Type="http://schemas.openxmlformats.org/officeDocument/2006/relationships/image" Target="../media/image19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960.png"/><Relationship Id="rId3" Type="http://schemas.openxmlformats.org/officeDocument/2006/relationships/image" Target="../media/image1980.png"/><Relationship Id="rId7" Type="http://schemas.openxmlformats.org/officeDocument/2006/relationships/image" Target="../media/image1940.png"/><Relationship Id="rId12" Type="http://schemas.openxmlformats.org/officeDocument/2006/relationships/image" Target="../media/image1950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30.png"/><Relationship Id="rId11" Type="http://schemas.openxmlformats.org/officeDocument/2006/relationships/image" Target="../media/image115.png"/><Relationship Id="rId5" Type="http://schemas.openxmlformats.org/officeDocument/2006/relationships/image" Target="../media/image1920.png"/><Relationship Id="rId10" Type="http://schemas.openxmlformats.org/officeDocument/2006/relationships/image" Target="../media/image124.png"/><Relationship Id="rId4" Type="http://schemas.openxmlformats.org/officeDocument/2006/relationships/image" Target="../media/image179.png"/><Relationship Id="rId9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7" Type="http://schemas.openxmlformats.org/officeDocument/2006/relationships/image" Target="../media/image19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12" Type="http://schemas.openxmlformats.org/officeDocument/2006/relationships/image" Target="../media/image20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0.png"/><Relationship Id="rId11" Type="http://schemas.openxmlformats.org/officeDocument/2006/relationships/image" Target="../media/image207.png"/><Relationship Id="rId5" Type="http://schemas.openxmlformats.org/officeDocument/2006/relationships/image" Target="../media/image168.png"/><Relationship Id="rId10" Type="http://schemas.openxmlformats.org/officeDocument/2006/relationships/image" Target="../media/image206.png"/><Relationship Id="rId4" Type="http://schemas.openxmlformats.org/officeDocument/2006/relationships/image" Target="../media/image440.png"/><Relationship Id="rId9" Type="http://schemas.openxmlformats.org/officeDocument/2006/relationships/image" Target="../media/image49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220.png"/><Relationship Id="rId7" Type="http://schemas.openxmlformats.org/officeDocument/2006/relationships/image" Target="../media/image1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0.png"/><Relationship Id="rId5" Type="http://schemas.openxmlformats.org/officeDocument/2006/relationships/image" Target="../media/image240.png"/><Relationship Id="rId10" Type="http://schemas.openxmlformats.org/officeDocument/2006/relationships/image" Target="../media/image140.png"/><Relationship Id="rId4" Type="http://schemas.openxmlformats.org/officeDocument/2006/relationships/image" Target="../media/image230.png"/><Relationship Id="rId9" Type="http://schemas.openxmlformats.org/officeDocument/2006/relationships/image" Target="../media/image2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5FA0-224D-1110-8335-780BC376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1DB3-E70F-CFA0-D32E-91936699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1D88E-B888-11B3-907B-01E1FC2A47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365731"/>
            <a:ext cx="7081519" cy="1949636"/>
          </a:xfrm>
          <a:solidFill>
            <a:schemeClr val="bg2">
              <a:lumMod val="75000"/>
              <a:alpha val="0"/>
            </a:schemeClr>
          </a:solidFill>
        </p:spPr>
        <p:txBody>
          <a:bodyPr/>
          <a:lstStyle/>
          <a:p>
            <a:pPr algn="ctr"/>
            <a:r>
              <a:rPr lang="en-US" sz="4000" b="0" dirty="0">
                <a:latin typeface="Arial Nova" panose="020F0502020204030204" pitchFamily="34" charset="0"/>
                <a:ea typeface="Adobe Fan Heiti Std B" panose="020B0700000000000000" pitchFamily="34" charset="-128"/>
              </a:rPr>
              <a:t>Design of Local Resonance Units for </a:t>
            </a:r>
            <a:r>
              <a:rPr lang="en-US" sz="4000" b="0" dirty="0" err="1">
                <a:latin typeface="Arial Nova" panose="020F0502020204030204" pitchFamily="34" charset="0"/>
                <a:ea typeface="Adobe Fan Heiti Std B" panose="020B0700000000000000" pitchFamily="34" charset="-128"/>
              </a:rPr>
              <a:t>Tollmien</a:t>
            </a:r>
            <a:r>
              <a:rPr lang="en-US" sz="4000" b="0" dirty="0">
                <a:latin typeface="Arial Nova" panose="020F0502020204030204" pitchFamily="34" charset="0"/>
                <a:ea typeface="Adobe Fan Heiti Std B" panose="020B0700000000000000" pitchFamily="34" charset="-128"/>
              </a:rPr>
              <a:t>-Schlichting Waves Attenuation</a:t>
            </a:r>
            <a:endParaRPr lang="en-NL" sz="4000" b="0" dirty="0">
              <a:latin typeface="Arial Nova" panose="020F0502020204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E90304-05B3-837A-585D-7A0FA79241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459" y="4396584"/>
            <a:ext cx="5871541" cy="1261884"/>
          </a:xfrm>
          <a:solidFill>
            <a:schemeClr val="bg2">
              <a:lumMod val="75000"/>
              <a:alpha val="0"/>
            </a:schemeClr>
          </a:solidFill>
        </p:spPr>
        <p:txBody>
          <a:bodyPr vert="horz" wrap="square" lIns="91440" tIns="45720" rIns="91440" bIns="45720" rtlCol="0" anchor="b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tx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Author:</a:t>
            </a:r>
            <a:r>
              <a:rPr lang="en-US" sz="2200" dirty="0">
                <a:solidFill>
                  <a:schemeClr val="tx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          </a:t>
            </a:r>
            <a:r>
              <a:rPr lang="en-US" sz="2200" dirty="0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Vivek Kande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tx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Supervisors:</a:t>
            </a:r>
            <a:r>
              <a:rPr lang="en-US" sz="2200" dirty="0">
                <a:solidFill>
                  <a:schemeClr val="tx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 </a:t>
            </a:r>
            <a:r>
              <a:rPr lang="en-US" sz="2200" dirty="0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Dr. </a:t>
            </a:r>
            <a:r>
              <a:rPr lang="en-US" sz="2200" dirty="0" err="1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ir.</a:t>
            </a:r>
            <a:r>
              <a:rPr lang="en-US" sz="2200" dirty="0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</a:t>
            </a:r>
            <a:r>
              <a:rPr lang="en-NL" sz="2200" dirty="0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Theodoros Michelis</a:t>
            </a:r>
            <a:endParaRPr lang="en-US" sz="2200" dirty="0">
              <a:solidFill>
                <a:schemeClr val="bg1"/>
              </a:solidFill>
              <a:latin typeface="Arial Nova" panose="020F0502020204030204" pitchFamily="34" charset="0"/>
              <a:ea typeface="Adobe Fan Heiti Std B" panose="020B0700000000000000" pitchFamily="34" charset="-128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                       P</a:t>
            </a:r>
            <a:r>
              <a:rPr lang="en-NL" sz="2200" dirty="0" err="1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ierre</a:t>
            </a:r>
            <a:r>
              <a:rPr lang="en-NL" sz="2200" dirty="0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Champeaux</a:t>
            </a:r>
            <a:r>
              <a:rPr lang="en-US" sz="2200" dirty="0">
                <a:solidFill>
                  <a:schemeClr val="bg1"/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</a:t>
            </a:r>
            <a:endParaRPr lang="en-NL" sz="2200" dirty="0">
              <a:solidFill>
                <a:schemeClr val="bg1"/>
              </a:solidFill>
              <a:latin typeface="Arial Nova" panose="020F0502020204030204" pitchFamily="34" charset="0"/>
              <a:ea typeface="Adobe Fan Heiti Std B" panose="020B0700000000000000" pitchFamily="34" charset="-128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18C5167-34C5-EE37-8CCB-C112577AC4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" r="2240"/>
          <a:stretch/>
        </p:blipFill>
        <p:spPr>
          <a:prstGeom prst="rect">
            <a:avLst/>
          </a:prstGeom>
          <a:pattFill prst="pct60">
            <a:fgClr>
              <a:srgbClr val="FFFFFF">
                <a:lumMod val="95000"/>
              </a:srgbClr>
            </a:fgClr>
            <a:bgClr>
              <a:srgbClr val="FFFFFF">
                <a:lumMod val="85000"/>
              </a:srgbClr>
            </a:bgClr>
          </a:pattFill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45B2D9B-EEB5-9620-1747-582EED052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" y="5975350"/>
            <a:ext cx="1257300" cy="49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D182EE-546A-5597-AB5A-2C4E1BE302F9}"/>
              </a:ext>
            </a:extLst>
          </p:cNvPr>
          <p:cNvSpPr txBox="1"/>
          <p:nvPr/>
        </p:nvSpPr>
        <p:spPr>
          <a:xfrm>
            <a:off x="5066499" y="6282485"/>
            <a:ext cx="2600021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30</a:t>
            </a:r>
            <a:r>
              <a:rPr lang="en-US" sz="1600" baseline="30000" dirty="0">
                <a:solidFill>
                  <a:schemeClr val="bg1"/>
                </a:solidFill>
              </a:rPr>
              <a:t>th</a:t>
            </a:r>
            <a:r>
              <a:rPr lang="en-US" sz="1600" dirty="0">
                <a:solidFill>
                  <a:schemeClr val="bg1"/>
                </a:solidFill>
              </a:rPr>
              <a:t> September 2026</a:t>
            </a:r>
            <a:endParaRPr lang="en-NL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4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D957EB-6B71-FEBA-13DD-CB19FAA7CE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C2436AB-8D6B-7048-7FB3-81FFB68C8670}"/>
              </a:ext>
            </a:extLst>
          </p:cNvPr>
          <p:cNvSpPr/>
          <p:nvPr/>
        </p:nvSpPr>
        <p:spPr>
          <a:xfrm>
            <a:off x="4588088" y="954779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301E9158-0D9C-3E3D-4045-045756507A31}"/>
              </a:ext>
            </a:extLst>
          </p:cNvPr>
          <p:cNvSpPr/>
          <p:nvPr/>
        </p:nvSpPr>
        <p:spPr>
          <a:xfrm>
            <a:off x="4588088" y="1670823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FBAC96D-56E3-088A-D209-7D50D080D525}"/>
              </a:ext>
            </a:extLst>
          </p:cNvPr>
          <p:cNvSpPr/>
          <p:nvPr/>
        </p:nvSpPr>
        <p:spPr>
          <a:xfrm>
            <a:off x="4588088" y="2386867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6BC5C31-45DC-9CFC-ACED-E1BC88092F2C}"/>
              </a:ext>
            </a:extLst>
          </p:cNvPr>
          <p:cNvSpPr/>
          <p:nvPr/>
        </p:nvSpPr>
        <p:spPr>
          <a:xfrm>
            <a:off x="4588088" y="3102911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23B8E3-0B4A-752B-B467-BD7CA2AFBFF0}"/>
              </a:ext>
            </a:extLst>
          </p:cNvPr>
          <p:cNvCxnSpPr>
            <a:cxnSpLocks/>
          </p:cNvCxnSpPr>
          <p:nvPr/>
        </p:nvCxnSpPr>
        <p:spPr>
          <a:xfrm>
            <a:off x="9134096" y="976704"/>
            <a:ext cx="0" cy="5019915"/>
          </a:xfrm>
          <a:prstGeom prst="line">
            <a:avLst/>
          </a:prstGeom>
          <a:ln w="635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8000">
                  <a:schemeClr val="accent1"/>
                </a:gs>
                <a:gs pos="38000">
                  <a:srgbClr val="00B0F0"/>
                </a:gs>
                <a:gs pos="100000">
                  <a:schemeClr val="bg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339E9D8-574A-DA65-0246-633955D93F39}"/>
              </a:ext>
            </a:extLst>
          </p:cNvPr>
          <p:cNvSpPr/>
          <p:nvPr/>
        </p:nvSpPr>
        <p:spPr>
          <a:xfrm>
            <a:off x="768450" y="984311"/>
            <a:ext cx="8183868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4000" kern="1200" dirty="0">
                <a:solidFill>
                  <a:schemeClr val="tx1"/>
                </a:solidFill>
              </a:rPr>
              <a:t>Background and research gap</a:t>
            </a:r>
            <a:endParaRPr lang="en-NL" sz="4000" kern="1200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B7C17BE-BE66-115D-846F-2CCC1C004FD5}"/>
              </a:ext>
            </a:extLst>
          </p:cNvPr>
          <p:cNvSpPr/>
          <p:nvPr/>
        </p:nvSpPr>
        <p:spPr>
          <a:xfrm>
            <a:off x="5169446" y="170035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Research questions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7B2F23D-0B5F-3887-9447-A63E67C6D5CA}"/>
              </a:ext>
            </a:extLst>
          </p:cNvPr>
          <p:cNvSpPr/>
          <p:nvPr/>
        </p:nvSpPr>
        <p:spPr>
          <a:xfrm>
            <a:off x="5169446" y="2416399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Methodology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AEF9932-3F4F-934F-F37B-89E9A3886893}"/>
              </a:ext>
            </a:extLst>
          </p:cNvPr>
          <p:cNvSpPr/>
          <p:nvPr/>
        </p:nvSpPr>
        <p:spPr>
          <a:xfrm>
            <a:off x="5169446" y="3132443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Stage-I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3C0BFDA-2E62-A9BA-D715-0F0B98DA7273}"/>
              </a:ext>
            </a:extLst>
          </p:cNvPr>
          <p:cNvSpPr/>
          <p:nvPr/>
        </p:nvSpPr>
        <p:spPr>
          <a:xfrm>
            <a:off x="5169446" y="3848487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Stage-II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118D8-620A-4547-B3AE-F25038FAEC20}"/>
              </a:ext>
            </a:extLst>
          </p:cNvPr>
          <p:cNvSpPr/>
          <p:nvPr/>
        </p:nvSpPr>
        <p:spPr>
          <a:xfrm>
            <a:off x="5169446" y="4564531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Stage-III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AB12C7-526E-5BF9-AD2F-4CE2E2F45D78}"/>
              </a:ext>
            </a:extLst>
          </p:cNvPr>
          <p:cNvSpPr/>
          <p:nvPr/>
        </p:nvSpPr>
        <p:spPr>
          <a:xfrm>
            <a:off x="5169446" y="528057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Conclusions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8724E4-362C-273E-1DCE-906E2215759C}"/>
              </a:ext>
            </a:extLst>
          </p:cNvPr>
          <p:cNvSpPr/>
          <p:nvPr/>
        </p:nvSpPr>
        <p:spPr>
          <a:xfrm>
            <a:off x="9042021" y="1202615"/>
            <a:ext cx="184149" cy="168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360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DEAB76-5B80-C6C6-18D4-1FC6203BF6BA}"/>
              </a:ext>
            </a:extLst>
          </p:cNvPr>
          <p:cNvSpPr/>
          <p:nvPr/>
        </p:nvSpPr>
        <p:spPr>
          <a:xfrm>
            <a:off x="9076903" y="1986388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21F19B-6B16-B33F-A6AD-72FEDDACFA8D}"/>
              </a:ext>
            </a:extLst>
          </p:cNvPr>
          <p:cNvSpPr/>
          <p:nvPr/>
        </p:nvSpPr>
        <p:spPr>
          <a:xfrm>
            <a:off x="9076903" y="270243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C807FB-AD09-91E7-E90E-91A65B90D60A}"/>
              </a:ext>
            </a:extLst>
          </p:cNvPr>
          <p:cNvSpPr/>
          <p:nvPr/>
        </p:nvSpPr>
        <p:spPr>
          <a:xfrm>
            <a:off x="9076903" y="3418475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D6CECB-64E5-111D-DD7A-34EB28862ABF}"/>
              </a:ext>
            </a:extLst>
          </p:cNvPr>
          <p:cNvSpPr/>
          <p:nvPr/>
        </p:nvSpPr>
        <p:spPr>
          <a:xfrm>
            <a:off x="9076903" y="4134519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865013-DB62-0ACF-269B-A6899D9D750D}"/>
              </a:ext>
            </a:extLst>
          </p:cNvPr>
          <p:cNvSpPr/>
          <p:nvPr/>
        </p:nvSpPr>
        <p:spPr>
          <a:xfrm>
            <a:off x="9076903" y="48505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1DF1B1-1D97-93D7-0EC5-62381FD0A49E}"/>
              </a:ext>
            </a:extLst>
          </p:cNvPr>
          <p:cNvSpPr/>
          <p:nvPr/>
        </p:nvSpPr>
        <p:spPr>
          <a:xfrm>
            <a:off x="9080981" y="5566607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97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6C7214-B0E0-8F5F-6047-C163E887049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8B76FA-4D91-E411-4CD5-03EB22D34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63" y="223367"/>
            <a:ext cx="10752610" cy="32340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Motivation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648E6-078A-3D8E-4E72-B7B2E7360665}"/>
              </a:ext>
            </a:extLst>
          </p:cNvPr>
          <p:cNvSpPr txBox="1"/>
          <p:nvPr/>
        </p:nvSpPr>
        <p:spPr>
          <a:xfrm>
            <a:off x="12691872" y="204825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dirty="0" err="1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7D859CF-3E2B-955F-6E43-07C702C6AE51}"/>
              </a:ext>
            </a:extLst>
          </p:cNvPr>
          <p:cNvSpPr txBox="1"/>
          <p:nvPr/>
        </p:nvSpPr>
        <p:spPr>
          <a:xfrm>
            <a:off x="308763" y="2401184"/>
            <a:ext cx="3871350" cy="9126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Aviation contributes to 5% global radiative forcing which is expected to more than double by 2050</a:t>
            </a:r>
            <a:endParaRPr lang="en-NL" dirty="0" err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F7A6DC9-A659-5016-4647-097030CD947D}"/>
              </a:ext>
            </a:extLst>
          </p:cNvPr>
          <p:cNvSpPr txBox="1"/>
          <p:nvPr/>
        </p:nvSpPr>
        <p:spPr>
          <a:xfrm>
            <a:off x="308763" y="3429000"/>
            <a:ext cx="3871351" cy="9126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Increasing Aircraft efficiency through aerodynamic improvements</a:t>
            </a:r>
            <a:endParaRPr lang="en-NL" dirty="0" err="1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419580F-CD24-3905-C65E-472B6C45A450}"/>
              </a:ext>
            </a:extLst>
          </p:cNvPr>
          <p:cNvGrpSpPr/>
          <p:nvPr/>
        </p:nvGrpSpPr>
        <p:grpSpPr>
          <a:xfrm>
            <a:off x="4884655" y="618038"/>
            <a:ext cx="6439458" cy="4589906"/>
            <a:chOff x="4884655" y="618038"/>
            <a:chExt cx="6439458" cy="4589906"/>
          </a:xfrm>
        </p:grpSpPr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19663FC-2DCD-F699-CB78-026DEAF4F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84655" y="618038"/>
              <a:ext cx="6439458" cy="4589906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D09312F-6E95-8FE9-075E-FEE74E4242D1}"/>
                </a:ext>
              </a:extLst>
            </p:cNvPr>
            <p:cNvSpPr txBox="1"/>
            <p:nvPr/>
          </p:nvSpPr>
          <p:spPr>
            <a:xfrm>
              <a:off x="5794375" y="4517509"/>
              <a:ext cx="118563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NL" sz="1200" i="1" dirty="0"/>
                <a:t>Ricco et al. [1]</a:t>
              </a: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1D61BA75-EE0B-6278-5965-F62B4B11DDCE}"/>
              </a:ext>
            </a:extLst>
          </p:cNvPr>
          <p:cNvSpPr/>
          <p:nvPr/>
        </p:nvSpPr>
        <p:spPr>
          <a:xfrm>
            <a:off x="10156397" y="3713572"/>
            <a:ext cx="1274618" cy="683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5C0603-97F1-D172-8EDB-165EADD43181}"/>
                  </a:ext>
                </a:extLst>
              </p:cNvPr>
              <p:cNvSpPr txBox="1"/>
              <p:nvPr/>
            </p:nvSpPr>
            <p:spPr>
              <a:xfrm>
                <a:off x="4588293" y="6356381"/>
                <a:ext cx="296427" cy="272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sz="12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5C0603-97F1-D172-8EDB-165EADD43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293" y="6356381"/>
                <a:ext cx="296427" cy="2724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DDB3F64-531A-D209-3DA5-3786C2CB1591}"/>
              </a:ext>
            </a:extLst>
          </p:cNvPr>
          <p:cNvGrpSpPr/>
          <p:nvPr/>
        </p:nvGrpSpPr>
        <p:grpSpPr>
          <a:xfrm>
            <a:off x="4884654" y="2127323"/>
            <a:ext cx="5870408" cy="2269740"/>
            <a:chOff x="1801302" y="4588260"/>
            <a:chExt cx="5870408" cy="226974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DD6590-02C0-1AF7-745A-458A029CF3C0}"/>
                </a:ext>
              </a:extLst>
            </p:cNvPr>
            <p:cNvSpPr/>
            <p:nvPr/>
          </p:nvSpPr>
          <p:spPr>
            <a:xfrm>
              <a:off x="3049738" y="6475401"/>
              <a:ext cx="4621972" cy="309240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E3518A0-C12B-7611-BF12-D64CA8F71BE3}"/>
                </a:ext>
              </a:extLst>
            </p:cNvPr>
            <p:cNvCxnSpPr>
              <a:cxnSpLocks/>
            </p:cNvCxnSpPr>
            <p:nvPr/>
          </p:nvCxnSpPr>
          <p:spPr>
            <a:xfrm>
              <a:off x="3084185" y="6474898"/>
              <a:ext cx="455890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A84F2DD-86F3-7CB2-0712-22CE8D68859A}"/>
                </a:ext>
              </a:extLst>
            </p:cNvPr>
            <p:cNvGrpSpPr/>
            <p:nvPr/>
          </p:nvGrpSpPr>
          <p:grpSpPr>
            <a:xfrm>
              <a:off x="3036849" y="6469906"/>
              <a:ext cx="4507621" cy="174660"/>
              <a:chOff x="1496234" y="2941320"/>
              <a:chExt cx="4172259" cy="177604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365D6F1-FDD3-CC92-4F55-42207E61AF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E6A82A6-A968-D77A-F728-750A7F5E27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A92F8D37-6AB2-09F4-F75B-A269280675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98FD33C-F135-5683-420C-73619C2D30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ED5F31B-AFC1-D0F6-2A47-5E30277EC1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611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F30995C-E9CE-6315-BC0B-7A2A29D4D9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75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15B8069-47A4-CD5F-D380-077C56C9D3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64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FC72F14-B175-8209-A01E-106E61964C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9250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4F70BFC4-D11D-48B8-A07A-75431F6301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08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F2EA9AC-4543-783A-3E70-990A7F8E80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9847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3069B3CF-C18A-1CD8-D4B9-FF71EC9ED1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61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6901455-E346-8DEB-49F4-B50000B2D4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897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36626F5-C77E-1740-7C9C-A34DC36462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1C2B0A4D-1859-43D3-63A3-AB21D84DEA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4B2041E-A994-FA67-FE62-E8A3BB9A17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0537432F-25C9-26EB-7DE5-C72FB4F800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3EE437D-F371-97BE-73CE-38D7C1344C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24752" y="2964225"/>
                <a:ext cx="79519" cy="154699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70D8061-6B15-EDBA-D90F-2306C8E35018}"/>
                    </a:ext>
                  </a:extLst>
                </p:cNvPr>
                <p:cNvSpPr txBox="1"/>
                <p:nvPr/>
              </p:nvSpPr>
              <p:spPr>
                <a:xfrm>
                  <a:off x="2560013" y="4588260"/>
                  <a:ext cx="461295" cy="2724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70D8061-6B15-EDBA-D90F-2306C8E3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0013" y="4588260"/>
                  <a:ext cx="461295" cy="2724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4DDCC1C-A9B5-743E-0284-880FB93AC9BD}"/>
                </a:ext>
              </a:extLst>
            </p:cNvPr>
            <p:cNvGrpSpPr/>
            <p:nvPr/>
          </p:nvGrpSpPr>
          <p:grpSpPr>
            <a:xfrm>
              <a:off x="2424774" y="4775543"/>
              <a:ext cx="255087" cy="1669334"/>
              <a:chOff x="959194" y="1218399"/>
              <a:chExt cx="236109" cy="1697474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E89B3292-BCED-AB4C-A813-8BA96CF97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2F7CCD68-76CD-C1E3-7DB2-CF605D56A6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E086CCC-2422-833F-FABF-D56E165913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84B0BD0-0227-DA1C-8BA6-FEC55F88A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AF23B5FB-4323-2A3B-E636-FE5EFE533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0700636-59A2-8A7F-3817-F699566913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D60CCFE2-55E1-78EC-59E0-D0935AC23E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AB63F86A-1E8B-D116-DEE3-BA608315DE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57AE84CF-6A11-EEA0-9265-E68EA3A352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6BA6DB2-80FA-8597-AA3D-848B1CDFDB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ED4267E-51E6-B64D-569F-7E49F68ED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6332F42-1C23-213F-949F-CE7DE02778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E5F9BC02-70CA-28F4-C2C2-EB513A846E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60D573D7-D3CE-9174-565D-2FC0DF62EE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BC3FACB-F06F-EBD0-2AB2-F073C2E726D4}"/>
                </a:ext>
              </a:extLst>
            </p:cNvPr>
            <p:cNvCxnSpPr/>
            <p:nvPr/>
          </p:nvCxnSpPr>
          <p:spPr>
            <a:xfrm>
              <a:off x="1917234" y="6858000"/>
              <a:ext cx="519675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7E81614-CE5C-B8E5-1677-01494673E3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7234" y="6461460"/>
              <a:ext cx="0" cy="39654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CE5B056-1EAD-99F2-3429-A27C593D6D55}"/>
                    </a:ext>
                  </a:extLst>
                </p:cNvPr>
                <p:cNvSpPr txBox="1"/>
                <p:nvPr/>
              </p:nvSpPr>
              <p:spPr>
                <a:xfrm>
                  <a:off x="1801302" y="6251120"/>
                  <a:ext cx="432940" cy="272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CE5B056-1EAD-99F2-3429-A27C593D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1302" y="6251120"/>
                  <a:ext cx="432940" cy="2724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48AD31C-BE5A-7429-EC97-57341911D9A0}"/>
                    </a:ext>
                  </a:extLst>
                </p:cNvPr>
                <p:cNvSpPr txBox="1"/>
                <p:nvPr/>
              </p:nvSpPr>
              <p:spPr>
                <a:xfrm>
                  <a:off x="2146866" y="6450238"/>
                  <a:ext cx="590908" cy="2724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48AD31C-BE5A-7429-EC97-57341911D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6866" y="6450238"/>
                  <a:ext cx="590908" cy="272407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767D290-0E1A-EAAA-54B9-2C54637C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68086" y="4775544"/>
              <a:ext cx="4592045" cy="1685848"/>
            </a:xfrm>
            <a:prstGeom prst="rect">
              <a:avLst/>
            </a:prstGeom>
          </p:spPr>
        </p:pic>
      </p:grpSp>
      <p:sp>
        <p:nvSpPr>
          <p:cNvPr id="99" name="Oval 98">
            <a:extLst>
              <a:ext uri="{FF2B5EF4-FFF2-40B4-BE49-F238E27FC236}">
                <a16:creationId xmlns:a16="http://schemas.microsoft.com/office/drawing/2014/main" id="{E5B21907-703A-608F-F824-E4FE5159E784}"/>
              </a:ext>
            </a:extLst>
          </p:cNvPr>
          <p:cNvSpPr/>
          <p:nvPr/>
        </p:nvSpPr>
        <p:spPr>
          <a:xfrm>
            <a:off x="6050914" y="3689524"/>
            <a:ext cx="4710584" cy="4783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</p:spTree>
    <p:extLst>
      <p:ext uri="{BB962C8B-B14F-4D97-AF65-F5344CB8AC3E}">
        <p14:creationId xmlns:p14="http://schemas.microsoft.com/office/powerpoint/2010/main" val="156197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5" grpId="0" animBg="1"/>
      <p:bldP spid="5" grpId="1" animBg="1"/>
      <p:bldP spid="9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9E7F22-8353-FBCC-687E-8DB3DFEB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747" y="844730"/>
            <a:ext cx="7754515" cy="297353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1691E0C-D809-2993-7A8A-36DBE9F94E18}"/>
              </a:ext>
            </a:extLst>
          </p:cNvPr>
          <p:cNvSpPr txBox="1"/>
          <p:nvPr/>
        </p:nvSpPr>
        <p:spPr>
          <a:xfrm>
            <a:off x="5052182" y="1906629"/>
            <a:ext cx="1453171" cy="4154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External disturbances</a:t>
            </a:r>
            <a:endParaRPr lang="en-NL" sz="1600" dirty="0" err="1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5E38CEC-DBA3-B705-6820-7E6BC039A026}"/>
              </a:ext>
            </a:extLst>
          </p:cNvPr>
          <p:cNvSpPr/>
          <p:nvPr/>
        </p:nvSpPr>
        <p:spPr>
          <a:xfrm>
            <a:off x="2019475" y="2845660"/>
            <a:ext cx="1600199" cy="32385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chemeClr val="bg1"/>
                </a:solidFill>
              </a:rPr>
              <a:t>perturbation</a:t>
            </a:r>
            <a:endParaRPr lang="en-NL" sz="1600" dirty="0" err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F37494-DC9F-E2F0-F27E-680CAA19CC47}"/>
              </a:ext>
            </a:extLst>
          </p:cNvPr>
          <p:cNvSpPr/>
          <p:nvPr/>
        </p:nvSpPr>
        <p:spPr>
          <a:xfrm>
            <a:off x="782442" y="2892527"/>
            <a:ext cx="857645" cy="29529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mean</a:t>
            </a:r>
            <a:endParaRPr lang="en-NL" sz="1600" dirty="0" err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3D99AE-7CCF-8772-A2EC-98AE05D04C9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4083DF-01BF-F8F1-ECE3-1DEB852F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54" y="267665"/>
            <a:ext cx="10752610" cy="323409"/>
          </a:xfrm>
        </p:spPr>
        <p:txBody>
          <a:bodyPr/>
          <a:lstStyle/>
          <a:p>
            <a:r>
              <a:rPr lang="en-US" dirty="0"/>
              <a:t>Boundary layer transition</a:t>
            </a:r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221EDD-71F1-BB51-1FB6-78A6652CA786}"/>
              </a:ext>
            </a:extLst>
          </p:cNvPr>
          <p:cNvSpPr/>
          <p:nvPr/>
        </p:nvSpPr>
        <p:spPr>
          <a:xfrm>
            <a:off x="6507439" y="3300559"/>
            <a:ext cx="1478505" cy="361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6E137-2AE3-1F2F-AA94-FE0FA7DA9750}"/>
              </a:ext>
            </a:extLst>
          </p:cNvPr>
          <p:cNvSpPr txBox="1"/>
          <p:nvPr/>
        </p:nvSpPr>
        <p:spPr>
          <a:xfrm>
            <a:off x="233128" y="1044357"/>
            <a:ext cx="3261912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External disturbances translate to flow instabilities that evolve and trigger transition.</a:t>
            </a:r>
            <a:endParaRPr lang="en-NL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ECD479-F8C9-CD44-2CCB-53251BEC3B75}"/>
                  </a:ext>
                </a:extLst>
              </p:cNvPr>
              <p:cNvSpPr txBox="1"/>
              <p:nvPr/>
            </p:nvSpPr>
            <p:spPr>
              <a:xfrm>
                <a:off x="413510" y="3525013"/>
                <a:ext cx="2406065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acc>
                        <m:accPr>
                          <m:chr m:val="̃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ECD479-F8C9-CD44-2CCB-53251BEC3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10" y="3525013"/>
                <a:ext cx="2406065" cy="914400"/>
              </a:xfrm>
              <a:prstGeom prst="rect">
                <a:avLst/>
              </a:prstGeom>
              <a:blipFill>
                <a:blip r:embed="rId4"/>
                <a:stretch>
                  <a:fillRect t="-4667" b="-3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61D2D3-14F4-37F8-60AB-E1333341C0EF}"/>
              </a:ext>
            </a:extLst>
          </p:cNvPr>
          <p:cNvCxnSpPr>
            <a:stCxn id="20" idx="0"/>
            <a:endCxn id="24" idx="2"/>
          </p:cNvCxnSpPr>
          <p:nvPr/>
        </p:nvCxnSpPr>
        <p:spPr>
          <a:xfrm flipH="1" flipV="1">
            <a:off x="1211265" y="3187817"/>
            <a:ext cx="405278" cy="337196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B40D79-E0AE-A7C3-F43B-08E832ECCA38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2329616" y="3169511"/>
            <a:ext cx="489959" cy="346349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890C79-E776-D799-4CA2-4FA651787A2F}"/>
              </a:ext>
            </a:extLst>
          </p:cNvPr>
          <p:cNvCxnSpPr/>
          <p:nvPr/>
        </p:nvCxnSpPr>
        <p:spPr>
          <a:xfrm>
            <a:off x="4055693" y="3818266"/>
            <a:ext cx="780176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1A31BF-48AC-E73C-0AC8-ED3A65C53E75}"/>
                  </a:ext>
                </a:extLst>
              </p:cNvPr>
              <p:cNvSpPr txBox="1"/>
              <p:nvPr/>
            </p:nvSpPr>
            <p:spPr>
              <a:xfrm>
                <a:off x="4560518" y="3564241"/>
                <a:ext cx="243281" cy="326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1A31BF-48AC-E73C-0AC8-ED3A65C53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18" y="3564241"/>
                <a:ext cx="243281" cy="3262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725FCA-9E23-3642-50D7-90196487A445}"/>
              </a:ext>
            </a:extLst>
          </p:cNvPr>
          <p:cNvCxnSpPr>
            <a:cxnSpLocks/>
          </p:cNvCxnSpPr>
          <p:nvPr/>
        </p:nvCxnSpPr>
        <p:spPr>
          <a:xfrm flipV="1">
            <a:off x="4055693" y="3264745"/>
            <a:ext cx="0" cy="553521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4A00D2-E6FB-A6E5-C8A6-393F941AA4D1}"/>
                  </a:ext>
                </a:extLst>
              </p:cNvPr>
              <p:cNvSpPr txBox="1"/>
              <p:nvPr/>
            </p:nvSpPr>
            <p:spPr>
              <a:xfrm>
                <a:off x="4019206" y="2954216"/>
                <a:ext cx="243281" cy="326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4A00D2-E6FB-A6E5-C8A6-393F941AA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206" y="2954216"/>
                <a:ext cx="243281" cy="326230"/>
              </a:xfrm>
              <a:prstGeom prst="rect">
                <a:avLst/>
              </a:prstGeom>
              <a:blipFill>
                <a:blip r:embed="rId6"/>
                <a:stretch>
                  <a:fillRect l="-5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BBAD8F1-DB04-1501-7615-BB9C9B5C6792}"/>
              </a:ext>
            </a:extLst>
          </p:cNvPr>
          <p:cNvGrpSpPr/>
          <p:nvPr/>
        </p:nvGrpSpPr>
        <p:grpSpPr>
          <a:xfrm>
            <a:off x="4768767" y="713154"/>
            <a:ext cx="7302849" cy="2565740"/>
            <a:chOff x="4560518" y="140886"/>
            <a:chExt cx="7302849" cy="25657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33A2F0-EA54-30A4-4B8E-858F06B93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1531"/>
            <a:stretch>
              <a:fillRect/>
            </a:stretch>
          </p:blipFill>
          <p:spPr>
            <a:xfrm>
              <a:off x="4560518" y="140886"/>
              <a:ext cx="7302849" cy="2355376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B486FD-5953-D09D-CE3A-DA67E80DE6B4}"/>
                </a:ext>
              </a:extLst>
            </p:cNvPr>
            <p:cNvSpPr/>
            <p:nvPr/>
          </p:nvSpPr>
          <p:spPr>
            <a:xfrm>
              <a:off x="5016120" y="2443260"/>
              <a:ext cx="6847247" cy="263366"/>
            </a:xfrm>
            <a:prstGeom prst="rect">
              <a:avLst/>
            </a:prstGeom>
            <a:solidFill>
              <a:schemeClr val="bg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FC816EE-4997-9838-D86A-627F62F2545A}"/>
                    </a:ext>
                  </a:extLst>
                </p:cNvPr>
                <p:cNvSpPr txBox="1"/>
                <p:nvPr/>
              </p:nvSpPr>
              <p:spPr>
                <a:xfrm>
                  <a:off x="4701716" y="1446553"/>
                  <a:ext cx="914400" cy="914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FC816EE-4997-9838-D86A-627F62F25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716" y="1446553"/>
                  <a:ext cx="914400" cy="9144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FA3F1E5-AE68-1C65-11BA-8BA40943A027}"/>
                </a:ext>
              </a:extLst>
            </p:cNvPr>
            <p:cNvSpPr/>
            <p:nvPr/>
          </p:nvSpPr>
          <p:spPr>
            <a:xfrm>
              <a:off x="10328805" y="2272591"/>
              <a:ext cx="775539" cy="36111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1E3EFF3-755A-28ED-7A31-BC8676C81BFF}"/>
                </a:ext>
              </a:extLst>
            </p:cNvPr>
            <p:cNvSpPr/>
            <p:nvPr/>
          </p:nvSpPr>
          <p:spPr>
            <a:xfrm>
              <a:off x="6809152" y="2240334"/>
              <a:ext cx="775539" cy="36111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96944251-C19A-F949-58BD-A680FAF0917B}"/>
              </a:ext>
            </a:extLst>
          </p:cNvPr>
          <p:cNvSpPr/>
          <p:nvPr/>
        </p:nvSpPr>
        <p:spPr>
          <a:xfrm>
            <a:off x="3840480" y="91440"/>
            <a:ext cx="2255520" cy="6303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435549-F179-6677-FBA2-06062695CE31}"/>
              </a:ext>
            </a:extLst>
          </p:cNvPr>
          <p:cNvSpPr/>
          <p:nvPr/>
        </p:nvSpPr>
        <p:spPr>
          <a:xfrm>
            <a:off x="7762240" y="713155"/>
            <a:ext cx="4325022" cy="418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96C611-006A-BC1D-206B-83ACD5848EB8}"/>
              </a:ext>
            </a:extLst>
          </p:cNvPr>
          <p:cNvSpPr txBox="1"/>
          <p:nvPr/>
        </p:nvSpPr>
        <p:spPr>
          <a:xfrm>
            <a:off x="4876153" y="3354949"/>
            <a:ext cx="324452" cy="387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Avallone et.al [2]</a:t>
            </a:r>
            <a:endParaRPr lang="en-NL" sz="1200" i="1" dirty="0" err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F24145-C0C6-B204-0BBC-536F69A49C1F}"/>
              </a:ext>
            </a:extLst>
          </p:cNvPr>
          <p:cNvSpPr txBox="1"/>
          <p:nvPr/>
        </p:nvSpPr>
        <p:spPr>
          <a:xfrm>
            <a:off x="5453564" y="3788582"/>
            <a:ext cx="324452" cy="387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Kachanov</a:t>
            </a:r>
            <a:r>
              <a:rPr lang="en-US" sz="12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[3]</a:t>
            </a:r>
            <a:endParaRPr lang="en-NL" sz="1200" i="1" dirty="0" err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8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5" grpId="0" animBg="1"/>
      <p:bldP spid="12" grpId="0"/>
      <p:bldP spid="20" grpId="0"/>
      <p:bldP spid="26" grpId="0" animBg="1"/>
      <p:bldP spid="29" grpId="0" animBg="1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EB66D5D6-2359-2727-4763-642313B39D28}"/>
              </a:ext>
            </a:extLst>
          </p:cNvPr>
          <p:cNvGrpSpPr/>
          <p:nvPr/>
        </p:nvGrpSpPr>
        <p:grpSpPr>
          <a:xfrm>
            <a:off x="3986700" y="142869"/>
            <a:ext cx="7754515" cy="2973536"/>
            <a:chOff x="-4704107" y="4634422"/>
            <a:chExt cx="7754515" cy="29735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2D24492-1DEA-7EC1-4295-CDF0374CD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704107" y="4634422"/>
              <a:ext cx="7754515" cy="297353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047863-E078-DBDA-60DA-F1779CF62BA8}"/>
                </a:ext>
              </a:extLst>
            </p:cNvPr>
            <p:cNvSpPr/>
            <p:nvPr/>
          </p:nvSpPr>
          <p:spPr>
            <a:xfrm>
              <a:off x="-2571595" y="7095765"/>
              <a:ext cx="1478505" cy="28881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1F65FA-20BF-DFC2-221D-2734C5FEEAD7}"/>
                </a:ext>
              </a:extLst>
            </p:cNvPr>
            <p:cNvSpPr txBox="1"/>
            <p:nvPr/>
          </p:nvSpPr>
          <p:spPr>
            <a:xfrm>
              <a:off x="-4024766" y="5672724"/>
              <a:ext cx="1453171" cy="4154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External disturbances</a:t>
              </a:r>
              <a:endParaRPr lang="en-NL" sz="1600" dirty="0" err="1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81696F-6273-E882-2B5E-F9283651329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74EABD-2F18-A930-EB1F-55CA04CF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41" y="227154"/>
            <a:ext cx="10752610" cy="323409"/>
          </a:xfrm>
        </p:spPr>
        <p:txBody>
          <a:bodyPr/>
          <a:lstStyle/>
          <a:p>
            <a:r>
              <a:rPr lang="en-US" dirty="0"/>
              <a:t>Linear stability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0B4196-7969-7993-3F41-6D04156D27AF}"/>
                  </a:ext>
                </a:extLst>
              </p:cNvPr>
              <p:cNvSpPr txBox="1"/>
              <p:nvPr/>
            </p:nvSpPr>
            <p:spPr>
              <a:xfrm>
                <a:off x="312460" y="4634422"/>
                <a:ext cx="4084845" cy="9144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285750" indent="-28575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Within the linear region they exhibit a certain relation the growth rate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(−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is a function of  the </a:t>
                </a:r>
                <a:r>
                  <a:rPr lang="en-US" b="1" dirty="0"/>
                  <a:t>frequency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sz="1600" dirty="0"/>
                  <a:t>and</a:t>
                </a:r>
                <a:r>
                  <a:rPr lang="en-US" dirty="0"/>
                  <a:t> </a:t>
                </a:r>
                <a:r>
                  <a:rPr lang="en-US" b="1" dirty="0"/>
                  <a:t>streamwise location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NL" b="1" dirty="0" err="1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0B4196-7969-7993-3F41-6D04156D2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60" y="4634422"/>
                <a:ext cx="4084845" cy="914400"/>
              </a:xfrm>
              <a:prstGeom prst="rect">
                <a:avLst/>
              </a:prstGeom>
              <a:blipFill>
                <a:blip r:embed="rId4"/>
                <a:stretch>
                  <a:fillRect l="-2836" t="-9333" r="-2537" b="-18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00AD659-B353-5271-595C-544CB586774E}"/>
              </a:ext>
            </a:extLst>
          </p:cNvPr>
          <p:cNvGrpSpPr/>
          <p:nvPr/>
        </p:nvGrpSpPr>
        <p:grpSpPr>
          <a:xfrm>
            <a:off x="5666346" y="3285304"/>
            <a:ext cx="4859468" cy="3120365"/>
            <a:chOff x="3391999" y="3737635"/>
            <a:chExt cx="4859468" cy="312036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AA56729-5065-EEE7-B8B8-E0E95E0F5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91999" y="3737635"/>
              <a:ext cx="4859468" cy="3120365"/>
            </a:xfrm>
            <a:prstGeom prst="rect">
              <a:avLst/>
            </a:prstGeom>
          </p:spPr>
        </p:pic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D0ABBCC-EE72-FC13-27A0-CAB04432A695}"/>
                </a:ext>
              </a:extLst>
            </p:cNvPr>
            <p:cNvSpPr/>
            <p:nvPr/>
          </p:nvSpPr>
          <p:spPr>
            <a:xfrm>
              <a:off x="5138830" y="4129553"/>
              <a:ext cx="2950561" cy="2112793"/>
            </a:xfrm>
            <a:custGeom>
              <a:avLst/>
              <a:gdLst>
                <a:gd name="csX0" fmla="*/ 2944465 w 2950561"/>
                <a:gd name="csY0" fmla="*/ 1478767 h 2112793"/>
                <a:gd name="csX1" fmla="*/ 2664811 w 2950561"/>
                <a:gd name="csY1" fmla="*/ 1427332 h 2112793"/>
                <a:gd name="csX2" fmla="*/ 2420209 w 2950561"/>
                <a:gd name="csY2" fmla="*/ 1375135 h 2112793"/>
                <a:gd name="csX3" fmla="*/ 1944721 w 2950561"/>
                <a:gd name="csY3" fmla="*/ 1247119 h 2112793"/>
                <a:gd name="csX4" fmla="*/ 1546195 w 2950561"/>
                <a:gd name="csY4" fmla="*/ 1107673 h 2112793"/>
                <a:gd name="csX5" fmla="*/ 869158 w 2950561"/>
                <a:gd name="csY5" fmla="*/ 764011 h 2112793"/>
                <a:gd name="csX6" fmla="*/ 541879 w 2950561"/>
                <a:gd name="csY6" fmla="*/ 501883 h 2112793"/>
                <a:gd name="csX7" fmla="*/ 320137 w 2950561"/>
                <a:gd name="csY7" fmla="*/ 283951 h 2112793"/>
                <a:gd name="csX8" fmla="*/ 85441 w 2950561"/>
                <a:gd name="csY8" fmla="*/ 15727 h 2112793"/>
                <a:gd name="csX9" fmla="*/ 13813 w 2950561"/>
                <a:gd name="csY9" fmla="*/ 43159 h 2112793"/>
                <a:gd name="csX10" fmla="*/ 2129 w 2950561"/>
                <a:gd name="csY10" fmla="*/ 139679 h 2112793"/>
                <a:gd name="csX11" fmla="*/ 6193 w 2950561"/>
                <a:gd name="csY11" fmla="*/ 247375 h 2112793"/>
                <a:gd name="csX12" fmla="*/ 61057 w 2950561"/>
                <a:gd name="csY12" fmla="*/ 533887 h 2112793"/>
                <a:gd name="csX13" fmla="*/ 257653 w 2950561"/>
                <a:gd name="csY13" fmla="*/ 1052047 h 2112793"/>
                <a:gd name="csX14" fmla="*/ 518257 w 2950561"/>
                <a:gd name="csY14" fmla="*/ 1393423 h 2112793"/>
                <a:gd name="csX15" fmla="*/ 895828 w 2950561"/>
                <a:gd name="csY15" fmla="*/ 1662028 h 2112793"/>
                <a:gd name="csX16" fmla="*/ 1223488 w 2950561"/>
                <a:gd name="csY16" fmla="*/ 1800712 h 2112793"/>
                <a:gd name="csX17" fmla="*/ 1786225 w 2950561"/>
                <a:gd name="csY17" fmla="*/ 1954255 h 2112793"/>
                <a:gd name="csX18" fmla="*/ 2523841 w 2950561"/>
                <a:gd name="csY18" fmla="*/ 2070079 h 2112793"/>
                <a:gd name="csX19" fmla="*/ 2950561 w 2950561"/>
                <a:gd name="csY19" fmla="*/ 2112751 h 2112793"/>
                <a:gd name="csX20" fmla="*/ 2944465 w 2950561"/>
                <a:gd name="csY20" fmla="*/ 1478767 h 2112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950561" h="2112793">
                  <a:moveTo>
                    <a:pt x="2944465" y="1478767"/>
                  </a:moveTo>
                  <a:cubicBezTo>
                    <a:pt x="2830419" y="1462511"/>
                    <a:pt x="2752187" y="1444604"/>
                    <a:pt x="2664811" y="1427332"/>
                  </a:cubicBezTo>
                  <a:cubicBezTo>
                    <a:pt x="2577435" y="1410060"/>
                    <a:pt x="2540224" y="1405170"/>
                    <a:pt x="2420209" y="1375135"/>
                  </a:cubicBezTo>
                  <a:cubicBezTo>
                    <a:pt x="2300194" y="1345100"/>
                    <a:pt x="2090390" y="1291696"/>
                    <a:pt x="1944721" y="1247119"/>
                  </a:cubicBezTo>
                  <a:cubicBezTo>
                    <a:pt x="1799052" y="1202542"/>
                    <a:pt x="1723551" y="1174856"/>
                    <a:pt x="1546195" y="1107673"/>
                  </a:cubicBezTo>
                  <a:cubicBezTo>
                    <a:pt x="1368839" y="1040490"/>
                    <a:pt x="1006064" y="870691"/>
                    <a:pt x="869158" y="764011"/>
                  </a:cubicBezTo>
                  <a:cubicBezTo>
                    <a:pt x="732252" y="657331"/>
                    <a:pt x="633382" y="581893"/>
                    <a:pt x="541879" y="501883"/>
                  </a:cubicBezTo>
                  <a:cubicBezTo>
                    <a:pt x="450376" y="421873"/>
                    <a:pt x="396210" y="364977"/>
                    <a:pt x="320137" y="283951"/>
                  </a:cubicBezTo>
                  <a:cubicBezTo>
                    <a:pt x="244064" y="202925"/>
                    <a:pt x="136495" y="55859"/>
                    <a:pt x="85441" y="15727"/>
                  </a:cubicBezTo>
                  <a:cubicBezTo>
                    <a:pt x="34387" y="-24405"/>
                    <a:pt x="27698" y="22500"/>
                    <a:pt x="13813" y="43159"/>
                  </a:cubicBezTo>
                  <a:cubicBezTo>
                    <a:pt x="-72" y="63818"/>
                    <a:pt x="3399" y="105643"/>
                    <a:pt x="2129" y="139679"/>
                  </a:cubicBezTo>
                  <a:cubicBezTo>
                    <a:pt x="859" y="173715"/>
                    <a:pt x="-3628" y="181674"/>
                    <a:pt x="6193" y="247375"/>
                  </a:cubicBezTo>
                  <a:cubicBezTo>
                    <a:pt x="16014" y="313076"/>
                    <a:pt x="19147" y="399775"/>
                    <a:pt x="61057" y="533887"/>
                  </a:cubicBezTo>
                  <a:cubicBezTo>
                    <a:pt x="102967" y="667999"/>
                    <a:pt x="181453" y="908791"/>
                    <a:pt x="257653" y="1052047"/>
                  </a:cubicBezTo>
                  <a:cubicBezTo>
                    <a:pt x="333853" y="1195303"/>
                    <a:pt x="411894" y="1291759"/>
                    <a:pt x="518257" y="1393423"/>
                  </a:cubicBezTo>
                  <a:cubicBezTo>
                    <a:pt x="624620" y="1495087"/>
                    <a:pt x="778289" y="1594146"/>
                    <a:pt x="895828" y="1662028"/>
                  </a:cubicBezTo>
                  <a:cubicBezTo>
                    <a:pt x="1013367" y="1729910"/>
                    <a:pt x="1075089" y="1752008"/>
                    <a:pt x="1223488" y="1800712"/>
                  </a:cubicBezTo>
                  <a:cubicBezTo>
                    <a:pt x="1371887" y="1849416"/>
                    <a:pt x="1569500" y="1909361"/>
                    <a:pt x="1786225" y="1954255"/>
                  </a:cubicBezTo>
                  <a:cubicBezTo>
                    <a:pt x="2002950" y="1999149"/>
                    <a:pt x="2329785" y="2043663"/>
                    <a:pt x="2523841" y="2070079"/>
                  </a:cubicBezTo>
                  <a:cubicBezTo>
                    <a:pt x="2717897" y="2096495"/>
                    <a:pt x="2810353" y="2113767"/>
                    <a:pt x="2950561" y="2112751"/>
                  </a:cubicBezTo>
                  <a:cubicBezTo>
                    <a:pt x="2944465" y="1483847"/>
                    <a:pt x="2955641" y="2064999"/>
                    <a:pt x="2944465" y="1478767"/>
                  </a:cubicBezTo>
                  <a:close/>
                </a:path>
              </a:pathLst>
            </a:custGeom>
            <a:solidFill>
              <a:srgbClr val="00B0F0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402A6DC-FF26-CDBF-CFE4-F5D7634F93AA}"/>
              </a:ext>
            </a:extLst>
          </p:cNvPr>
          <p:cNvGrpSpPr/>
          <p:nvPr/>
        </p:nvGrpSpPr>
        <p:grpSpPr>
          <a:xfrm>
            <a:off x="312461" y="924823"/>
            <a:ext cx="3573637" cy="1278993"/>
            <a:chOff x="5715196" y="82215"/>
            <a:chExt cx="3573637" cy="1278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C38FBF4-8918-C407-66B7-78B597EF115F}"/>
                    </a:ext>
                  </a:extLst>
                </p:cNvPr>
                <p:cNvSpPr txBox="1"/>
                <p:nvPr/>
              </p:nvSpPr>
              <p:spPr>
                <a:xfrm>
                  <a:off x="5802159" y="848244"/>
                  <a:ext cx="1865376" cy="5129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US" sz="3200" dirty="0"/>
                </a:p>
                <a:p>
                  <a:pPr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/>
                    <a:t>Growth rate 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1600" dirty="0"/>
                </a:p>
                <a:p>
                  <a:pPr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/>
                    <a:t>Wavenumber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a14:m>
                  <a:endParaRPr lang="en-US" sz="1600" dirty="0"/>
                </a:p>
                <a:p>
                  <a:pPr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/>
                    <a:t>Frequency=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a14:m>
                  <a:endParaRPr lang="en-US" dirty="0"/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US" sz="3200" dirty="0"/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NL" sz="3200" dirty="0" err="1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C38FBF4-8918-C407-66B7-78B597EF11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2159" y="848244"/>
                  <a:ext cx="1865376" cy="512964"/>
                </a:xfrm>
                <a:prstGeom prst="rect">
                  <a:avLst/>
                </a:prstGeom>
                <a:blipFill>
                  <a:blip r:embed="rId6"/>
                  <a:stretch>
                    <a:fillRect l="-6863" r="-43791" b="-250588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8A959D3-4A24-CCFE-95B8-5E00ED918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9040" y="667170"/>
              <a:ext cx="108495" cy="239719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F2495D-2D19-32A2-6158-50064246ED32}"/>
                </a:ext>
              </a:extLst>
            </p:cNvPr>
            <p:cNvSpPr txBox="1"/>
            <p:nvPr/>
          </p:nvSpPr>
          <p:spPr>
            <a:xfrm>
              <a:off x="7022504" y="412907"/>
              <a:ext cx="2266329" cy="323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Complex Wavenumber </a:t>
              </a:r>
              <a:endParaRPr lang="en-NL" sz="1600" dirty="0" err="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F3F7C7-10C1-DC04-B5AB-BD62F33EAD60}"/>
                </a:ext>
              </a:extLst>
            </p:cNvPr>
            <p:cNvSpPr txBox="1"/>
            <p:nvPr/>
          </p:nvSpPr>
          <p:spPr>
            <a:xfrm>
              <a:off x="5715196" y="82215"/>
              <a:ext cx="2266329" cy="323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/>
                <a:t>Ansatz:</a:t>
              </a:r>
              <a:endParaRPr lang="en-NL" sz="1600" b="1" dirty="0" err="1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71968A0-F9AB-F032-B726-0F11222DD1D6}"/>
              </a:ext>
            </a:extLst>
          </p:cNvPr>
          <p:cNvGrpSpPr/>
          <p:nvPr/>
        </p:nvGrpSpPr>
        <p:grpSpPr>
          <a:xfrm>
            <a:off x="5096728" y="550562"/>
            <a:ext cx="3216856" cy="1486953"/>
            <a:chOff x="4903688" y="550562"/>
            <a:chExt cx="3216856" cy="1486953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0E455F2-66EE-6CA9-9839-F99C61C26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03688" y="550562"/>
              <a:ext cx="3216856" cy="148695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946A8E0-7217-AC68-AD24-05A9133A8E15}"/>
                    </a:ext>
                  </a:extLst>
                </p:cNvPr>
                <p:cNvSpPr txBox="1"/>
                <p:nvPr/>
              </p:nvSpPr>
              <p:spPr>
                <a:xfrm>
                  <a:off x="5201174" y="629174"/>
                  <a:ext cx="914400" cy="914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ℜ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946A8E0-7217-AC68-AD24-05A9133A8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1174" y="629174"/>
                  <a:ext cx="914400" cy="914400"/>
                </a:xfrm>
                <a:prstGeom prst="rect">
                  <a:avLst/>
                </a:prstGeom>
                <a:blipFill>
                  <a:blip r:embed="rId9"/>
                  <a:stretch>
                    <a:fillRect t="-20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F41FF8C-1DB4-BD41-1921-84A76906E95C}"/>
                </a:ext>
              </a:extLst>
            </p:cNvPr>
            <p:cNvSpPr txBox="1"/>
            <p:nvPr/>
          </p:nvSpPr>
          <p:spPr>
            <a:xfrm>
              <a:off x="4981916" y="1266967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+</a:t>
              </a:r>
              <a:endParaRPr lang="en-NL" sz="1600" dirty="0" err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FC2895D-4A0E-E897-6AA7-7C6DCDA2EE55}"/>
                </a:ext>
              </a:extLst>
            </p:cNvPr>
            <p:cNvSpPr txBox="1"/>
            <p:nvPr/>
          </p:nvSpPr>
          <p:spPr>
            <a:xfrm>
              <a:off x="5356369" y="1266967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-</a:t>
              </a:r>
              <a:endParaRPr lang="en-NL" sz="1600" dirty="0" err="1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F7B9F5E-E123-01D6-6D58-3FF6E236DE83}"/>
                </a:ext>
              </a:extLst>
            </p:cNvPr>
            <p:cNvSpPr txBox="1"/>
            <p:nvPr/>
          </p:nvSpPr>
          <p:spPr>
            <a:xfrm>
              <a:off x="5706805" y="1275382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+</a:t>
              </a:r>
              <a:endParaRPr lang="en-NL" sz="1600" dirty="0" err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1A0D6B3-F773-70F8-26A8-6887920EFFFA}"/>
                </a:ext>
              </a:extLst>
            </p:cNvPr>
            <p:cNvSpPr txBox="1"/>
            <p:nvPr/>
          </p:nvSpPr>
          <p:spPr>
            <a:xfrm>
              <a:off x="6081258" y="1275382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-</a:t>
              </a:r>
              <a:endParaRPr lang="en-NL" sz="1600" dirty="0" err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31D0A0-21EB-3A81-E655-6FFEAEEA3984}"/>
                </a:ext>
              </a:extLst>
            </p:cNvPr>
            <p:cNvSpPr txBox="1"/>
            <p:nvPr/>
          </p:nvSpPr>
          <p:spPr>
            <a:xfrm>
              <a:off x="6395268" y="1275382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+</a:t>
              </a:r>
              <a:endParaRPr lang="en-NL" sz="1600" dirty="0" err="1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4EC447A-BC15-30E0-03DC-1FB7DC557E4B}"/>
                </a:ext>
              </a:extLst>
            </p:cNvPr>
            <p:cNvSpPr txBox="1"/>
            <p:nvPr/>
          </p:nvSpPr>
          <p:spPr>
            <a:xfrm>
              <a:off x="6769721" y="1275382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-</a:t>
              </a:r>
              <a:endParaRPr lang="en-NL" sz="1600" dirty="0" err="1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85AFF6-6C07-C34D-D2B5-2D46907DBE36}"/>
                </a:ext>
              </a:extLst>
            </p:cNvPr>
            <p:cNvSpPr txBox="1"/>
            <p:nvPr/>
          </p:nvSpPr>
          <p:spPr>
            <a:xfrm>
              <a:off x="7122217" y="1247255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+</a:t>
              </a:r>
              <a:endParaRPr lang="en-NL" sz="1600" dirty="0" err="1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76F339E-4AE4-BE7B-3EDD-EB3E10C77E86}"/>
                </a:ext>
              </a:extLst>
            </p:cNvPr>
            <p:cNvSpPr txBox="1"/>
            <p:nvPr/>
          </p:nvSpPr>
          <p:spPr>
            <a:xfrm>
              <a:off x="7496670" y="1247255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-</a:t>
              </a:r>
              <a:endParaRPr lang="en-NL" sz="1600" dirty="0" err="1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2B4F300-9AAA-045A-00B2-B7603D6D70E7}"/>
                </a:ext>
              </a:extLst>
            </p:cNvPr>
            <p:cNvSpPr txBox="1"/>
            <p:nvPr/>
          </p:nvSpPr>
          <p:spPr>
            <a:xfrm>
              <a:off x="7843969" y="1275622"/>
              <a:ext cx="169049" cy="2343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+</a:t>
              </a:r>
              <a:endParaRPr lang="en-NL" sz="1600" dirty="0" err="1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BF2AF73-6B79-DFE3-BBF1-497C53317ABB}"/>
              </a:ext>
            </a:extLst>
          </p:cNvPr>
          <p:cNvSpPr/>
          <p:nvPr/>
        </p:nvSpPr>
        <p:spPr>
          <a:xfrm>
            <a:off x="4592320" y="420557"/>
            <a:ext cx="7302353" cy="1650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180654-41D1-ED3F-8C56-2E21A7305230}"/>
              </a:ext>
            </a:extLst>
          </p:cNvPr>
          <p:cNvGrpSpPr/>
          <p:nvPr/>
        </p:nvGrpSpPr>
        <p:grpSpPr>
          <a:xfrm>
            <a:off x="4960073" y="977823"/>
            <a:ext cx="1475641" cy="1015503"/>
            <a:chOff x="1049418" y="2628900"/>
            <a:chExt cx="3789282" cy="184404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682D97F-AC95-C1A3-CE28-05AEB084C373}"/>
                </a:ext>
              </a:extLst>
            </p:cNvPr>
            <p:cNvSpPr/>
            <p:nvPr/>
          </p:nvSpPr>
          <p:spPr>
            <a:xfrm>
              <a:off x="1059180" y="2628900"/>
              <a:ext cx="3779520" cy="184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88717330-3E41-1FF4-4F1C-DD225D3DED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1049418" y="2646517"/>
              <a:ext cx="3774380" cy="1801664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5843EEB-3C71-2703-DFC9-ACFF70933888}"/>
              </a:ext>
            </a:extLst>
          </p:cNvPr>
          <p:cNvGrpSpPr/>
          <p:nvPr/>
        </p:nvGrpSpPr>
        <p:grpSpPr>
          <a:xfrm flipH="1">
            <a:off x="6332633" y="973463"/>
            <a:ext cx="2290718" cy="1015504"/>
            <a:chOff x="1049418" y="2628900"/>
            <a:chExt cx="3774380" cy="184404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084B6B0-D797-000A-C241-FDD97CD6C0E8}"/>
                </a:ext>
              </a:extLst>
            </p:cNvPr>
            <p:cNvSpPr/>
            <p:nvPr/>
          </p:nvSpPr>
          <p:spPr>
            <a:xfrm>
              <a:off x="1059182" y="2628900"/>
              <a:ext cx="3745588" cy="184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9C219FF9-A671-9E89-D23A-AF66241DE7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1049418" y="2646517"/>
              <a:ext cx="3774380" cy="180166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E8DA454-5297-AA01-DE13-0106C45474A7}"/>
                  </a:ext>
                </a:extLst>
              </p:cNvPr>
              <p:cNvSpPr txBox="1"/>
              <p:nvPr/>
            </p:nvSpPr>
            <p:spPr>
              <a:xfrm>
                <a:off x="5169030" y="719116"/>
                <a:ext cx="1820536" cy="7067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ℜ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sSub>
                        <m:sSubPr>
                          <m:ctrlPr>
                            <a:rPr lang="en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NL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L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𝑐𝑜𝑛𝑠𝑡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E8DA454-5297-AA01-DE13-0106C4547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030" y="719116"/>
                <a:ext cx="1820536" cy="706772"/>
              </a:xfrm>
              <a:prstGeom prst="rect">
                <a:avLst/>
              </a:prstGeom>
              <a:blipFill>
                <a:blip r:embed="rId11"/>
                <a:stretch>
                  <a:fillRect t="-118103" b="-11465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2B95253-1D9A-5F7E-F50F-DF1F1E01BB8D}"/>
              </a:ext>
            </a:extLst>
          </p:cNvPr>
          <p:cNvCxnSpPr/>
          <p:nvPr/>
        </p:nvCxnSpPr>
        <p:spPr>
          <a:xfrm>
            <a:off x="3617136" y="2773666"/>
            <a:ext cx="780176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EE0572E-B0A8-9AAC-905B-1086EBA777AD}"/>
                  </a:ext>
                </a:extLst>
              </p:cNvPr>
              <p:cNvSpPr txBox="1"/>
              <p:nvPr/>
            </p:nvSpPr>
            <p:spPr>
              <a:xfrm>
                <a:off x="4121961" y="2519641"/>
                <a:ext cx="243281" cy="326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EE0572E-B0A8-9AAC-905B-1086EBA77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961" y="2519641"/>
                <a:ext cx="243281" cy="3262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874450-9325-3C69-EC30-0DB2D4164EA8}"/>
              </a:ext>
            </a:extLst>
          </p:cNvPr>
          <p:cNvCxnSpPr>
            <a:cxnSpLocks/>
          </p:cNvCxnSpPr>
          <p:nvPr/>
        </p:nvCxnSpPr>
        <p:spPr>
          <a:xfrm flipV="1">
            <a:off x="3617136" y="2220145"/>
            <a:ext cx="0" cy="553521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4A3F3E7-2CAF-DBE8-30AB-14BADAA9C83C}"/>
                  </a:ext>
                </a:extLst>
              </p:cNvPr>
              <p:cNvSpPr txBox="1"/>
              <p:nvPr/>
            </p:nvSpPr>
            <p:spPr>
              <a:xfrm>
                <a:off x="3580649" y="1909616"/>
                <a:ext cx="243281" cy="326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4A3F3E7-2CAF-DBE8-30AB-14BADAA9C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649" y="1909616"/>
                <a:ext cx="243281" cy="326230"/>
              </a:xfrm>
              <a:prstGeom prst="rect">
                <a:avLst/>
              </a:prstGeom>
              <a:blipFill>
                <a:blip r:embed="rId13"/>
                <a:stretch>
                  <a:fillRect l="-5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ED93EA46-7E72-CD51-A0E0-38D92C9D0101}"/>
              </a:ext>
            </a:extLst>
          </p:cNvPr>
          <p:cNvSpPr/>
          <p:nvPr/>
        </p:nvSpPr>
        <p:spPr>
          <a:xfrm>
            <a:off x="10769599" y="3950946"/>
            <a:ext cx="781442" cy="32512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DBC55C-219E-4F1B-3118-B272DF71CC17}"/>
              </a:ext>
            </a:extLst>
          </p:cNvPr>
          <p:cNvSpPr txBox="1"/>
          <p:nvPr/>
        </p:nvSpPr>
        <p:spPr>
          <a:xfrm>
            <a:off x="10769599" y="4419600"/>
            <a:ext cx="914401" cy="3441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Unstable region</a:t>
            </a:r>
            <a:endParaRPr lang="en-NL" sz="1600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74B516-4723-4DCE-3DED-1DD84B43A31E}"/>
              </a:ext>
            </a:extLst>
          </p:cNvPr>
          <p:cNvSpPr txBox="1"/>
          <p:nvPr/>
        </p:nvSpPr>
        <p:spPr>
          <a:xfrm>
            <a:off x="4602480" y="34137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24DB91-9F6A-93C7-E223-249CCBBC68D2}"/>
              </a:ext>
            </a:extLst>
          </p:cNvPr>
          <p:cNvSpPr txBox="1"/>
          <p:nvPr/>
        </p:nvSpPr>
        <p:spPr>
          <a:xfrm>
            <a:off x="7622648" y="6400800"/>
            <a:ext cx="1786855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Streamwise location</a:t>
            </a:r>
            <a:endParaRPr lang="en-NL" sz="16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BEDEDA-8EB8-0F5B-8F19-2DE2235C88FF}"/>
                  </a:ext>
                </a:extLst>
              </p:cNvPr>
              <p:cNvSpPr txBox="1"/>
              <p:nvPr/>
            </p:nvSpPr>
            <p:spPr>
              <a:xfrm>
                <a:off x="5638800" y="6173646"/>
                <a:ext cx="914400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BEDEDA-8EB8-0F5B-8F19-2DE2235C8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6173646"/>
                <a:ext cx="914400" cy="914400"/>
              </a:xfrm>
              <a:prstGeom prst="rect">
                <a:avLst/>
              </a:prstGeom>
              <a:blipFill>
                <a:blip r:embed="rId14"/>
                <a:stretch>
                  <a:fillRect t="-667" r="-166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852E914-F38F-E48F-17EF-E82852FD5DA2}"/>
              </a:ext>
            </a:extLst>
          </p:cNvPr>
          <p:cNvSpPr txBox="1"/>
          <p:nvPr/>
        </p:nvSpPr>
        <p:spPr>
          <a:xfrm rot="16200000">
            <a:off x="4662068" y="4430544"/>
            <a:ext cx="1786855" cy="3451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Amplitude metric</a:t>
            </a:r>
            <a:endParaRPr lang="en-NL" sz="1600" dirty="0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D29D69-7BB3-3D81-4CE0-EF9888707C82}"/>
              </a:ext>
            </a:extLst>
          </p:cNvPr>
          <p:cNvSpPr/>
          <p:nvPr/>
        </p:nvSpPr>
        <p:spPr>
          <a:xfrm>
            <a:off x="8628972" y="550562"/>
            <a:ext cx="3207665" cy="2511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F7A9FC-1636-C6C3-6642-1FFCAEDECC40}"/>
              </a:ext>
            </a:extLst>
          </p:cNvPr>
          <p:cNvSpPr txBox="1"/>
          <p:nvPr/>
        </p:nvSpPr>
        <p:spPr>
          <a:xfrm>
            <a:off x="4789996" y="2704202"/>
            <a:ext cx="324452" cy="387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Kachanov</a:t>
            </a:r>
            <a:r>
              <a:rPr lang="en-US" sz="12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[3]</a:t>
            </a:r>
            <a:endParaRPr lang="en-NL" sz="1200" i="1" dirty="0" err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683DDB-4750-9A65-B295-6150DACDA46E}"/>
              </a:ext>
            </a:extLst>
          </p:cNvPr>
          <p:cNvSpPr txBox="1"/>
          <p:nvPr/>
        </p:nvSpPr>
        <p:spPr>
          <a:xfrm>
            <a:off x="9642642" y="6255070"/>
            <a:ext cx="1261370" cy="27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Champeaux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[4]</a:t>
            </a:r>
            <a:endParaRPr lang="en-NL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47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 animBg="1"/>
      <p:bldP spid="67" grpId="0"/>
      <p:bldP spid="74" grpId="0" animBg="1"/>
      <p:bldP spid="75" grpId="0"/>
      <p:bldP spid="15" grpId="0"/>
      <p:bldP spid="16" grpId="0"/>
      <p:bldP spid="17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77340B-A1E8-FB34-3292-0E9815088155}"/>
              </a:ext>
            </a:extLst>
          </p:cNvPr>
          <p:cNvSpPr/>
          <p:nvPr/>
        </p:nvSpPr>
        <p:spPr>
          <a:xfrm>
            <a:off x="216076" y="4743569"/>
            <a:ext cx="3749040" cy="13817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6DF220-8229-74BB-A85F-5ED5FEC46BE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4EE6BE-3148-38AF-3147-D3B9AE5C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73" y="256787"/>
            <a:ext cx="10752610" cy="323409"/>
          </a:xfrm>
        </p:spPr>
        <p:txBody>
          <a:bodyPr/>
          <a:lstStyle/>
          <a:p>
            <a:r>
              <a:rPr lang="en-US" dirty="0"/>
              <a:t>TS waves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BC2FF-3AB9-DD2E-382A-3088C75480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847" y="180913"/>
            <a:ext cx="6566232" cy="6014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8B62FE-8BCE-7DBE-3736-0E746D2102EF}"/>
              </a:ext>
            </a:extLst>
          </p:cNvPr>
          <p:cNvSpPr txBox="1"/>
          <p:nvPr/>
        </p:nvSpPr>
        <p:spPr>
          <a:xfrm>
            <a:off x="323853" y="2000369"/>
            <a:ext cx="306546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2D waves with unique eigen functions/ shape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6E8AF-E290-4E36-50B5-5CDD3753D661}"/>
                  </a:ext>
                </a:extLst>
              </p:cNvPr>
              <p:cNvSpPr txBox="1"/>
              <p:nvPr/>
            </p:nvSpPr>
            <p:spPr>
              <a:xfrm>
                <a:off x="323852" y="940066"/>
                <a:ext cx="1865376" cy="512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NL" sz="3200" dirty="0" err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6E8AF-E290-4E36-50B5-5CDD3753D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2" y="940066"/>
                <a:ext cx="1865376" cy="512964"/>
              </a:xfrm>
              <a:prstGeom prst="rect">
                <a:avLst/>
              </a:prstGeom>
              <a:blipFill>
                <a:blip r:embed="rId4"/>
                <a:stretch>
                  <a:fillRect r="-7483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DB001BB-ACA4-695E-C5BC-B6CCCD0E743F}"/>
              </a:ext>
            </a:extLst>
          </p:cNvPr>
          <p:cNvSpPr txBox="1"/>
          <p:nvPr/>
        </p:nvSpPr>
        <p:spPr>
          <a:xfrm>
            <a:off x="323852" y="2914769"/>
            <a:ext cx="3515247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Unique relation between the perturbation quantities governed by the Navier stokes equation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E2DAB9-35E2-ABDA-1013-C598C9ECC3D8}"/>
                  </a:ext>
                </a:extLst>
              </p:cNvPr>
              <p:cNvSpPr txBox="1"/>
              <p:nvPr/>
            </p:nvSpPr>
            <p:spPr>
              <a:xfrm>
                <a:off x="5080481" y="406520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E2DAB9-35E2-ABDA-1013-C598C9ECC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481" y="406520"/>
                <a:ext cx="711200" cy="323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5B7852-61BF-093D-0B96-C5A35D19516E}"/>
                  </a:ext>
                </a:extLst>
              </p:cNvPr>
              <p:cNvSpPr txBox="1"/>
              <p:nvPr/>
            </p:nvSpPr>
            <p:spPr>
              <a:xfrm>
                <a:off x="5127339" y="2403144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5B7852-61BF-093D-0B96-C5A35D195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339" y="2403144"/>
                <a:ext cx="711200" cy="323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0E7FB-0E22-8BB6-0563-C3B2DBC40DB5}"/>
                  </a:ext>
                </a:extLst>
              </p:cNvPr>
              <p:cNvSpPr txBox="1"/>
              <p:nvPr/>
            </p:nvSpPr>
            <p:spPr>
              <a:xfrm>
                <a:off x="5080481" y="4549501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0E7FB-0E22-8BB6-0563-C3B2DBC40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481" y="4549501"/>
                <a:ext cx="711200" cy="3234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3D2730-9462-CDB3-A041-ED77ABC26964}"/>
                  </a:ext>
                </a:extLst>
              </p:cNvPr>
              <p:cNvSpPr txBox="1"/>
              <p:nvPr/>
            </p:nvSpPr>
            <p:spPr>
              <a:xfrm rot="16200000">
                <a:off x="4292485" y="804633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3D2730-9462-CDB3-A041-ED77ABC26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92485" y="804633"/>
                <a:ext cx="711200" cy="3234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15B93F-5E81-B9B1-E8BD-C8910500C69A}"/>
                  </a:ext>
                </a:extLst>
              </p:cNvPr>
              <p:cNvSpPr txBox="1"/>
              <p:nvPr/>
            </p:nvSpPr>
            <p:spPr>
              <a:xfrm rot="16200000">
                <a:off x="4292484" y="2693838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15B93F-5E81-B9B1-E8BD-C8910500C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92484" y="2693838"/>
                <a:ext cx="711200" cy="3234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E1EAA2-CA0B-3C47-38F3-66E6CC4077C9}"/>
                  </a:ext>
                </a:extLst>
              </p:cNvPr>
              <p:cNvSpPr txBox="1"/>
              <p:nvPr/>
            </p:nvSpPr>
            <p:spPr>
              <a:xfrm rot="16200000">
                <a:off x="4190886" y="5040243"/>
                <a:ext cx="914400" cy="3234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E1EAA2-CA0B-3C47-38F3-66E6CC407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90886" y="5040243"/>
                <a:ext cx="914400" cy="3234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64AAF9-E8C5-E0F1-23B1-BF8AB60C3649}"/>
                  </a:ext>
                </a:extLst>
              </p:cNvPr>
              <p:cNvSpPr txBox="1"/>
              <p:nvPr/>
            </p:nvSpPr>
            <p:spPr>
              <a:xfrm>
                <a:off x="7008083" y="1930887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64AAF9-E8C5-E0F1-23B1-BF8AB60C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083" y="1930887"/>
                <a:ext cx="711200" cy="3234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9C562D-DEDD-043A-38C8-5479B88D5CB6}"/>
                  </a:ext>
                </a:extLst>
              </p:cNvPr>
              <p:cNvSpPr txBox="1"/>
              <p:nvPr/>
            </p:nvSpPr>
            <p:spPr>
              <a:xfrm>
                <a:off x="6886163" y="4053100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9C562D-DEDD-043A-38C8-5479B88D5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163" y="4053100"/>
                <a:ext cx="711200" cy="3234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42CDF5-3A23-6E01-3368-B3541F31FC6F}"/>
                  </a:ext>
                </a:extLst>
              </p:cNvPr>
              <p:cNvSpPr txBox="1"/>
              <p:nvPr/>
            </p:nvSpPr>
            <p:spPr>
              <a:xfrm>
                <a:off x="6954966" y="6108795"/>
                <a:ext cx="711200" cy="323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42CDF5-3A23-6E01-3368-B3541F31F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966" y="6108795"/>
                <a:ext cx="711200" cy="3234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279614-E46A-F6FE-9797-0ED6D8DD5634}"/>
                  </a:ext>
                </a:extLst>
              </p:cNvPr>
              <p:cNvSpPr txBox="1"/>
              <p:nvPr/>
            </p:nvSpPr>
            <p:spPr>
              <a:xfrm>
                <a:off x="2474514" y="5201947"/>
                <a:ext cx="914400" cy="5526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NL" sz="16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279614-E46A-F6FE-9797-0ED6D8DD5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514" y="5201947"/>
                <a:ext cx="914400" cy="552691"/>
              </a:xfrm>
              <a:prstGeom prst="rect">
                <a:avLst/>
              </a:prstGeom>
              <a:blipFill>
                <a:blip r:embed="rId14"/>
                <a:stretch>
                  <a:fillRect t="-109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2BD62C5-E832-D5E5-B11C-9A8284D5B1E2}"/>
              </a:ext>
            </a:extLst>
          </p:cNvPr>
          <p:cNvSpPr txBox="1"/>
          <p:nvPr/>
        </p:nvSpPr>
        <p:spPr>
          <a:xfrm>
            <a:off x="459117" y="5268323"/>
            <a:ext cx="2043428" cy="10423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bg1"/>
                </a:solidFill>
              </a:rPr>
              <a:t>Wall admittance</a:t>
            </a:r>
            <a:endParaRPr lang="en-NL" sz="16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194925-2065-AB51-F89F-FAB4EAF8E584}"/>
                  </a:ext>
                </a:extLst>
              </p:cNvPr>
              <p:cNvSpPr txBox="1"/>
              <p:nvPr/>
            </p:nvSpPr>
            <p:spPr>
              <a:xfrm>
                <a:off x="543506" y="3912081"/>
                <a:ext cx="1865376" cy="512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NL" sz="3200" dirty="0" err="1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194925-2065-AB51-F89F-FAB4EAF8E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06" y="3912081"/>
                <a:ext cx="1865376" cy="512964"/>
              </a:xfrm>
              <a:prstGeom prst="rect">
                <a:avLst/>
              </a:prstGeom>
              <a:blipFill>
                <a:blip r:embed="rId15"/>
                <a:stretch>
                  <a:fillRect t="-1190" r="-6143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FCC410D-CFF3-D846-496D-D54320DF5DF2}"/>
              </a:ext>
            </a:extLst>
          </p:cNvPr>
          <p:cNvSpPr/>
          <p:nvPr/>
        </p:nvSpPr>
        <p:spPr>
          <a:xfrm>
            <a:off x="278873" y="3829169"/>
            <a:ext cx="1162892" cy="720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73FFB-36EF-B6F3-E12F-6076BEB4212C}"/>
              </a:ext>
            </a:extLst>
          </p:cNvPr>
          <p:cNvSpPr/>
          <p:nvPr/>
        </p:nvSpPr>
        <p:spPr>
          <a:xfrm>
            <a:off x="2658184" y="3808397"/>
            <a:ext cx="1162892" cy="720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</p:spTree>
    <p:extLst>
      <p:ext uri="{BB962C8B-B14F-4D97-AF65-F5344CB8AC3E}">
        <p14:creationId xmlns:p14="http://schemas.microsoft.com/office/powerpoint/2010/main" val="218222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/>
      <p:bldP spid="17" grpId="0"/>
      <p:bldP spid="18" grpId="0"/>
      <p:bldP spid="20" grpId="0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AD91-4233-850D-E231-5B433532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62FE80-5767-66AE-96D4-886117864C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44995" y="6261872"/>
            <a:ext cx="84959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C72EC-3394-FA10-10E0-9DADE00C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85" y="102819"/>
            <a:ext cx="10752610" cy="323409"/>
          </a:xfrm>
        </p:spPr>
        <p:txBody>
          <a:bodyPr/>
          <a:lstStyle/>
          <a:p>
            <a:r>
              <a:rPr lang="en-US" dirty="0"/>
              <a:t>Flow control</a:t>
            </a:r>
            <a:endParaRPr lang="en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FF7823-5401-B641-082D-4D843C5912B6}"/>
              </a:ext>
            </a:extLst>
          </p:cNvPr>
          <p:cNvSpPr/>
          <p:nvPr/>
        </p:nvSpPr>
        <p:spPr>
          <a:xfrm>
            <a:off x="7284781" y="792997"/>
            <a:ext cx="3327400" cy="8636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Base flow modification</a:t>
            </a:r>
            <a:endParaRPr lang="en-NL" dirty="0" err="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A5F331-4322-7C83-F611-123CAA2687CE}"/>
              </a:ext>
            </a:extLst>
          </p:cNvPr>
          <p:cNvSpPr/>
          <p:nvPr/>
        </p:nvSpPr>
        <p:spPr>
          <a:xfrm>
            <a:off x="7236658" y="2655962"/>
            <a:ext cx="3327400" cy="8636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Direct wave control</a:t>
            </a:r>
            <a:endParaRPr lang="en-NL" dirty="0" err="1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DD7730-7F2F-0C7B-0AC9-E7901A21F0CC}"/>
              </a:ext>
            </a:extLst>
          </p:cNvPr>
          <p:cNvSpPr/>
          <p:nvPr/>
        </p:nvSpPr>
        <p:spPr>
          <a:xfrm>
            <a:off x="7236658" y="2655962"/>
            <a:ext cx="3327400" cy="86360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dirty="0" err="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59239F-3B7C-0DFA-5846-EC1C69C42B25}"/>
              </a:ext>
            </a:extLst>
          </p:cNvPr>
          <p:cNvSpPr/>
          <p:nvPr/>
        </p:nvSpPr>
        <p:spPr>
          <a:xfrm>
            <a:off x="6396787" y="3756461"/>
            <a:ext cx="2067882" cy="57695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Active</a:t>
            </a:r>
            <a:endParaRPr lang="en-NL" dirty="0" err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B8EC25-8571-B10E-A90C-3A6991E1F4F3}"/>
              </a:ext>
            </a:extLst>
          </p:cNvPr>
          <p:cNvSpPr/>
          <p:nvPr/>
        </p:nvSpPr>
        <p:spPr>
          <a:xfrm>
            <a:off x="9318520" y="3729943"/>
            <a:ext cx="2067882" cy="576951"/>
          </a:xfrm>
          <a:prstGeom prst="roundRect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Passive</a:t>
            </a:r>
            <a:endParaRPr lang="en-NL" dirty="0" err="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F5AFE4-5BB3-216D-00A5-3611C30CC595}"/>
              </a:ext>
            </a:extLst>
          </p:cNvPr>
          <p:cNvSpPr/>
          <p:nvPr/>
        </p:nvSpPr>
        <p:spPr>
          <a:xfrm>
            <a:off x="9318520" y="3729944"/>
            <a:ext cx="2067882" cy="57695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0B196D-024A-ADEF-78F8-A7DB64579E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726"/>
          <a:stretch>
            <a:fillRect/>
          </a:stretch>
        </p:blipFill>
        <p:spPr>
          <a:xfrm>
            <a:off x="25073" y="1298122"/>
            <a:ext cx="4260009" cy="27559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8DF2B3E-EDC7-1BF0-D82C-1F4BCC1FEAB9}"/>
              </a:ext>
            </a:extLst>
          </p:cNvPr>
          <p:cNvSpPr/>
          <p:nvPr/>
        </p:nvSpPr>
        <p:spPr>
          <a:xfrm>
            <a:off x="1896216" y="3519562"/>
            <a:ext cx="1370292" cy="33468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dirty="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D8FD79-F249-4D2B-E40F-E48DF1D8134A}"/>
              </a:ext>
            </a:extLst>
          </p:cNvPr>
          <p:cNvSpPr/>
          <p:nvPr/>
        </p:nvSpPr>
        <p:spPr>
          <a:xfrm>
            <a:off x="3288738" y="3066482"/>
            <a:ext cx="684255" cy="4107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A9AC53-6886-B33E-6D5F-3276CBD0EFDC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950763" y="3251659"/>
            <a:ext cx="988288" cy="7493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F28DF5A-D8CF-C092-9152-D4A13FC85C6A}"/>
              </a:ext>
            </a:extLst>
          </p:cNvPr>
          <p:cNvSpPr txBox="1"/>
          <p:nvPr/>
        </p:nvSpPr>
        <p:spPr>
          <a:xfrm>
            <a:off x="4939051" y="3018100"/>
            <a:ext cx="848508" cy="4671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Control element</a:t>
            </a:r>
            <a:endParaRPr lang="en-NL" sz="1600" dirty="0" err="1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F94632B-67A7-0F58-328E-38A2560F3AF0}"/>
              </a:ext>
            </a:extLst>
          </p:cNvPr>
          <p:cNvGrpSpPr/>
          <p:nvPr/>
        </p:nvGrpSpPr>
        <p:grpSpPr>
          <a:xfrm>
            <a:off x="5310992" y="4431003"/>
            <a:ext cx="2754193" cy="1525905"/>
            <a:chOff x="5310992" y="4431003"/>
            <a:chExt cx="2754193" cy="152590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F6BBD4F-B9D4-546C-897E-7E1A31D235B1}"/>
                </a:ext>
              </a:extLst>
            </p:cNvPr>
            <p:cNvSpPr/>
            <p:nvPr/>
          </p:nvSpPr>
          <p:spPr>
            <a:xfrm>
              <a:off x="6875952" y="4964019"/>
              <a:ext cx="684255" cy="41078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FC56383A-2E35-B3FE-3096-D72BE64C74ED}"/>
                    </a:ext>
                  </a:extLst>
                </p:cNvPr>
                <p:cNvSpPr txBox="1"/>
                <p:nvPr/>
              </p:nvSpPr>
              <p:spPr>
                <a:xfrm>
                  <a:off x="6610900" y="5538031"/>
                  <a:ext cx="1454285" cy="4188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FC56383A-2E35-B3FE-3096-D72BE64C74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0900" y="5538031"/>
                  <a:ext cx="1454285" cy="418877"/>
                </a:xfrm>
                <a:prstGeom prst="rect">
                  <a:avLst/>
                </a:prstGeom>
                <a:blipFill>
                  <a:blip r:embed="rId4"/>
                  <a:stretch>
                    <a:fillRect t="-4348" r="-418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FEB9D0B-2080-562B-5029-7B0EEA1769B5}"/>
                </a:ext>
              </a:extLst>
            </p:cNvPr>
            <p:cNvSpPr txBox="1"/>
            <p:nvPr/>
          </p:nvSpPr>
          <p:spPr>
            <a:xfrm>
              <a:off x="5310992" y="4924635"/>
              <a:ext cx="1107759" cy="4895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Controlled actuation</a:t>
              </a:r>
              <a:endParaRPr lang="en-NL" sz="1600" dirty="0" err="1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902DA5B-5429-297B-66A6-D887F9752F13}"/>
                </a:ext>
              </a:extLst>
            </p:cNvPr>
            <p:cNvSpPr txBox="1"/>
            <p:nvPr/>
          </p:nvSpPr>
          <p:spPr>
            <a:xfrm>
              <a:off x="6322072" y="4431003"/>
              <a:ext cx="1107759" cy="3605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Controlled response</a:t>
              </a:r>
              <a:endParaRPr lang="en-NL" sz="1600" dirty="0" err="1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03CCBFFA-66EE-14BD-A7B9-E9D8C9E83827}"/>
                </a:ext>
              </a:extLst>
            </p:cNvPr>
            <p:cNvCxnSpPr>
              <a:cxnSpLocks/>
              <a:stCxn id="59" idx="3"/>
              <a:endCxn id="45" idx="1"/>
            </p:cNvCxnSpPr>
            <p:nvPr/>
          </p:nvCxnSpPr>
          <p:spPr>
            <a:xfrm>
              <a:off x="6418751" y="5169411"/>
              <a:ext cx="457201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0DBA0A7-BDEF-359D-3E1D-18EF8D6FB460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H="1" flipV="1">
              <a:off x="7218079" y="4697898"/>
              <a:ext cx="1" cy="2661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B4F8C49-A316-D064-1659-96AB689F4977}"/>
              </a:ext>
            </a:extLst>
          </p:cNvPr>
          <p:cNvGrpSpPr/>
          <p:nvPr/>
        </p:nvGrpSpPr>
        <p:grpSpPr>
          <a:xfrm>
            <a:off x="8816735" y="4395927"/>
            <a:ext cx="2763811" cy="1560981"/>
            <a:chOff x="8816735" y="4395927"/>
            <a:chExt cx="2763811" cy="156098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0D5E3B1-6EEC-C156-73F7-0C8AB6894FC2}"/>
                </a:ext>
              </a:extLst>
            </p:cNvPr>
            <p:cNvSpPr/>
            <p:nvPr/>
          </p:nvSpPr>
          <p:spPr>
            <a:xfrm>
              <a:off x="10133653" y="4949717"/>
              <a:ext cx="684255" cy="41078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1600" dirty="0"/>
                <a:t>T.F</a:t>
              </a:r>
              <a:endParaRPr lang="en-NL" sz="1600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4CED59D-D97E-D702-CD27-07032F0EFF29}"/>
                    </a:ext>
                  </a:extLst>
                </p:cNvPr>
                <p:cNvSpPr txBox="1"/>
                <p:nvPr/>
              </p:nvSpPr>
              <p:spPr>
                <a:xfrm>
                  <a:off x="9930946" y="5546124"/>
                  <a:ext cx="1649600" cy="4107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𝑇𝐹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4CED59D-D97E-D702-CD27-07032F0EF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0946" y="5546124"/>
                  <a:ext cx="1649600" cy="410784"/>
                </a:xfrm>
                <a:prstGeom prst="rect">
                  <a:avLst/>
                </a:prstGeom>
                <a:blipFill>
                  <a:blip r:embed="rId5"/>
                  <a:stretch>
                    <a:fillRect l="-2952" t="-4478" r="-553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148E4CE-0E4D-3B09-4DC0-919C79A5C3F1}"/>
                </a:ext>
              </a:extLst>
            </p:cNvPr>
            <p:cNvSpPr txBox="1"/>
            <p:nvPr/>
          </p:nvSpPr>
          <p:spPr>
            <a:xfrm>
              <a:off x="8816735" y="4975646"/>
              <a:ext cx="1107759" cy="4895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TS wave actuation</a:t>
              </a:r>
              <a:endParaRPr lang="en-NL" sz="1600" dirty="0" err="1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5ED4BB7-E9F6-B351-BCC0-09960630E2A0}"/>
                </a:ext>
              </a:extLst>
            </p:cNvPr>
            <p:cNvCxnSpPr>
              <a:cxnSpLocks/>
            </p:cNvCxnSpPr>
            <p:nvPr/>
          </p:nvCxnSpPr>
          <p:spPr>
            <a:xfrm>
              <a:off x="9695351" y="5094952"/>
              <a:ext cx="457201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6899F29-8B4D-185A-61CD-3B90E21F6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94679" y="4623439"/>
              <a:ext cx="1" cy="2661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AB0AA29-8F97-42D5-BA59-59DD607C4EE7}"/>
                </a:ext>
              </a:extLst>
            </p:cNvPr>
            <p:cNvSpPr txBox="1"/>
            <p:nvPr/>
          </p:nvSpPr>
          <p:spPr>
            <a:xfrm>
              <a:off x="10175547" y="4395927"/>
              <a:ext cx="1107759" cy="3605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response</a:t>
              </a:r>
              <a:endParaRPr lang="en-NL" sz="16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07317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1C7A-A872-F7A0-5B33-72C4E6D2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D74AB-A275-F703-F0DB-D6132BF03C0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F7EFCD-3B4C-86B5-9905-FD4FDBD5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9" y="114538"/>
            <a:ext cx="7137890" cy="43939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Wave interference mechanism</a:t>
            </a:r>
            <a:endParaRPr lang="en-NL" dirty="0" err="1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B6D68B3-D36E-3147-4BCF-22F88DBDC8EB}"/>
              </a:ext>
            </a:extLst>
          </p:cNvPr>
          <p:cNvSpPr txBox="1"/>
          <p:nvPr/>
        </p:nvSpPr>
        <p:spPr>
          <a:xfrm>
            <a:off x="435767" y="864870"/>
            <a:ext cx="3191356" cy="2333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b="1" dirty="0" err="1"/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496C7B53-F6DC-9FA6-90AF-DFA4B022D9FC}"/>
              </a:ext>
            </a:extLst>
          </p:cNvPr>
          <p:cNvGrpSpPr/>
          <p:nvPr/>
        </p:nvGrpSpPr>
        <p:grpSpPr>
          <a:xfrm>
            <a:off x="-155506" y="1356207"/>
            <a:ext cx="6066131" cy="3219256"/>
            <a:chOff x="330016" y="1756506"/>
            <a:chExt cx="6066131" cy="3219256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61F56D26-CE2A-8B2A-BB34-1193766EB45A}"/>
                </a:ext>
              </a:extLst>
            </p:cNvPr>
            <p:cNvSpPr/>
            <p:nvPr/>
          </p:nvSpPr>
          <p:spPr>
            <a:xfrm>
              <a:off x="507554" y="1756506"/>
              <a:ext cx="5888593" cy="3219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DA9E0969-4C17-C8FF-674E-BDAAF40F8523}"/>
                </a:ext>
              </a:extLst>
            </p:cNvPr>
            <p:cNvSpPr/>
            <p:nvPr/>
          </p:nvSpPr>
          <p:spPr>
            <a:xfrm>
              <a:off x="1545717" y="3675458"/>
              <a:ext cx="4271842" cy="314453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149EF435-5958-7405-0CAC-30A1D9978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8767" y="3670314"/>
              <a:ext cx="4251606" cy="7859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4E837A2B-88D6-35D7-FEA7-8732899EC7C9}"/>
                </a:ext>
              </a:extLst>
            </p:cNvPr>
            <p:cNvGrpSpPr/>
            <p:nvPr/>
          </p:nvGrpSpPr>
          <p:grpSpPr>
            <a:xfrm>
              <a:off x="1562362" y="3665717"/>
              <a:ext cx="4111734" cy="182081"/>
              <a:chOff x="1496234" y="2937170"/>
              <a:chExt cx="4111734" cy="182081"/>
            </a:xfrm>
          </p:grpSpPr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60ADA935-E6F7-842D-80A4-7479A40708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11350708-E44D-C2C2-0A5E-9F8BE4837A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7270680E-581A-C588-AB16-7CB46318EA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D79F4341-6B75-CF28-7133-C6EC454EFD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9FBD2D3D-BB7C-48B8-F728-95201BEEB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6297" y="293717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6FD1F35C-E7B5-899F-DF18-295953F93A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2713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98718E9D-E62B-F3DF-23AE-E67581FAAE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80130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C6CE20BC-A83D-368C-D9B6-B45DAC24BF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45467" y="293717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DCFFE916-BBF0-F6E8-7C94-4A67AB3163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5647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FD3A9361-2634-5FFB-8DDF-EAED7EFB1F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68507" y="2953437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AD842B0F-617B-AC72-5324-E97E2F0F76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28449" y="2964551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10FD1672-0E30-FA7E-EF2D-61533FF379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71324B4B-B03C-AAFD-AD79-A4D57B10DB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DE374FE0-3820-C40C-C36B-30109EEA7E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EC7452AD-224C-6FC2-651A-CBDCD249AB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B94DADCF-9FA1-4B7F-DDC7-420D2BF39E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2435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9418D37C-6CC0-7FFF-C447-67A732214B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76383" y="2950315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EBF4D3A-A09B-091E-E85D-F125963EE309}"/>
                </a:ext>
              </a:extLst>
            </p:cNvPr>
            <p:cNvSpPr/>
            <p:nvPr/>
          </p:nvSpPr>
          <p:spPr>
            <a:xfrm>
              <a:off x="1547795" y="2752080"/>
              <a:ext cx="4278103" cy="922867"/>
            </a:xfrm>
            <a:custGeom>
              <a:avLst/>
              <a:gdLst>
                <a:gd name="csX0" fmla="*/ 0 w 5748866"/>
                <a:gd name="csY0" fmla="*/ 943841 h 943841"/>
                <a:gd name="csX1" fmla="*/ 516466 w 5748866"/>
                <a:gd name="csY1" fmla="*/ 706774 h 943841"/>
                <a:gd name="csX2" fmla="*/ 1151466 w 5748866"/>
                <a:gd name="csY2" fmla="*/ 469708 h 943841"/>
                <a:gd name="csX3" fmla="*/ 1828800 w 5748866"/>
                <a:gd name="csY3" fmla="*/ 291908 h 943841"/>
                <a:gd name="csX4" fmla="*/ 3200400 w 5748866"/>
                <a:gd name="csY4" fmla="*/ 147974 h 943841"/>
                <a:gd name="csX5" fmla="*/ 5748866 w 5748866"/>
                <a:gd name="csY5" fmla="*/ 20974 h 943841"/>
                <a:gd name="csX0" fmla="*/ 0 w 5748866"/>
                <a:gd name="csY0" fmla="*/ 931977 h 931977"/>
                <a:gd name="csX1" fmla="*/ 516466 w 5748866"/>
                <a:gd name="csY1" fmla="*/ 694910 h 931977"/>
                <a:gd name="csX2" fmla="*/ 1151466 w 5748866"/>
                <a:gd name="csY2" fmla="*/ 457844 h 931977"/>
                <a:gd name="csX3" fmla="*/ 1828800 w 5748866"/>
                <a:gd name="csY3" fmla="*/ 280044 h 931977"/>
                <a:gd name="csX4" fmla="*/ 3200400 w 5748866"/>
                <a:gd name="csY4" fmla="*/ 136110 h 931977"/>
                <a:gd name="csX5" fmla="*/ 5748866 w 5748866"/>
                <a:gd name="csY5" fmla="*/ 9110 h 931977"/>
                <a:gd name="csX0" fmla="*/ 0 w 5748866"/>
                <a:gd name="csY0" fmla="*/ 922867 h 922867"/>
                <a:gd name="csX1" fmla="*/ 516466 w 5748866"/>
                <a:gd name="csY1" fmla="*/ 685800 h 922867"/>
                <a:gd name="csX2" fmla="*/ 1151466 w 5748866"/>
                <a:gd name="csY2" fmla="*/ 448734 h 922867"/>
                <a:gd name="csX3" fmla="*/ 1828800 w 5748866"/>
                <a:gd name="csY3" fmla="*/ 270934 h 922867"/>
                <a:gd name="csX4" fmla="*/ 3200400 w 5748866"/>
                <a:gd name="csY4" fmla="*/ 127000 h 922867"/>
                <a:gd name="csX5" fmla="*/ 5748866 w 5748866"/>
                <a:gd name="csY5" fmla="*/ 0 h 922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48866" h="922867">
                  <a:moveTo>
                    <a:pt x="0" y="922867"/>
                  </a:moveTo>
                  <a:cubicBezTo>
                    <a:pt x="162277" y="843844"/>
                    <a:pt x="324555" y="764822"/>
                    <a:pt x="516466" y="685800"/>
                  </a:cubicBezTo>
                  <a:cubicBezTo>
                    <a:pt x="708377" y="606778"/>
                    <a:pt x="932744" y="517878"/>
                    <a:pt x="1151466" y="448734"/>
                  </a:cubicBezTo>
                  <a:cubicBezTo>
                    <a:pt x="1370188" y="379590"/>
                    <a:pt x="1487311" y="324556"/>
                    <a:pt x="1828800" y="270934"/>
                  </a:cubicBezTo>
                  <a:cubicBezTo>
                    <a:pt x="2170289" y="217312"/>
                    <a:pt x="2547056" y="172156"/>
                    <a:pt x="3200400" y="127000"/>
                  </a:cubicBezTo>
                  <a:cubicBezTo>
                    <a:pt x="3853744" y="81844"/>
                    <a:pt x="5280941" y="24836"/>
                    <a:pt x="5748866" y="0"/>
                  </a:cubicBezTo>
                </a:path>
              </a:pathLst>
            </a:custGeom>
            <a:noFill/>
            <a:ln w="12700" cap="flat" cmpd="sng" algn="ctr">
              <a:solidFill>
                <a:srgbClr val="0F9E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62FD0368-71BD-7D13-625B-0578F93C5A30}"/>
                </a:ext>
              </a:extLst>
            </p:cNvPr>
            <p:cNvSpPr/>
            <p:nvPr/>
          </p:nvSpPr>
          <p:spPr>
            <a:xfrm>
              <a:off x="1551582" y="1947856"/>
              <a:ext cx="4265977" cy="1737619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BA02AA80-6F2D-05D1-B4BD-28FA9D19123E}"/>
                    </a:ext>
                  </a:extLst>
                </p:cNvPr>
                <p:cNvSpPr txBox="1"/>
                <p:nvPr/>
              </p:nvSpPr>
              <p:spPr>
                <a:xfrm>
                  <a:off x="1121002" y="1756506"/>
                  <a:ext cx="42697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BA02AA80-6F2D-05D1-B4BD-28FA9D191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1002" y="1756506"/>
                  <a:ext cx="42697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E900DD58-3F0F-C59C-7055-D1EC6D94DD71}"/>
                </a:ext>
              </a:extLst>
            </p:cNvPr>
            <p:cNvGrpSpPr/>
            <p:nvPr/>
          </p:nvGrpSpPr>
          <p:grpSpPr>
            <a:xfrm>
              <a:off x="995824" y="1946946"/>
              <a:ext cx="236109" cy="1697474"/>
              <a:chOff x="959194" y="1218399"/>
              <a:chExt cx="236109" cy="1697474"/>
            </a:xfrm>
          </p:grpSpPr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ED392EF3-9780-C14E-D89D-43F6A3992C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79" name="Straight Arrow Connector 278">
                <a:extLst>
                  <a:ext uri="{FF2B5EF4-FFF2-40B4-BE49-F238E27FC236}">
                    <a16:creationId xmlns:a16="http://schemas.microsoft.com/office/drawing/2014/main" id="{1CECAA9A-A0A0-5B4F-8FB6-A245A25190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F3D7E9AF-75F7-AAF7-5ADB-CFB924A450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9816A63C-1F46-93A3-B46A-D3C176BA85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29F88658-A77C-D2D1-EBFF-061B2B9B80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3" name="Straight Arrow Connector 282">
                <a:extLst>
                  <a:ext uri="{FF2B5EF4-FFF2-40B4-BE49-F238E27FC236}">
                    <a16:creationId xmlns:a16="http://schemas.microsoft.com/office/drawing/2014/main" id="{62BD4DEE-32EC-60B1-D15D-4C2327A047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id="{06388038-94FE-3693-26B0-7581653D0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5" name="Straight Arrow Connector 284">
                <a:extLst>
                  <a:ext uri="{FF2B5EF4-FFF2-40B4-BE49-F238E27FC236}">
                    <a16:creationId xmlns:a16="http://schemas.microsoft.com/office/drawing/2014/main" id="{F457366F-8B15-69C4-82C1-0DBCF21DD6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6" name="Straight Arrow Connector 285">
                <a:extLst>
                  <a:ext uri="{FF2B5EF4-FFF2-40B4-BE49-F238E27FC236}">
                    <a16:creationId xmlns:a16="http://schemas.microsoft.com/office/drawing/2014/main" id="{13D08AA3-465D-BCA1-1760-1CFAA1AE75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7" name="Straight Arrow Connector 286">
                <a:extLst>
                  <a:ext uri="{FF2B5EF4-FFF2-40B4-BE49-F238E27FC236}">
                    <a16:creationId xmlns:a16="http://schemas.microsoft.com/office/drawing/2014/main" id="{3F9D0A94-E4A7-D1A8-BDC0-37C8065C36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1FF9CCB5-F065-F9E4-E978-1B1BF49C2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AD10516D-E790-A1A1-E067-790ABFFE12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90" name="Straight Arrow Connector 289">
                <a:extLst>
                  <a:ext uri="{FF2B5EF4-FFF2-40B4-BE49-F238E27FC236}">
                    <a16:creationId xmlns:a16="http://schemas.microsoft.com/office/drawing/2014/main" id="{82738846-7A02-ACAD-6DA4-7D7F1AEEFC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91" name="Straight Arrow Connector 290">
                <a:extLst>
                  <a:ext uri="{FF2B5EF4-FFF2-40B4-BE49-F238E27FC236}">
                    <a16:creationId xmlns:a16="http://schemas.microsoft.com/office/drawing/2014/main" id="{9DEBAA4E-29B9-C983-DF5A-BC9BDA9C3D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10F4201C-F2A8-F540-8039-81159942E33C}"/>
                </a:ext>
              </a:extLst>
            </p:cNvPr>
            <p:cNvCxnSpPr/>
            <p:nvPr/>
          </p:nvCxnSpPr>
          <p:spPr>
            <a:xfrm>
              <a:off x="526045" y="4064506"/>
              <a:ext cx="48101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63104165-4E72-A6AA-C3C2-6AA696D34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45" y="3661282"/>
              <a:ext cx="0" cy="40322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A1911ED1-675C-C46C-24B9-BA962CBD5228}"/>
                    </a:ext>
                  </a:extLst>
                </p:cNvPr>
                <p:cNvSpPr txBox="1"/>
                <p:nvPr/>
              </p:nvSpPr>
              <p:spPr>
                <a:xfrm>
                  <a:off x="952789" y="3991620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A1911ED1-675C-C46C-24B9-BA962CBD52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789" y="3991620"/>
                  <a:ext cx="27437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563E5C9A-3598-15AB-530D-E5CB6695FE58}"/>
                    </a:ext>
                  </a:extLst>
                </p:cNvPr>
                <p:cNvSpPr txBox="1"/>
                <p:nvPr/>
              </p:nvSpPr>
              <p:spPr>
                <a:xfrm>
                  <a:off x="738592" y="3649871"/>
                  <a:ext cx="5469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563E5C9A-3598-15AB-530D-E5CB6695F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592" y="3649871"/>
                  <a:ext cx="546945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7282CF57-A71D-2FBC-D517-B86C4F7109F8}"/>
                    </a:ext>
                  </a:extLst>
                </p:cNvPr>
                <p:cNvSpPr txBox="1"/>
                <p:nvPr/>
              </p:nvSpPr>
              <p:spPr>
                <a:xfrm>
                  <a:off x="4810301" y="2510519"/>
                  <a:ext cx="6417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9ED5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9ED5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9ED5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F9ED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F9ED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F9ED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7282CF57-A71D-2FBC-D517-B86C4F710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301" y="2510519"/>
                  <a:ext cx="64171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3E56640A-5B67-FAB1-2FE0-2E3C3FE31B84}"/>
                </a:ext>
              </a:extLst>
            </p:cNvPr>
            <p:cNvSpPr/>
            <p:nvPr/>
          </p:nvSpPr>
          <p:spPr>
            <a:xfrm>
              <a:off x="2062568" y="3416107"/>
              <a:ext cx="716280" cy="154700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4DAB739A-FB58-DF51-C2EA-068CE3F276F8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51" y="3091805"/>
              <a:ext cx="186706" cy="479002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2195BF57-CA8F-82E2-FAE0-BB7FDE109B19}"/>
                </a:ext>
              </a:extLst>
            </p:cNvPr>
            <p:cNvCxnSpPr>
              <a:stCxn id="277" idx="0"/>
            </p:cNvCxnSpPr>
            <p:nvPr/>
          </p:nvCxnSpPr>
          <p:spPr>
            <a:xfrm flipV="1">
              <a:off x="2195822" y="3501603"/>
              <a:ext cx="155905" cy="73323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70419F7-6A32-69B0-E0AD-F066785C118D}"/>
                </a:ext>
              </a:extLst>
            </p:cNvPr>
            <p:cNvSpPr/>
            <p:nvPr/>
          </p:nvSpPr>
          <p:spPr>
            <a:xfrm>
              <a:off x="1633358" y="2805347"/>
              <a:ext cx="221673" cy="141751"/>
            </a:xfrm>
            <a:custGeom>
              <a:avLst/>
              <a:gdLst>
                <a:gd name="csX0" fmla="*/ 0 w 221673"/>
                <a:gd name="csY0" fmla="*/ 129309 h 141751"/>
                <a:gd name="csX1" fmla="*/ 147782 w 221673"/>
                <a:gd name="csY1" fmla="*/ 129309 h 141751"/>
                <a:gd name="csX2" fmla="*/ 221673 w 221673"/>
                <a:gd name="csY2" fmla="*/ 0 h 141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1673" h="141751">
                  <a:moveTo>
                    <a:pt x="0" y="129309"/>
                  </a:moveTo>
                  <a:cubicBezTo>
                    <a:pt x="55418" y="140084"/>
                    <a:pt x="110837" y="150860"/>
                    <a:pt x="147782" y="129309"/>
                  </a:cubicBezTo>
                  <a:cubicBezTo>
                    <a:pt x="184727" y="107758"/>
                    <a:pt x="190885" y="6157"/>
                    <a:pt x="221673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09FF204-E895-1775-0BB8-2F01265A610A}"/>
                </a:ext>
              </a:extLst>
            </p:cNvPr>
            <p:cNvSpPr/>
            <p:nvPr/>
          </p:nvSpPr>
          <p:spPr>
            <a:xfrm>
              <a:off x="1643523" y="2849350"/>
              <a:ext cx="221673" cy="141751"/>
            </a:xfrm>
            <a:custGeom>
              <a:avLst/>
              <a:gdLst>
                <a:gd name="csX0" fmla="*/ 0 w 221673"/>
                <a:gd name="csY0" fmla="*/ 129309 h 141751"/>
                <a:gd name="csX1" fmla="*/ 147782 w 221673"/>
                <a:gd name="csY1" fmla="*/ 129309 h 141751"/>
                <a:gd name="csX2" fmla="*/ 221673 w 221673"/>
                <a:gd name="csY2" fmla="*/ 0 h 141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1673" h="141751">
                  <a:moveTo>
                    <a:pt x="0" y="129309"/>
                  </a:moveTo>
                  <a:cubicBezTo>
                    <a:pt x="55418" y="140084"/>
                    <a:pt x="110837" y="150860"/>
                    <a:pt x="147782" y="129309"/>
                  </a:cubicBezTo>
                  <a:cubicBezTo>
                    <a:pt x="184727" y="107758"/>
                    <a:pt x="190885" y="6157"/>
                    <a:pt x="221673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B350D798-AA37-9FF5-0CA1-B6C10D6A9899}"/>
                </a:ext>
              </a:extLst>
            </p:cNvPr>
            <p:cNvSpPr/>
            <p:nvPr/>
          </p:nvSpPr>
          <p:spPr>
            <a:xfrm>
              <a:off x="1671955" y="2893353"/>
              <a:ext cx="221673" cy="141751"/>
            </a:xfrm>
            <a:custGeom>
              <a:avLst/>
              <a:gdLst>
                <a:gd name="csX0" fmla="*/ 0 w 221673"/>
                <a:gd name="csY0" fmla="*/ 129309 h 141751"/>
                <a:gd name="csX1" fmla="*/ 147782 w 221673"/>
                <a:gd name="csY1" fmla="*/ 129309 h 141751"/>
                <a:gd name="csX2" fmla="*/ 221673 w 221673"/>
                <a:gd name="csY2" fmla="*/ 0 h 141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1673" h="141751">
                  <a:moveTo>
                    <a:pt x="0" y="129309"/>
                  </a:moveTo>
                  <a:cubicBezTo>
                    <a:pt x="55418" y="140084"/>
                    <a:pt x="110837" y="150860"/>
                    <a:pt x="147782" y="129309"/>
                  </a:cubicBezTo>
                  <a:cubicBezTo>
                    <a:pt x="184727" y="107758"/>
                    <a:pt x="190885" y="6157"/>
                    <a:pt x="221673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ACF0941E-D997-B3D2-6851-F32AE95F0D22}"/>
                    </a:ext>
                  </a:extLst>
                </p:cNvPr>
                <p:cNvSpPr txBox="1"/>
                <p:nvPr/>
              </p:nvSpPr>
              <p:spPr>
                <a:xfrm>
                  <a:off x="330016" y="3407959"/>
                  <a:ext cx="40073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ACF0941E-D997-B3D2-6851-F32AE95F0D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016" y="3407959"/>
                  <a:ext cx="400730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E14FD53-88F3-3402-8660-CCB6A3D34541}"/>
                </a:ext>
              </a:extLst>
            </p:cNvPr>
            <p:cNvSpPr/>
            <p:nvPr/>
          </p:nvSpPr>
          <p:spPr>
            <a:xfrm>
              <a:off x="4061312" y="3323661"/>
              <a:ext cx="716280" cy="199872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33DEE6F7-5AEB-6BEC-0EF1-6CA131F71EDE}"/>
                </a:ext>
              </a:extLst>
            </p:cNvPr>
            <p:cNvSpPr txBox="1"/>
            <p:nvPr/>
          </p:nvSpPr>
          <p:spPr>
            <a:xfrm>
              <a:off x="1826748" y="4234834"/>
              <a:ext cx="738147" cy="4683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 dirty="0"/>
                <a:t>Input TS wave</a:t>
              </a:r>
              <a:endParaRPr lang="en-NL" sz="1400" dirty="0" err="1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6D348BB6-59D6-EF18-70FB-53452B54DBBD}"/>
              </a:ext>
            </a:extLst>
          </p:cNvPr>
          <p:cNvGrpSpPr/>
          <p:nvPr/>
        </p:nvGrpSpPr>
        <p:grpSpPr>
          <a:xfrm>
            <a:off x="2564398" y="2795086"/>
            <a:ext cx="806631" cy="1194265"/>
            <a:chOff x="3254180" y="3193166"/>
            <a:chExt cx="806631" cy="1194265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FB40536C-20C9-DD3A-AA0F-016A55062F79}"/>
                </a:ext>
              </a:extLst>
            </p:cNvPr>
            <p:cNvSpPr/>
            <p:nvPr/>
          </p:nvSpPr>
          <p:spPr>
            <a:xfrm>
              <a:off x="3439284" y="3676330"/>
              <a:ext cx="365377" cy="318008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3326EB99-0E8B-F4C7-98F7-383AA5B3E51B}"/>
                </a:ext>
              </a:extLst>
            </p:cNvPr>
            <p:cNvSpPr/>
            <p:nvPr/>
          </p:nvSpPr>
          <p:spPr>
            <a:xfrm>
              <a:off x="3363082" y="3674576"/>
              <a:ext cx="517779" cy="320672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C.E.</a:t>
              </a:r>
              <a:endParaRPr kumimoji="0" lang="en-NL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053C4FB9-5568-F963-10BD-E89B1CDA065E}"/>
                    </a:ext>
                  </a:extLst>
                </p:cNvPr>
                <p:cNvSpPr txBox="1"/>
                <p:nvPr/>
              </p:nvSpPr>
              <p:spPr>
                <a:xfrm>
                  <a:off x="3347111" y="4110432"/>
                  <a:ext cx="54267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053C4FB9-5568-F963-10BD-E89B1CDA0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7111" y="4110432"/>
                  <a:ext cx="542670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17646C2C-1B37-6982-9BC8-BA7B6753EA53}"/>
                </a:ext>
              </a:extLst>
            </p:cNvPr>
            <p:cNvCxnSpPr>
              <a:cxnSpLocks/>
            </p:cNvCxnSpPr>
            <p:nvPr/>
          </p:nvCxnSpPr>
          <p:spPr>
            <a:xfrm>
              <a:off x="3624806" y="4002581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D3E1D190-4CA7-798E-1A17-9C7DC702310A}"/>
                </a:ext>
              </a:extLst>
            </p:cNvPr>
            <p:cNvSpPr/>
            <p:nvPr/>
          </p:nvSpPr>
          <p:spPr>
            <a:xfrm>
              <a:off x="3435091" y="3430209"/>
              <a:ext cx="366713" cy="242947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 cap="flat" cmpd="sng" algn="ctr">
              <a:solidFill>
                <a:srgbClr val="4EA72E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14" name="Straight Arrow Connector 313">
              <a:extLst>
                <a:ext uri="{FF2B5EF4-FFF2-40B4-BE49-F238E27FC236}">
                  <a16:creationId xmlns:a16="http://schemas.microsoft.com/office/drawing/2014/main" id="{07C62C13-ABD5-6012-756D-EC178FDD534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3377" y="3572118"/>
              <a:ext cx="177319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15" name="Straight Arrow Connector 314">
              <a:extLst>
                <a:ext uri="{FF2B5EF4-FFF2-40B4-BE49-F238E27FC236}">
                  <a16:creationId xmlns:a16="http://schemas.microsoft.com/office/drawing/2014/main" id="{7A25CA37-1C49-6BB8-D644-40730C7CCC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12472" y="3606060"/>
              <a:ext cx="11104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1245FCDF-1976-14FA-E647-62EC7834C2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66609" y="3559702"/>
              <a:ext cx="22184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17" name="Straight Arrow Connector 316">
              <a:extLst>
                <a:ext uri="{FF2B5EF4-FFF2-40B4-BE49-F238E27FC236}">
                  <a16:creationId xmlns:a16="http://schemas.microsoft.com/office/drawing/2014/main" id="{D4445968-5E51-3136-F64C-B0E24CA1FC5C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599613" y="3565994"/>
              <a:ext cx="200751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18" name="Straight Arrow Connector 317">
              <a:extLst>
                <a:ext uri="{FF2B5EF4-FFF2-40B4-BE49-F238E27FC236}">
                  <a16:creationId xmlns:a16="http://schemas.microsoft.com/office/drawing/2014/main" id="{0E33EC60-AE24-4825-CB0C-21856501B7A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697257" y="3604421"/>
              <a:ext cx="125716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AF814402-49F4-AB25-1DCB-DB82558F728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504781" y="3560746"/>
              <a:ext cx="251159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F784FD84-83DB-2C3E-263C-174D3B7834BB}"/>
                    </a:ext>
                  </a:extLst>
                </p:cNvPr>
                <p:cNvSpPr txBox="1"/>
                <p:nvPr/>
              </p:nvSpPr>
              <p:spPr>
                <a:xfrm>
                  <a:off x="3254180" y="3193166"/>
                  <a:ext cx="80663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kumimoji="0" lang="en-US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kumimoji="0" lang="en-US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kumimoji="0" lang="en-US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F784FD84-83DB-2C3E-263C-174D3B783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4180" y="3193166"/>
                  <a:ext cx="806631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1" name="Freeform: Shape 320">
            <a:extLst>
              <a:ext uri="{FF2B5EF4-FFF2-40B4-BE49-F238E27FC236}">
                <a16:creationId xmlns:a16="http://schemas.microsoft.com/office/drawing/2014/main" id="{64E421AA-6B54-F0EE-F316-377BEE768CD8}"/>
              </a:ext>
            </a:extLst>
          </p:cNvPr>
          <p:cNvSpPr/>
          <p:nvPr/>
        </p:nvSpPr>
        <p:spPr>
          <a:xfrm>
            <a:off x="3525444" y="2589999"/>
            <a:ext cx="721519" cy="88928"/>
          </a:xfrm>
          <a:custGeom>
            <a:avLst/>
            <a:gdLst>
              <a:gd name="csX0" fmla="*/ 0 w 721519"/>
              <a:gd name="csY0" fmla="*/ 9132 h 88928"/>
              <a:gd name="csX1" fmla="*/ 106680 w 721519"/>
              <a:gd name="csY1" fmla="*/ 77712 h 88928"/>
              <a:gd name="csX2" fmla="*/ 228600 w 721519"/>
              <a:gd name="csY2" fmla="*/ 9132 h 88928"/>
              <a:gd name="csX3" fmla="*/ 358140 w 721519"/>
              <a:gd name="csY3" fmla="*/ 85332 h 88928"/>
              <a:gd name="csX4" fmla="*/ 464820 w 721519"/>
              <a:gd name="csY4" fmla="*/ 1512 h 88928"/>
              <a:gd name="csX5" fmla="*/ 591127 w 721519"/>
              <a:gd name="csY5" fmla="*/ 88541 h 88928"/>
              <a:gd name="csX6" fmla="*/ 669708 w 721519"/>
              <a:gd name="csY6" fmla="*/ 5198 h 88928"/>
              <a:gd name="csX7" fmla="*/ 721519 w 721519"/>
              <a:gd name="csY7" fmla="*/ 22468 h 88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21519" h="88928">
                <a:moveTo>
                  <a:pt x="0" y="9132"/>
                </a:moveTo>
                <a:cubicBezTo>
                  <a:pt x="35560" y="5322"/>
                  <a:pt x="68580" y="77712"/>
                  <a:pt x="106680" y="77712"/>
                </a:cubicBezTo>
                <a:cubicBezTo>
                  <a:pt x="144780" y="77712"/>
                  <a:pt x="186690" y="7862"/>
                  <a:pt x="228600" y="9132"/>
                </a:cubicBezTo>
                <a:cubicBezTo>
                  <a:pt x="270510" y="10402"/>
                  <a:pt x="318770" y="86602"/>
                  <a:pt x="358140" y="85332"/>
                </a:cubicBezTo>
                <a:cubicBezTo>
                  <a:pt x="397510" y="84062"/>
                  <a:pt x="428767" y="16058"/>
                  <a:pt x="464820" y="1512"/>
                </a:cubicBezTo>
                <a:cubicBezTo>
                  <a:pt x="500873" y="-13034"/>
                  <a:pt x="554201" y="81974"/>
                  <a:pt x="591127" y="88541"/>
                </a:cubicBezTo>
                <a:cubicBezTo>
                  <a:pt x="628053" y="95108"/>
                  <a:pt x="647976" y="16210"/>
                  <a:pt x="669708" y="5198"/>
                </a:cubicBezTo>
                <a:cubicBezTo>
                  <a:pt x="691440" y="-5814"/>
                  <a:pt x="715662" y="25543"/>
                  <a:pt x="721519" y="22468"/>
                </a:cubicBezTo>
              </a:path>
            </a:pathLst>
          </a:custGeom>
          <a:noFill/>
          <a:ln w="190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C65018FD-E773-ED52-6D42-E7887431C084}"/>
              </a:ext>
            </a:extLst>
          </p:cNvPr>
          <p:cNvSpPr txBox="1"/>
          <p:nvPr/>
        </p:nvSpPr>
        <p:spPr>
          <a:xfrm>
            <a:off x="3864736" y="2689455"/>
            <a:ext cx="138387" cy="16718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+</a:t>
            </a:r>
            <a:endParaRPr lang="en-NL" sz="1600" dirty="0" err="1"/>
          </a:p>
        </p:txBody>
      </p:sp>
      <p:sp>
        <p:nvSpPr>
          <p:cNvPr id="323" name="Freeform: Shape 322">
            <a:extLst>
              <a:ext uri="{FF2B5EF4-FFF2-40B4-BE49-F238E27FC236}">
                <a16:creationId xmlns:a16="http://schemas.microsoft.com/office/drawing/2014/main" id="{34A819E0-3FBA-F3F1-6DE7-DFA955A0C2C3}"/>
              </a:ext>
            </a:extLst>
          </p:cNvPr>
          <p:cNvSpPr/>
          <p:nvPr/>
        </p:nvSpPr>
        <p:spPr>
          <a:xfrm>
            <a:off x="4458781" y="2870784"/>
            <a:ext cx="716280" cy="112691"/>
          </a:xfrm>
          <a:custGeom>
            <a:avLst/>
            <a:gdLst>
              <a:gd name="csX0" fmla="*/ 0 w 716280"/>
              <a:gd name="csY0" fmla="*/ 99128 h 99128"/>
              <a:gd name="csX1" fmla="*/ 106680 w 716280"/>
              <a:gd name="csY1" fmla="*/ 7688 h 99128"/>
              <a:gd name="csX2" fmla="*/ 213360 w 716280"/>
              <a:gd name="csY2" fmla="*/ 76268 h 99128"/>
              <a:gd name="csX3" fmla="*/ 335280 w 716280"/>
              <a:gd name="csY3" fmla="*/ 7688 h 99128"/>
              <a:gd name="csX4" fmla="*/ 464820 w 716280"/>
              <a:gd name="csY4" fmla="*/ 83888 h 99128"/>
              <a:gd name="csX5" fmla="*/ 571500 w 716280"/>
              <a:gd name="csY5" fmla="*/ 68 h 99128"/>
              <a:gd name="csX6" fmla="*/ 716280 w 716280"/>
              <a:gd name="csY6" fmla="*/ 68648 h 99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6280" h="99128">
                <a:moveTo>
                  <a:pt x="0" y="99128"/>
                </a:moveTo>
                <a:cubicBezTo>
                  <a:pt x="35560" y="55313"/>
                  <a:pt x="71120" y="11498"/>
                  <a:pt x="106680" y="7688"/>
                </a:cubicBezTo>
                <a:cubicBezTo>
                  <a:pt x="142240" y="3878"/>
                  <a:pt x="175260" y="76268"/>
                  <a:pt x="213360" y="76268"/>
                </a:cubicBezTo>
                <a:cubicBezTo>
                  <a:pt x="251460" y="76268"/>
                  <a:pt x="293370" y="6418"/>
                  <a:pt x="335280" y="7688"/>
                </a:cubicBezTo>
                <a:cubicBezTo>
                  <a:pt x="377190" y="8958"/>
                  <a:pt x="425450" y="85158"/>
                  <a:pt x="464820" y="83888"/>
                </a:cubicBezTo>
                <a:cubicBezTo>
                  <a:pt x="504190" y="82618"/>
                  <a:pt x="529590" y="2608"/>
                  <a:pt x="571500" y="68"/>
                </a:cubicBezTo>
                <a:cubicBezTo>
                  <a:pt x="613410" y="-2472"/>
                  <a:pt x="679450" y="66108"/>
                  <a:pt x="716280" y="68648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08AB44A8-6CBA-738D-C2C6-5B2DEB4E7C61}"/>
                  </a:ext>
                </a:extLst>
              </p:cNvPr>
              <p:cNvSpPr txBox="1"/>
              <p:nvPr/>
            </p:nvSpPr>
            <p:spPr>
              <a:xfrm>
                <a:off x="1099716" y="4479496"/>
                <a:ext cx="2285777" cy="396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/>
                  <a:t>Wall admittance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endParaRPr lang="en-US" sz="1600" b="0" dirty="0"/>
              </a:p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NL" sz="1600" dirty="0" err="1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08AB44A8-6CBA-738D-C2C6-5B2DEB4E7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716" y="4479496"/>
                <a:ext cx="2285777" cy="396285"/>
              </a:xfrm>
              <a:prstGeom prst="rect">
                <a:avLst/>
              </a:prstGeom>
              <a:blipFill>
                <a:blip r:embed="rId10"/>
                <a:stretch>
                  <a:fillRect l="-5333" t="-10769" b="-615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D00057C4-AC14-63BE-59B7-856A353ECBAD}"/>
              </a:ext>
            </a:extLst>
          </p:cNvPr>
          <p:cNvSpPr/>
          <p:nvPr/>
        </p:nvSpPr>
        <p:spPr>
          <a:xfrm>
            <a:off x="6135122" y="914699"/>
            <a:ext cx="574832" cy="2049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FA07648-B350-1501-1E1D-778B67AE6F48}"/>
              </a:ext>
            </a:extLst>
          </p:cNvPr>
          <p:cNvGrpSpPr/>
          <p:nvPr/>
        </p:nvGrpSpPr>
        <p:grpSpPr>
          <a:xfrm>
            <a:off x="6006544" y="1492032"/>
            <a:ext cx="6242601" cy="2642471"/>
            <a:chOff x="5752012" y="1724611"/>
            <a:chExt cx="6242601" cy="264247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824DBCC-B8C8-8605-44C2-1E80F16E25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62657" y="2731474"/>
              <a:ext cx="2694965" cy="70073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3BB397-ED0E-8F63-A415-8A74AB041BA5}"/>
                </a:ext>
              </a:extLst>
            </p:cNvPr>
            <p:cNvSpPr/>
            <p:nvPr/>
          </p:nvSpPr>
          <p:spPr>
            <a:xfrm>
              <a:off x="8839120" y="2742796"/>
              <a:ext cx="574832" cy="7211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23D482D-ADBA-E2C5-71DF-C3152DCB9CB2}"/>
                    </a:ext>
                  </a:extLst>
                </p:cNvPr>
                <p:cNvSpPr txBox="1"/>
                <p:nvPr/>
              </p:nvSpPr>
              <p:spPr>
                <a:xfrm>
                  <a:off x="8996890" y="3122875"/>
                  <a:ext cx="509558" cy="3182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dirty="0" err="1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23D482D-ADBA-E2C5-71DF-C3152DCB9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6890" y="3122875"/>
                  <a:ext cx="509558" cy="31821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4621CC2-EE52-2467-2151-ADCBE0B52E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076974" y="1841848"/>
              <a:ext cx="2694967" cy="430724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EA8176E-4387-DA93-B21A-28DF204149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1125" y="3066074"/>
              <a:ext cx="2986434" cy="54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1085AC98-5164-D3F5-CA2A-CFEABE5C4A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154440" y="2402342"/>
              <a:ext cx="2691076" cy="3534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A905A3-480F-7DAB-FB86-6458C79FDA9C}"/>
                    </a:ext>
                  </a:extLst>
                </p:cNvPr>
                <p:cNvSpPr txBox="1"/>
                <p:nvPr/>
              </p:nvSpPr>
              <p:spPr>
                <a:xfrm>
                  <a:off x="7331397" y="2402342"/>
                  <a:ext cx="771028" cy="4307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A905A3-480F-7DAB-FB86-6458C79FD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1397" y="2402342"/>
                  <a:ext cx="771028" cy="43072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BCB8DDB-1A47-BE3C-324D-C39F38226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3717" y="2712068"/>
              <a:ext cx="926594" cy="0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1FDBF20-C3B9-3575-075D-03B3DEDC4D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3717" y="3441940"/>
              <a:ext cx="926594" cy="0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A209FF0-9AAD-1905-F1E0-DC12FF816E58}"/>
                    </a:ext>
                  </a:extLst>
                </p:cNvPr>
                <p:cNvSpPr txBox="1"/>
                <p:nvPr/>
              </p:nvSpPr>
              <p:spPr>
                <a:xfrm>
                  <a:off x="5752012" y="2936203"/>
                  <a:ext cx="771028" cy="4307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A209FF0-9AAD-1905-F1E0-DC12FF816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012" y="2936203"/>
                  <a:ext cx="771028" cy="43072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3D302D6-FF67-5468-192F-AE5CFEEFF544}"/>
                </a:ext>
              </a:extLst>
            </p:cNvPr>
            <p:cNvSpPr/>
            <p:nvPr/>
          </p:nvSpPr>
          <p:spPr>
            <a:xfrm>
              <a:off x="11112018" y="2293188"/>
              <a:ext cx="771028" cy="7211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20B96A3-BE6C-E62A-A2BF-10FE93443EED}"/>
                    </a:ext>
                  </a:extLst>
                </p:cNvPr>
                <p:cNvSpPr txBox="1"/>
                <p:nvPr/>
              </p:nvSpPr>
              <p:spPr>
                <a:xfrm>
                  <a:off x="11223585" y="2430612"/>
                  <a:ext cx="771028" cy="3571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20B96A3-BE6C-E62A-A2BF-10FE93443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85" y="2430612"/>
                  <a:ext cx="771028" cy="35711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03266C3-0D56-CD78-3A1C-CC11D8B5B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70938" y="2386854"/>
              <a:ext cx="926594" cy="0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6923A75-142D-77BD-A247-87D27BD541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0728" y="2758427"/>
              <a:ext cx="926594" cy="0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3841055B-A379-FB35-DAC1-5821A86E5ADF}"/>
                </a:ext>
              </a:extLst>
            </p:cNvPr>
            <p:cNvSpPr/>
            <p:nvPr/>
          </p:nvSpPr>
          <p:spPr>
            <a:xfrm>
              <a:off x="5880590" y="1724611"/>
              <a:ext cx="574832" cy="7211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BEE44CF4-3CBD-AACE-0499-C35CB1798BB1}"/>
                </a:ext>
              </a:extLst>
            </p:cNvPr>
            <p:cNvSpPr txBox="1"/>
            <p:nvPr/>
          </p:nvSpPr>
          <p:spPr>
            <a:xfrm>
              <a:off x="6897302" y="4048866"/>
              <a:ext cx="4414337" cy="3182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 b="0" i="0" dirty="0">
                  <a:latin typeface="+mj-lt"/>
                </a:rPr>
                <a:t>Representative image →wave interference</a:t>
              </a:r>
              <a:endParaRPr lang="en-NL" sz="1400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49917AD-0723-5599-4C70-DC9B4C8B193C}"/>
                    </a:ext>
                  </a:extLst>
                </p:cNvPr>
                <p:cNvSpPr txBox="1"/>
                <p:nvPr/>
              </p:nvSpPr>
              <p:spPr>
                <a:xfrm>
                  <a:off x="8810332" y="1761445"/>
                  <a:ext cx="509558" cy="3182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dirty="0" err="1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49917AD-0723-5599-4C70-DC9B4C8B1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0332" y="1761445"/>
                  <a:ext cx="509558" cy="31821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0BB2118-743F-A7B7-328F-26B287F28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2687" y="2085644"/>
              <a:ext cx="2986434" cy="54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78DA219-D93D-11A0-7233-132CDFC34F9E}"/>
              </a:ext>
            </a:extLst>
          </p:cNvPr>
          <p:cNvGrpSpPr/>
          <p:nvPr/>
        </p:nvGrpSpPr>
        <p:grpSpPr>
          <a:xfrm>
            <a:off x="5837497" y="5160400"/>
            <a:ext cx="5418618" cy="1174766"/>
            <a:chOff x="6051144" y="4575463"/>
            <a:chExt cx="5315406" cy="1174766"/>
          </a:xfrm>
        </p:grpSpPr>
        <p:sp>
          <p:nvSpPr>
            <p:cNvPr id="234" name="Rectangle: Rounded Corners 233">
              <a:extLst>
                <a:ext uri="{FF2B5EF4-FFF2-40B4-BE49-F238E27FC236}">
                  <a16:creationId xmlns:a16="http://schemas.microsoft.com/office/drawing/2014/main" id="{66F97660-EBFE-F802-5D95-8A87DCC95EE7}"/>
                </a:ext>
              </a:extLst>
            </p:cNvPr>
            <p:cNvSpPr/>
            <p:nvPr/>
          </p:nvSpPr>
          <p:spPr>
            <a:xfrm>
              <a:off x="6051144" y="4575463"/>
              <a:ext cx="5315406" cy="11747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B4569232-A0C3-2679-5B8D-1E51E2B5F18E}"/>
                    </a:ext>
                  </a:extLst>
                </p:cNvPr>
                <p:cNvSpPr txBox="1"/>
                <p:nvPr/>
              </p:nvSpPr>
              <p:spPr>
                <a:xfrm>
                  <a:off x="6208214" y="4812886"/>
                  <a:ext cx="2285777" cy="7074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Amplitude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𝑌</m:t>
                          </m:r>
                        </m:e>
                      </m:d>
                    </m:oMath>
                  </a14:m>
                  <a:endParaRPr lang="en-US" sz="1600" b="0" dirty="0">
                    <a:solidFill>
                      <a:schemeClr val="bg1"/>
                    </a:solidFill>
                    <a:sym typeface="Wingdings" panose="05000000000000000000" pitchFamily="2" charset="2"/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Phase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𝑌</m:t>
                      </m:r>
                    </m:oMath>
                  </a14:m>
                  <a:endParaRPr lang="en-NL" sz="16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B4569232-A0C3-2679-5B8D-1E51E2B5F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8214" y="4812886"/>
                  <a:ext cx="2285777" cy="707454"/>
                </a:xfrm>
                <a:prstGeom prst="rect">
                  <a:avLst/>
                </a:prstGeom>
                <a:blipFill>
                  <a:blip r:embed="rId21"/>
                  <a:stretch>
                    <a:fillRect l="-5497" t="-12931" b="-86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D8914E30-1732-30AC-1083-2E80F695568D}"/>
                </a:ext>
              </a:extLst>
            </p:cNvPr>
            <p:cNvCxnSpPr>
              <a:cxnSpLocks/>
            </p:cNvCxnSpPr>
            <p:nvPr/>
          </p:nvCxnSpPr>
          <p:spPr>
            <a:xfrm>
              <a:off x="8077498" y="5057989"/>
              <a:ext cx="1567543" cy="0"/>
            </a:xfrm>
            <a:prstGeom prst="straightConnector1">
              <a:avLst/>
            </a:prstGeom>
            <a:ln w="19050" cap="rnd">
              <a:solidFill>
                <a:schemeClr val="bg1"/>
              </a:solidFill>
              <a:prstDash val="dashDot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CF738A60-5981-9B8E-2727-EB64EB8057F5}"/>
                    </a:ext>
                  </a:extLst>
                </p:cNvPr>
                <p:cNvSpPr txBox="1"/>
                <p:nvPr/>
              </p:nvSpPr>
              <p:spPr>
                <a:xfrm>
                  <a:off x="9869538" y="4812886"/>
                  <a:ext cx="1329836" cy="9144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Attenuation or amplification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Δ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</m:oMath>
                  </a14:m>
                  <a:endParaRPr lang="en-NL" sz="16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CF738A60-5981-9B8E-2727-EB64EB805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9538" y="4812886"/>
                  <a:ext cx="1329836" cy="914400"/>
                </a:xfrm>
                <a:prstGeom prst="rect">
                  <a:avLst/>
                </a:prstGeom>
                <a:blipFill>
                  <a:blip r:embed="rId22"/>
                  <a:stretch>
                    <a:fillRect l="-8969" t="-10000" r="-672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73D4001-F668-F490-B08E-10FA4B475B2B}"/>
              </a:ext>
            </a:extLst>
          </p:cNvPr>
          <p:cNvGrpSpPr/>
          <p:nvPr/>
        </p:nvGrpSpPr>
        <p:grpSpPr>
          <a:xfrm>
            <a:off x="5762886" y="613217"/>
            <a:ext cx="1663866" cy="1903721"/>
            <a:chOff x="5762886" y="613217"/>
            <a:chExt cx="1663866" cy="190372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A472F16-CBF8-3D40-A9F2-30BAF878C644}"/>
                </a:ext>
              </a:extLst>
            </p:cNvPr>
            <p:cNvCxnSpPr>
              <a:cxnSpLocks/>
            </p:cNvCxnSpPr>
            <p:nvPr/>
          </p:nvCxnSpPr>
          <p:spPr>
            <a:xfrm>
              <a:off x="6896967" y="1227176"/>
              <a:ext cx="0" cy="1289762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D3008C-266C-3A7F-FE5E-B106361EB536}"/>
                </a:ext>
              </a:extLst>
            </p:cNvPr>
            <p:cNvCxnSpPr>
              <a:cxnSpLocks/>
            </p:cNvCxnSpPr>
            <p:nvPr/>
          </p:nvCxnSpPr>
          <p:spPr>
            <a:xfrm>
              <a:off x="7178128" y="1227176"/>
              <a:ext cx="0" cy="382093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070D271-DCB0-51A0-A6FD-5D3EC3293104}"/>
                    </a:ext>
                  </a:extLst>
                </p:cNvPr>
                <p:cNvSpPr txBox="1"/>
                <p:nvPr/>
              </p:nvSpPr>
              <p:spPr>
                <a:xfrm>
                  <a:off x="6655724" y="926579"/>
                  <a:ext cx="771028" cy="4307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070D271-DCB0-51A0-A6FD-5D3EC3293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724" y="926579"/>
                  <a:ext cx="771028" cy="430724"/>
                </a:xfrm>
                <a:prstGeom prst="rect">
                  <a:avLst/>
                </a:prstGeom>
                <a:blipFill>
                  <a:blip r:embed="rId23"/>
                  <a:stretch>
                    <a:fillRect t="-422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92D0AB-A3B5-CB2F-BC0D-F0A83AAD55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1534" y="1609269"/>
              <a:ext cx="926594" cy="0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A7A98F2-9759-B301-C79A-4988374BDA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657" y="2035896"/>
              <a:ext cx="926594" cy="0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2B35F51-2FCA-510F-75D9-A3B4E0E47EFD}"/>
                    </a:ext>
                  </a:extLst>
                </p:cNvPr>
                <p:cNvSpPr txBox="1"/>
                <p:nvPr/>
              </p:nvSpPr>
              <p:spPr>
                <a:xfrm>
                  <a:off x="5762886" y="1715167"/>
                  <a:ext cx="771028" cy="4307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2B35F51-2FCA-510F-75D9-A3B4E0E47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886" y="1715167"/>
                  <a:ext cx="771028" cy="430724"/>
                </a:xfrm>
                <a:prstGeom prst="rect">
                  <a:avLst/>
                </a:prstGeom>
                <a:blipFill>
                  <a:blip r:embed="rId24"/>
                  <a:stretch>
                    <a:fillRect t="-422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62866AF0-11AD-5A4E-3BB9-BDF3322D9727}"/>
                </a:ext>
              </a:extLst>
            </p:cNvPr>
            <p:cNvSpPr/>
            <p:nvPr/>
          </p:nvSpPr>
          <p:spPr>
            <a:xfrm rot="18636976">
              <a:off x="5759885" y="918691"/>
              <a:ext cx="1735057" cy="112411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0B98BEA-3D2A-32D2-63FD-3D38530F6B8B}"/>
              </a:ext>
            </a:extLst>
          </p:cNvPr>
          <p:cNvSpPr txBox="1"/>
          <p:nvPr/>
        </p:nvSpPr>
        <p:spPr>
          <a:xfrm>
            <a:off x="11612880" y="3535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dirty="0" err="1"/>
          </a:p>
        </p:txBody>
      </p:sp>
    </p:spTree>
    <p:extLst>
      <p:ext uri="{BB962C8B-B14F-4D97-AF65-F5344CB8AC3E}">
        <p14:creationId xmlns:p14="http://schemas.microsoft.com/office/powerpoint/2010/main" val="413782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animBg="1"/>
      <p:bldP spid="322" grpId="0"/>
      <p:bldP spid="323" grpId="0" animBg="1"/>
      <p:bldP spid="3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7ECC7C-686A-1616-F0ED-CA63490612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9AEA51-6BB2-A866-14CF-99226C12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16" y="246204"/>
            <a:ext cx="10752610" cy="323409"/>
          </a:xfrm>
        </p:spPr>
        <p:txBody>
          <a:bodyPr/>
          <a:lstStyle/>
          <a:p>
            <a:r>
              <a:rPr lang="en-US" dirty="0"/>
              <a:t>Surface admittance characterization</a:t>
            </a:r>
            <a:endParaRPr lang="en-NL" dirty="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2786C066-8336-1D98-B5E5-22AB68D13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491" y="646109"/>
            <a:ext cx="4212295" cy="3952278"/>
          </a:xfrm>
          <a:prstGeom prst="rect">
            <a:avLst/>
          </a:prstGeom>
        </p:spPr>
      </p:pic>
      <p:grpSp>
        <p:nvGrpSpPr>
          <p:cNvPr id="167" name="Group 166">
            <a:extLst>
              <a:ext uri="{FF2B5EF4-FFF2-40B4-BE49-F238E27FC236}">
                <a16:creationId xmlns:a16="http://schemas.microsoft.com/office/drawing/2014/main" id="{4E541135-B6E6-62ED-5D0C-EAEF23C6B118}"/>
              </a:ext>
            </a:extLst>
          </p:cNvPr>
          <p:cNvGrpSpPr/>
          <p:nvPr/>
        </p:nvGrpSpPr>
        <p:grpSpPr>
          <a:xfrm>
            <a:off x="282830" y="5278620"/>
            <a:ext cx="5166597" cy="972761"/>
            <a:chOff x="438445" y="5430416"/>
            <a:chExt cx="5166597" cy="972761"/>
          </a:xfrm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2331E922-A25E-8309-1036-09B837154DBE}"/>
                </a:ext>
              </a:extLst>
            </p:cNvPr>
            <p:cNvSpPr/>
            <p:nvPr/>
          </p:nvSpPr>
          <p:spPr>
            <a:xfrm>
              <a:off x="438445" y="5430416"/>
              <a:ext cx="5043796" cy="8328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8E4E3DFB-2133-83A3-FBE1-7434D4C8104D}"/>
                    </a:ext>
                  </a:extLst>
                </p:cNvPr>
                <p:cNvSpPr txBox="1"/>
                <p:nvPr/>
              </p:nvSpPr>
              <p:spPr>
                <a:xfrm>
                  <a:off x="623036" y="5486300"/>
                  <a:ext cx="4982006" cy="9168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#1: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Favorable admittance phase: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−1.833,1.327</m:t>
                          </m:r>
                        </m:e>
                      </m:d>
                    </m:oMath>
                  </a14:m>
                  <a:endParaRPr lang="en-US" sz="16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8E4E3DFB-2133-83A3-FBE1-7434D4C810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6" y="5486300"/>
                  <a:ext cx="4982006" cy="916877"/>
                </a:xfrm>
                <a:prstGeom prst="rect">
                  <a:avLst/>
                </a:prstGeom>
                <a:blipFill>
                  <a:blip r:embed="rId4"/>
                  <a:stretch>
                    <a:fillRect l="-2570" t="-9333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6CB7B4-4395-CAAB-9824-3473FED5F3C7}"/>
              </a:ext>
            </a:extLst>
          </p:cNvPr>
          <p:cNvGrpSpPr/>
          <p:nvPr/>
        </p:nvGrpSpPr>
        <p:grpSpPr>
          <a:xfrm>
            <a:off x="6096000" y="4598387"/>
            <a:ext cx="5315406" cy="1174766"/>
            <a:chOff x="6275782" y="4770918"/>
            <a:chExt cx="5315406" cy="11747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B298201-C9BC-3199-29FD-7DDFD942B6E7}"/>
                </a:ext>
              </a:extLst>
            </p:cNvPr>
            <p:cNvSpPr/>
            <p:nvPr/>
          </p:nvSpPr>
          <p:spPr>
            <a:xfrm>
              <a:off x="6275782" y="4770918"/>
              <a:ext cx="5315406" cy="11747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CFE7A72-64CA-FF00-58AD-97C115D81417}"/>
                    </a:ext>
                  </a:extLst>
                </p:cNvPr>
                <p:cNvSpPr txBox="1"/>
                <p:nvPr/>
              </p:nvSpPr>
              <p:spPr>
                <a:xfrm>
                  <a:off x="6432852" y="5008341"/>
                  <a:ext cx="2285777" cy="7074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Amplitude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𝑌</m:t>
                          </m:r>
                        </m:e>
                      </m:d>
                    </m:oMath>
                  </a14:m>
                  <a:endParaRPr lang="en-US" sz="1600" b="0" dirty="0">
                    <a:solidFill>
                      <a:schemeClr val="bg1"/>
                    </a:solidFill>
                    <a:sym typeface="Wingdings" panose="05000000000000000000" pitchFamily="2" charset="2"/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Phase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𝑌</m:t>
                      </m:r>
                    </m:oMath>
                  </a14:m>
                  <a:endParaRPr lang="en-NL" sz="16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CFE7A72-64CA-FF00-58AD-97C115D81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852" y="5008341"/>
                  <a:ext cx="2285777" cy="707454"/>
                </a:xfrm>
                <a:prstGeom prst="rect">
                  <a:avLst/>
                </a:prstGeom>
                <a:blipFill>
                  <a:blip r:embed="rId5"/>
                  <a:stretch>
                    <a:fillRect l="-5600" t="-12069" b="-172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E266FF8-7205-ADC2-B27D-74D3EBB6656E}"/>
                </a:ext>
              </a:extLst>
            </p:cNvPr>
            <p:cNvCxnSpPr>
              <a:cxnSpLocks/>
            </p:cNvCxnSpPr>
            <p:nvPr/>
          </p:nvCxnSpPr>
          <p:spPr>
            <a:xfrm>
              <a:off x="8302136" y="5253444"/>
              <a:ext cx="1567543" cy="0"/>
            </a:xfrm>
            <a:prstGeom prst="straightConnector1">
              <a:avLst/>
            </a:prstGeom>
            <a:ln w="19050" cap="rnd">
              <a:solidFill>
                <a:schemeClr val="bg1"/>
              </a:solidFill>
              <a:prstDash val="dashDot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9FCE46-9AEA-7512-DCE8-E97D208787A0}"/>
                    </a:ext>
                  </a:extLst>
                </p:cNvPr>
                <p:cNvSpPr txBox="1"/>
                <p:nvPr/>
              </p:nvSpPr>
              <p:spPr>
                <a:xfrm>
                  <a:off x="10094176" y="5008341"/>
                  <a:ext cx="1329836" cy="9144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Attenuation or amplification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Δ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</m:oMath>
                  </a14:m>
                  <a:endParaRPr lang="en-NL" sz="16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9FCE46-9AEA-7512-DCE8-E97D20878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4176" y="5008341"/>
                  <a:ext cx="1329836" cy="914400"/>
                </a:xfrm>
                <a:prstGeom prst="rect">
                  <a:avLst/>
                </a:prstGeom>
                <a:blipFill>
                  <a:blip r:embed="rId6"/>
                  <a:stretch>
                    <a:fillRect l="-9132" t="-9333" r="-867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250AD1-6A31-EF81-361D-7D47EEB7548C}"/>
                </a:ext>
              </a:extLst>
            </p:cNvPr>
            <p:cNvSpPr txBox="1"/>
            <p:nvPr/>
          </p:nvSpPr>
          <p:spPr>
            <a:xfrm>
              <a:off x="7461827" y="4908381"/>
              <a:ext cx="3191356" cy="9144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/>
                <a:t>Admittance map</a:t>
              </a:r>
              <a:endParaRPr lang="en-NL" sz="1600" b="1" dirty="0" err="1"/>
            </a:p>
          </p:txBody>
        </p:sp>
      </p:grpSp>
      <p:sp>
        <p:nvSpPr>
          <p:cNvPr id="145" name="Arrow: Right 144">
            <a:extLst>
              <a:ext uri="{FF2B5EF4-FFF2-40B4-BE49-F238E27FC236}">
                <a16:creationId xmlns:a16="http://schemas.microsoft.com/office/drawing/2014/main" id="{3491DA85-93E7-C0BE-5E91-88995E3E03A9}"/>
              </a:ext>
            </a:extLst>
          </p:cNvPr>
          <p:cNvSpPr/>
          <p:nvPr/>
        </p:nvSpPr>
        <p:spPr>
          <a:xfrm>
            <a:off x="5924939" y="2177344"/>
            <a:ext cx="741312" cy="55620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350E551-4724-BF8A-7E47-36EF9A20D217}"/>
              </a:ext>
            </a:extLst>
          </p:cNvPr>
          <p:cNvSpPr txBox="1"/>
          <p:nvPr/>
        </p:nvSpPr>
        <p:spPr>
          <a:xfrm>
            <a:off x="9212031" y="4138671"/>
            <a:ext cx="1261370" cy="27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Champeaux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ova" panose="020F0502020204030204" pitchFamily="34" charset="0"/>
                <a:ea typeface="Adobe Fan Heiti Std B" panose="020B0700000000000000" pitchFamily="34" charset="-128"/>
              </a:rPr>
              <a:t> [4]</a:t>
            </a:r>
            <a:endParaRPr lang="en-NL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08DE921-C2C6-1824-692D-E22621172638}"/>
              </a:ext>
            </a:extLst>
          </p:cNvPr>
          <p:cNvGrpSpPr/>
          <p:nvPr/>
        </p:nvGrpSpPr>
        <p:grpSpPr>
          <a:xfrm>
            <a:off x="-182880" y="914400"/>
            <a:ext cx="5708631" cy="4263509"/>
            <a:chOff x="-182880" y="914400"/>
            <a:chExt cx="5708631" cy="426350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B951C5-FFEE-C7DF-A30D-1E8901AFBA6B}"/>
                </a:ext>
              </a:extLst>
            </p:cNvPr>
            <p:cNvSpPr/>
            <p:nvPr/>
          </p:nvSpPr>
          <p:spPr>
            <a:xfrm>
              <a:off x="1245570" y="2976580"/>
              <a:ext cx="4271842" cy="314453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AF37CD-04A0-1F2D-CC6D-6C596C62FF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8620" y="2971436"/>
              <a:ext cx="4251606" cy="7859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AA340C3-D6BB-3A02-D550-5FE64A487F8B}"/>
                </a:ext>
              </a:extLst>
            </p:cNvPr>
            <p:cNvGrpSpPr/>
            <p:nvPr/>
          </p:nvGrpSpPr>
          <p:grpSpPr>
            <a:xfrm>
              <a:off x="1262215" y="2966839"/>
              <a:ext cx="4111734" cy="182081"/>
              <a:chOff x="1496234" y="2937170"/>
              <a:chExt cx="4111734" cy="182081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9709CB5-8663-ADB5-CC4A-659531F33D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E4466D8-B36E-B5B8-7A3D-17D5D22455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F53116E-9B80-6FC7-65B5-A4837BE0EC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BD939E4-69EA-2AAC-1E81-03BB5AF2B2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5FDBE44-697F-6D9B-5909-BC93ED0ECE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6297" y="293717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24D0BFB-9F95-09D4-5515-47190782EE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2713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F0B6BAC-4162-8348-FD45-59C66CBF9A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80130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5B2710BF-C64A-8A86-5FFF-6E75C92979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45467" y="293717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D9182DC-295D-4DB1-DB11-E2577434E5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5647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39B96DD-0375-7E5E-AD93-F3C67576F5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68507" y="2953437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230BA97B-AFAB-0EC2-A7E9-93845DD47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28449" y="2964551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895078D-C029-2BA9-9A8F-9AFEC0B1E3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0017C10-A4FE-8D81-F17D-B8521A31F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4A1A94D-3638-39A0-8992-9895525379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F4B2341-37B4-0259-7A10-51129BC9F6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3B19429-55A0-0CCB-3A79-42BCE6FBF6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2435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FD89FA84-55EB-A2AD-3195-A0B91601DE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76383" y="2950315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71EA32-268E-1572-29DC-E5BAD9674284}"/>
                </a:ext>
              </a:extLst>
            </p:cNvPr>
            <p:cNvSpPr/>
            <p:nvPr/>
          </p:nvSpPr>
          <p:spPr>
            <a:xfrm>
              <a:off x="1247648" y="2053202"/>
              <a:ext cx="4278103" cy="922867"/>
            </a:xfrm>
            <a:custGeom>
              <a:avLst/>
              <a:gdLst>
                <a:gd name="csX0" fmla="*/ 0 w 5748866"/>
                <a:gd name="csY0" fmla="*/ 943841 h 943841"/>
                <a:gd name="csX1" fmla="*/ 516466 w 5748866"/>
                <a:gd name="csY1" fmla="*/ 706774 h 943841"/>
                <a:gd name="csX2" fmla="*/ 1151466 w 5748866"/>
                <a:gd name="csY2" fmla="*/ 469708 h 943841"/>
                <a:gd name="csX3" fmla="*/ 1828800 w 5748866"/>
                <a:gd name="csY3" fmla="*/ 291908 h 943841"/>
                <a:gd name="csX4" fmla="*/ 3200400 w 5748866"/>
                <a:gd name="csY4" fmla="*/ 147974 h 943841"/>
                <a:gd name="csX5" fmla="*/ 5748866 w 5748866"/>
                <a:gd name="csY5" fmla="*/ 20974 h 943841"/>
                <a:gd name="csX0" fmla="*/ 0 w 5748866"/>
                <a:gd name="csY0" fmla="*/ 931977 h 931977"/>
                <a:gd name="csX1" fmla="*/ 516466 w 5748866"/>
                <a:gd name="csY1" fmla="*/ 694910 h 931977"/>
                <a:gd name="csX2" fmla="*/ 1151466 w 5748866"/>
                <a:gd name="csY2" fmla="*/ 457844 h 931977"/>
                <a:gd name="csX3" fmla="*/ 1828800 w 5748866"/>
                <a:gd name="csY3" fmla="*/ 280044 h 931977"/>
                <a:gd name="csX4" fmla="*/ 3200400 w 5748866"/>
                <a:gd name="csY4" fmla="*/ 136110 h 931977"/>
                <a:gd name="csX5" fmla="*/ 5748866 w 5748866"/>
                <a:gd name="csY5" fmla="*/ 9110 h 931977"/>
                <a:gd name="csX0" fmla="*/ 0 w 5748866"/>
                <a:gd name="csY0" fmla="*/ 922867 h 922867"/>
                <a:gd name="csX1" fmla="*/ 516466 w 5748866"/>
                <a:gd name="csY1" fmla="*/ 685800 h 922867"/>
                <a:gd name="csX2" fmla="*/ 1151466 w 5748866"/>
                <a:gd name="csY2" fmla="*/ 448734 h 922867"/>
                <a:gd name="csX3" fmla="*/ 1828800 w 5748866"/>
                <a:gd name="csY3" fmla="*/ 270934 h 922867"/>
                <a:gd name="csX4" fmla="*/ 3200400 w 5748866"/>
                <a:gd name="csY4" fmla="*/ 127000 h 922867"/>
                <a:gd name="csX5" fmla="*/ 5748866 w 5748866"/>
                <a:gd name="csY5" fmla="*/ 0 h 922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48866" h="922867">
                  <a:moveTo>
                    <a:pt x="0" y="922867"/>
                  </a:moveTo>
                  <a:cubicBezTo>
                    <a:pt x="162277" y="843844"/>
                    <a:pt x="324555" y="764822"/>
                    <a:pt x="516466" y="685800"/>
                  </a:cubicBezTo>
                  <a:cubicBezTo>
                    <a:pt x="708377" y="606778"/>
                    <a:pt x="932744" y="517878"/>
                    <a:pt x="1151466" y="448734"/>
                  </a:cubicBezTo>
                  <a:cubicBezTo>
                    <a:pt x="1370188" y="379590"/>
                    <a:pt x="1487311" y="324556"/>
                    <a:pt x="1828800" y="270934"/>
                  </a:cubicBezTo>
                  <a:cubicBezTo>
                    <a:pt x="2170289" y="217312"/>
                    <a:pt x="2547056" y="172156"/>
                    <a:pt x="3200400" y="127000"/>
                  </a:cubicBezTo>
                  <a:cubicBezTo>
                    <a:pt x="3853744" y="81844"/>
                    <a:pt x="5280941" y="24836"/>
                    <a:pt x="5748866" y="0"/>
                  </a:cubicBezTo>
                </a:path>
              </a:pathLst>
            </a:custGeom>
            <a:noFill/>
            <a:ln w="12700" cap="flat" cmpd="sng" algn="ctr">
              <a:solidFill>
                <a:srgbClr val="0F9E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EB84C3-90AE-575E-8068-608956929331}"/>
                </a:ext>
              </a:extLst>
            </p:cNvPr>
            <p:cNvSpPr/>
            <p:nvPr/>
          </p:nvSpPr>
          <p:spPr>
            <a:xfrm>
              <a:off x="1251435" y="1248978"/>
              <a:ext cx="4265977" cy="1737619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5442777-CA85-5B72-5DE7-9AC5317EDC53}"/>
                    </a:ext>
                  </a:extLst>
                </p:cNvPr>
                <p:cNvSpPr txBox="1"/>
                <p:nvPr/>
              </p:nvSpPr>
              <p:spPr>
                <a:xfrm>
                  <a:off x="820855" y="1057628"/>
                  <a:ext cx="42697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5442777-CA85-5B72-5DE7-9AC5317EDC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55" y="1057628"/>
                  <a:ext cx="42697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0A88813-D980-6F6A-44C1-FC9C9136ABFC}"/>
                </a:ext>
              </a:extLst>
            </p:cNvPr>
            <p:cNvGrpSpPr/>
            <p:nvPr/>
          </p:nvGrpSpPr>
          <p:grpSpPr>
            <a:xfrm>
              <a:off x="695677" y="1248068"/>
              <a:ext cx="236109" cy="1697474"/>
              <a:chOff x="959194" y="1218399"/>
              <a:chExt cx="236109" cy="1697474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429B546-6375-8A82-87DE-157D4997BB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6C36A55-0B24-428B-300A-9BF2B8D9DC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B763948-90F2-1308-D6E8-620E0284BB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91AB6B5-E03A-1173-E982-CF2C29514F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E1D0E4B-48AA-D409-0C21-E094020454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406DC0EE-3242-513A-EB0C-516C1C3861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D33B119-B5F8-8F6C-4B4A-76E8319708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AE5AAB5-54B4-58E9-CD45-2B5B2A1D5A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FC61E30-AC42-2A36-483C-EAD0355F55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26F36499-5CDD-E8A9-FAD3-203D9C348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A8FAD2B-7802-7107-92AD-F6C5821FE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88CBDBD-A494-B01E-876D-89845F0109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D2021D9-BB2E-D8CC-04C0-24C3142F9F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3C3DA5A-5105-D7A6-91A5-3B785BBEB8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A6415B3-ADF4-ADED-5D8A-ABFACF2045B8}"/>
                </a:ext>
              </a:extLst>
            </p:cNvPr>
            <p:cNvCxnSpPr/>
            <p:nvPr/>
          </p:nvCxnSpPr>
          <p:spPr>
            <a:xfrm>
              <a:off x="225898" y="3365628"/>
              <a:ext cx="48101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E9C9F5C-DEFC-E6D8-CD63-E64E2D4DE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898" y="2962404"/>
              <a:ext cx="0" cy="40322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1D08044-E36A-BDA7-54A3-BBF4A6300FC9}"/>
                    </a:ext>
                  </a:extLst>
                </p:cNvPr>
                <p:cNvSpPr txBox="1"/>
                <p:nvPr/>
              </p:nvSpPr>
              <p:spPr>
                <a:xfrm>
                  <a:off x="652642" y="3292742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1D08044-E36A-BDA7-54A3-BBF4A6300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642" y="3292742"/>
                  <a:ext cx="27437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BC3EFD-1E74-79FF-D10C-62A96D1EDF42}"/>
                    </a:ext>
                  </a:extLst>
                </p:cNvPr>
                <p:cNvSpPr txBox="1"/>
                <p:nvPr/>
              </p:nvSpPr>
              <p:spPr>
                <a:xfrm>
                  <a:off x="438445" y="2950993"/>
                  <a:ext cx="5469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BC3EFD-1E74-79FF-D10C-62A96D1ED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445" y="2950993"/>
                  <a:ext cx="546945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53FD7E-A899-1C16-1813-2E51018500EC}"/>
                    </a:ext>
                  </a:extLst>
                </p:cNvPr>
                <p:cNvSpPr txBox="1"/>
                <p:nvPr/>
              </p:nvSpPr>
              <p:spPr>
                <a:xfrm>
                  <a:off x="4510154" y="1811641"/>
                  <a:ext cx="6417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9ED5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9ED5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F9ED5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F9ED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F9ED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F9ED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53FD7E-A899-1C16-1813-2E5101850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154" y="1811641"/>
                  <a:ext cx="64171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4C9DD3D-79EB-AA43-3066-322B61715327}"/>
                </a:ext>
              </a:extLst>
            </p:cNvPr>
            <p:cNvSpPr/>
            <p:nvPr/>
          </p:nvSpPr>
          <p:spPr>
            <a:xfrm>
              <a:off x="1762421" y="2717229"/>
              <a:ext cx="716280" cy="154700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7EA371E-4359-42A8-9ED5-D58A9984AF8A}"/>
                </a:ext>
              </a:extLst>
            </p:cNvPr>
            <p:cNvCxnSpPr>
              <a:cxnSpLocks/>
            </p:cNvCxnSpPr>
            <p:nvPr/>
          </p:nvCxnSpPr>
          <p:spPr>
            <a:xfrm>
              <a:off x="1535104" y="2392927"/>
              <a:ext cx="186706" cy="479002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0021EAD-8381-063F-0B0E-6E246C0983D5}"/>
                </a:ext>
              </a:extLst>
            </p:cNvPr>
            <p:cNvCxnSpPr>
              <a:stCxn id="33" idx="0"/>
            </p:cNvCxnSpPr>
            <p:nvPr/>
          </p:nvCxnSpPr>
          <p:spPr>
            <a:xfrm flipV="1">
              <a:off x="1895675" y="2802725"/>
              <a:ext cx="155905" cy="73323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97B5CC7-A0C6-34A6-3A1F-35039A46F160}"/>
                </a:ext>
              </a:extLst>
            </p:cNvPr>
            <p:cNvSpPr/>
            <p:nvPr/>
          </p:nvSpPr>
          <p:spPr>
            <a:xfrm>
              <a:off x="1333211" y="2106469"/>
              <a:ext cx="221673" cy="141751"/>
            </a:xfrm>
            <a:custGeom>
              <a:avLst/>
              <a:gdLst>
                <a:gd name="csX0" fmla="*/ 0 w 221673"/>
                <a:gd name="csY0" fmla="*/ 129309 h 141751"/>
                <a:gd name="csX1" fmla="*/ 147782 w 221673"/>
                <a:gd name="csY1" fmla="*/ 129309 h 141751"/>
                <a:gd name="csX2" fmla="*/ 221673 w 221673"/>
                <a:gd name="csY2" fmla="*/ 0 h 141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1673" h="141751">
                  <a:moveTo>
                    <a:pt x="0" y="129309"/>
                  </a:moveTo>
                  <a:cubicBezTo>
                    <a:pt x="55418" y="140084"/>
                    <a:pt x="110837" y="150860"/>
                    <a:pt x="147782" y="129309"/>
                  </a:cubicBezTo>
                  <a:cubicBezTo>
                    <a:pt x="184727" y="107758"/>
                    <a:pt x="190885" y="6157"/>
                    <a:pt x="221673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E37A0D6-935A-E266-65E9-BB47360DAEC4}"/>
                </a:ext>
              </a:extLst>
            </p:cNvPr>
            <p:cNvSpPr/>
            <p:nvPr/>
          </p:nvSpPr>
          <p:spPr>
            <a:xfrm>
              <a:off x="1343376" y="2150472"/>
              <a:ext cx="221673" cy="141751"/>
            </a:xfrm>
            <a:custGeom>
              <a:avLst/>
              <a:gdLst>
                <a:gd name="csX0" fmla="*/ 0 w 221673"/>
                <a:gd name="csY0" fmla="*/ 129309 h 141751"/>
                <a:gd name="csX1" fmla="*/ 147782 w 221673"/>
                <a:gd name="csY1" fmla="*/ 129309 h 141751"/>
                <a:gd name="csX2" fmla="*/ 221673 w 221673"/>
                <a:gd name="csY2" fmla="*/ 0 h 141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1673" h="141751">
                  <a:moveTo>
                    <a:pt x="0" y="129309"/>
                  </a:moveTo>
                  <a:cubicBezTo>
                    <a:pt x="55418" y="140084"/>
                    <a:pt x="110837" y="150860"/>
                    <a:pt x="147782" y="129309"/>
                  </a:cubicBezTo>
                  <a:cubicBezTo>
                    <a:pt x="184727" y="107758"/>
                    <a:pt x="190885" y="6157"/>
                    <a:pt x="221673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10F8A9-6A29-3A57-4180-551C23B02B14}"/>
                </a:ext>
              </a:extLst>
            </p:cNvPr>
            <p:cNvSpPr/>
            <p:nvPr/>
          </p:nvSpPr>
          <p:spPr>
            <a:xfrm>
              <a:off x="1371808" y="2194475"/>
              <a:ext cx="221673" cy="141751"/>
            </a:xfrm>
            <a:custGeom>
              <a:avLst/>
              <a:gdLst>
                <a:gd name="csX0" fmla="*/ 0 w 221673"/>
                <a:gd name="csY0" fmla="*/ 129309 h 141751"/>
                <a:gd name="csX1" fmla="*/ 147782 w 221673"/>
                <a:gd name="csY1" fmla="*/ 129309 h 141751"/>
                <a:gd name="csX2" fmla="*/ 221673 w 221673"/>
                <a:gd name="csY2" fmla="*/ 0 h 141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1673" h="141751">
                  <a:moveTo>
                    <a:pt x="0" y="129309"/>
                  </a:moveTo>
                  <a:cubicBezTo>
                    <a:pt x="55418" y="140084"/>
                    <a:pt x="110837" y="150860"/>
                    <a:pt x="147782" y="129309"/>
                  </a:cubicBezTo>
                  <a:cubicBezTo>
                    <a:pt x="184727" y="107758"/>
                    <a:pt x="190885" y="6157"/>
                    <a:pt x="221673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FFCB038-890E-B11F-B9EB-0E304C84ED83}"/>
                    </a:ext>
                  </a:extLst>
                </p:cNvPr>
                <p:cNvSpPr txBox="1"/>
                <p:nvPr/>
              </p:nvSpPr>
              <p:spPr>
                <a:xfrm>
                  <a:off x="29869" y="2709081"/>
                  <a:ext cx="40073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0" lang="en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FFCB038-890E-B11F-B9EB-0E304C84ED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69" y="2709081"/>
                  <a:ext cx="400730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05BBF3-ABA3-88AF-A195-95AE6B9B970F}"/>
                </a:ext>
              </a:extLst>
            </p:cNvPr>
            <p:cNvSpPr txBox="1"/>
            <p:nvPr/>
          </p:nvSpPr>
          <p:spPr>
            <a:xfrm>
              <a:off x="1526601" y="3535956"/>
              <a:ext cx="738147" cy="4683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 dirty="0"/>
                <a:t>Input TS wave</a:t>
              </a:r>
              <a:endParaRPr lang="en-NL" sz="1400" dirty="0" err="1"/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43F35921-DF2B-FBD4-5C4C-2A28BBFF605E}"/>
                </a:ext>
              </a:extLst>
            </p:cNvPr>
            <p:cNvGrpSpPr/>
            <p:nvPr/>
          </p:nvGrpSpPr>
          <p:grpSpPr>
            <a:xfrm>
              <a:off x="2818793" y="2459571"/>
              <a:ext cx="678263" cy="1231201"/>
              <a:chOff x="3323200" y="3156230"/>
              <a:chExt cx="678263" cy="1231201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3A06C908-E316-732B-91C5-4FC6C866182B}"/>
                  </a:ext>
                </a:extLst>
              </p:cNvPr>
              <p:cNvSpPr/>
              <p:nvPr/>
            </p:nvSpPr>
            <p:spPr>
              <a:xfrm>
                <a:off x="3439284" y="3676330"/>
                <a:ext cx="365377" cy="318008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65A6521A-40DE-4DA5-7E65-D7FF2891768C}"/>
                  </a:ext>
                </a:extLst>
              </p:cNvPr>
              <p:cNvSpPr/>
              <p:nvPr/>
            </p:nvSpPr>
            <p:spPr>
              <a:xfrm>
                <a:off x="3363082" y="3674576"/>
                <a:ext cx="517779" cy="320672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act</a:t>
                </a:r>
                <a:endParaRPr kumimoji="0" lang="en-NL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1E7D44E8-0D50-15F9-C6D6-4271A32CAE89}"/>
                      </a:ext>
                    </a:extLst>
                  </p:cNvPr>
                  <p:cNvSpPr txBox="1"/>
                  <p:nvPr/>
                </p:nvSpPr>
                <p:spPr>
                  <a:xfrm>
                    <a:off x="3347111" y="4110432"/>
                    <a:ext cx="54267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0" lang="en-US" sz="1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1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𝑎𝑐𝑡</m:t>
                              </m:r>
                            </m:sub>
                          </m:sSub>
                        </m:oMath>
                      </m:oMathPara>
                    </a14:m>
                    <a:endParaRPr kumimoji="0" lang="en-NL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1E7D44E8-0D50-15F9-C6D6-4271A32CAE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7111" y="4110432"/>
                    <a:ext cx="542670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47E8DCB4-B9C8-3AF4-DEC3-83C62E82E8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4806" y="4002581"/>
                <a:ext cx="0" cy="12541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875F5189-CEDF-4E53-3D6E-42254E305AD1}"/>
                  </a:ext>
                </a:extLst>
              </p:cNvPr>
              <p:cNvSpPr/>
              <p:nvPr/>
            </p:nvSpPr>
            <p:spPr>
              <a:xfrm>
                <a:off x="3435091" y="3430209"/>
                <a:ext cx="366713" cy="242947"/>
              </a:xfrm>
              <a:custGeom>
                <a:avLst/>
                <a:gdLst>
                  <a:gd name="csX0" fmla="*/ 0 w 366713"/>
                  <a:gd name="csY0" fmla="*/ 228636 h 242923"/>
                  <a:gd name="csX1" fmla="*/ 166688 w 366713"/>
                  <a:gd name="csY1" fmla="*/ 36 h 242923"/>
                  <a:gd name="csX2" fmla="*/ 366713 w 366713"/>
                  <a:gd name="csY2" fmla="*/ 242923 h 242923"/>
                  <a:gd name="csX0" fmla="*/ 0 w 366713"/>
                  <a:gd name="csY0" fmla="*/ 228636 h 242923"/>
                  <a:gd name="csX1" fmla="*/ 200025 w 366713"/>
                  <a:gd name="csY1" fmla="*/ 36 h 242923"/>
                  <a:gd name="csX2" fmla="*/ 366713 w 366713"/>
                  <a:gd name="csY2" fmla="*/ 242923 h 242923"/>
                  <a:gd name="csX0" fmla="*/ 0 w 366713"/>
                  <a:gd name="csY0" fmla="*/ 228636 h 242923"/>
                  <a:gd name="csX1" fmla="*/ 200025 w 366713"/>
                  <a:gd name="csY1" fmla="*/ 36 h 242923"/>
                  <a:gd name="csX2" fmla="*/ 366713 w 366713"/>
                  <a:gd name="csY2" fmla="*/ 242923 h 242923"/>
                  <a:gd name="csX0" fmla="*/ 0 w 366713"/>
                  <a:gd name="csY0" fmla="*/ 228673 h 242960"/>
                  <a:gd name="csX1" fmla="*/ 200025 w 366713"/>
                  <a:gd name="csY1" fmla="*/ 73 h 242960"/>
                  <a:gd name="csX2" fmla="*/ 366713 w 366713"/>
                  <a:gd name="csY2" fmla="*/ 242960 h 242960"/>
                  <a:gd name="csX0" fmla="*/ 0 w 366713"/>
                  <a:gd name="csY0" fmla="*/ 228673 h 242960"/>
                  <a:gd name="csX1" fmla="*/ 200025 w 366713"/>
                  <a:gd name="csY1" fmla="*/ 73 h 242960"/>
                  <a:gd name="csX2" fmla="*/ 366713 w 366713"/>
                  <a:gd name="csY2" fmla="*/ 242960 h 242960"/>
                  <a:gd name="csX0" fmla="*/ 0 w 366713"/>
                  <a:gd name="csY0" fmla="*/ 228673 h 242960"/>
                  <a:gd name="csX1" fmla="*/ 185737 w 366713"/>
                  <a:gd name="csY1" fmla="*/ 73 h 242960"/>
                  <a:gd name="csX2" fmla="*/ 366713 w 366713"/>
                  <a:gd name="csY2" fmla="*/ 242960 h 242960"/>
                  <a:gd name="csX0" fmla="*/ 0 w 366713"/>
                  <a:gd name="csY0" fmla="*/ 228673 h 242960"/>
                  <a:gd name="csX1" fmla="*/ 185737 w 366713"/>
                  <a:gd name="csY1" fmla="*/ 73 h 242960"/>
                  <a:gd name="csX2" fmla="*/ 366713 w 366713"/>
                  <a:gd name="csY2" fmla="*/ 242960 h 242960"/>
                  <a:gd name="csX0" fmla="*/ 0 w 366713"/>
                  <a:gd name="csY0" fmla="*/ 228660 h 242947"/>
                  <a:gd name="csX1" fmla="*/ 185737 w 366713"/>
                  <a:gd name="csY1" fmla="*/ 60 h 242947"/>
                  <a:gd name="csX2" fmla="*/ 366713 w 366713"/>
                  <a:gd name="csY2" fmla="*/ 242947 h 2429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66713" h="242947">
                    <a:moveTo>
                      <a:pt x="0" y="228660"/>
                    </a:moveTo>
                    <a:cubicBezTo>
                      <a:pt x="24209" y="141744"/>
                      <a:pt x="67517" y="-3353"/>
                      <a:pt x="185737" y="60"/>
                    </a:cubicBezTo>
                    <a:cubicBezTo>
                      <a:pt x="313677" y="3754"/>
                      <a:pt x="329406" y="143728"/>
                      <a:pt x="366713" y="242947"/>
                    </a:cubicBezTo>
                  </a:path>
                </a:pathLst>
              </a:custGeom>
              <a:noFill/>
              <a:ln w="12700" cap="flat" cmpd="sng" algn="ctr">
                <a:solidFill>
                  <a:srgbClr val="4EA72E"/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718196C6-911F-8D07-6D5F-2FE27667163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33377" y="3572118"/>
                <a:ext cx="177319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9E497B1-A9D8-53F9-5259-A6D7934BAC2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12472" y="3606060"/>
                <a:ext cx="1110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37" name="Straight Arrow Connector 136">
                <a:extLst>
                  <a:ext uri="{FF2B5EF4-FFF2-40B4-BE49-F238E27FC236}">
                    <a16:creationId xmlns:a16="http://schemas.microsoft.com/office/drawing/2014/main" id="{2F237229-B3E0-F2E6-EA6F-C42B785FF39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66609" y="3559702"/>
                <a:ext cx="221843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4F368C99-DCC3-0773-4491-46BD8D924F9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599613" y="3565994"/>
                <a:ext cx="200751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A84C579A-DE60-0971-0D30-529B1E659BF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697257" y="3604421"/>
                <a:ext cx="125716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A373B657-43A5-DA2E-E6B8-552454CFBD7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504781" y="3560746"/>
                <a:ext cx="251159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D1F51BBE-D654-FBA7-E98F-492281FC1F97}"/>
                      </a:ext>
                    </a:extLst>
                  </p:cNvPr>
                  <p:cNvSpPr txBox="1"/>
                  <p:nvPr/>
                </p:nvSpPr>
                <p:spPr>
                  <a:xfrm>
                    <a:off x="3323200" y="3156230"/>
                    <a:ext cx="67826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𝑎𝑐𝑡</m:t>
                              </m:r>
                            </m:sub>
                          </m:sSub>
                        </m:oMath>
                      </m:oMathPara>
                    </a14:m>
                    <a:endParaRPr kumimoji="0" lang="en-NL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D1F51BBE-D654-FBA7-E98F-492281FC1F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3200" y="3156230"/>
                    <a:ext cx="678263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163160-1524-2F8F-79C3-45B63F8199C7}"/>
                </a:ext>
              </a:extLst>
            </p:cNvPr>
            <p:cNvSpPr/>
            <p:nvPr/>
          </p:nvSpPr>
          <p:spPr>
            <a:xfrm>
              <a:off x="4067307" y="2674627"/>
              <a:ext cx="716280" cy="112691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F1E4CB07-59E5-F595-41FF-2C080501447E}"/>
                </a:ext>
              </a:extLst>
            </p:cNvPr>
            <p:cNvGrpSpPr/>
            <p:nvPr/>
          </p:nvGrpSpPr>
          <p:grpSpPr>
            <a:xfrm>
              <a:off x="1126423" y="4194863"/>
              <a:ext cx="3304774" cy="426015"/>
              <a:chOff x="5745717" y="4948788"/>
              <a:chExt cx="3304774" cy="426015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8043F261-A427-2286-FEDD-F11BA44E6EA8}"/>
                  </a:ext>
                </a:extLst>
              </p:cNvPr>
              <p:cNvSpPr/>
              <p:nvPr/>
            </p:nvSpPr>
            <p:spPr>
              <a:xfrm>
                <a:off x="6875952" y="4964019"/>
                <a:ext cx="684255" cy="41078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600" dirty="0"/>
                  <a:t>act</a:t>
                </a:r>
                <a:endParaRPr lang="en-NL" sz="1600" dirty="0" err="1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4D00AF06-62CF-F86C-24AF-86103839DA55}"/>
                      </a:ext>
                    </a:extLst>
                  </p:cNvPr>
                  <p:cNvSpPr txBox="1"/>
                  <p:nvPr/>
                </p:nvSpPr>
                <p:spPr>
                  <a:xfrm>
                    <a:off x="5745717" y="4992033"/>
                    <a:ext cx="738147" cy="3605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l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𝑎𝑐𝑡</m:t>
                              </m:r>
                            </m:sub>
                          </m:sSub>
                        </m:oMath>
                      </m:oMathPara>
                    </a14:m>
                    <a:endParaRPr lang="en-NL" sz="1600" dirty="0" err="1"/>
                  </a:p>
                </p:txBody>
              </p:sp>
            </mc:Choice>
            <mc:Fallback xmlns=""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4D00AF06-62CF-F86C-24AF-86103839DA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5717" y="4992033"/>
                    <a:ext cx="738147" cy="36057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3C84A9DB-570C-E6DD-58BA-ABAE0226B3F5}"/>
                      </a:ext>
                    </a:extLst>
                  </p:cNvPr>
                  <p:cNvSpPr txBox="1"/>
                  <p:nvPr/>
                </p:nvSpPr>
                <p:spPr>
                  <a:xfrm>
                    <a:off x="7942732" y="4948788"/>
                    <a:ext cx="1107759" cy="3605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noAutofit/>
                  </a:bodyPr>
                  <a:lstStyle/>
                  <a:p>
                    <a:pPr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𝑎𝑐𝑡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NL" sz="1600" dirty="0" err="1"/>
                  </a:p>
                </p:txBody>
              </p:sp>
            </mc:Choice>
            <mc:Fallback xmlns=""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3C84A9DB-570C-E6DD-58BA-ABAE0226B3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42732" y="4948788"/>
                    <a:ext cx="1107759" cy="36057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1695" r="-58791" b="-33898"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A09632E3-CCED-063F-2A12-F156411CD757}"/>
                  </a:ext>
                </a:extLst>
              </p:cNvPr>
              <p:cNvCxnSpPr>
                <a:cxnSpLocks/>
                <a:stCxn id="151" idx="3"/>
                <a:endCxn id="149" idx="1"/>
              </p:cNvCxnSpPr>
              <p:nvPr/>
            </p:nvCxnSpPr>
            <p:spPr>
              <a:xfrm flipV="1">
                <a:off x="6483864" y="5169411"/>
                <a:ext cx="392088" cy="2909"/>
              </a:xfrm>
              <a:prstGeom prst="straightConnector1">
                <a:avLst/>
              </a:prstGeom>
              <a:ln w="12700" cap="rnd">
                <a:solidFill>
                  <a:schemeClr val="tx1"/>
                </a:solidFill>
                <a:prstDash val="dash"/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2D1A6E78-331B-90EE-7ACD-E5585E6E6A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0207" y="5149925"/>
                <a:ext cx="378770" cy="0"/>
              </a:xfrm>
              <a:prstGeom prst="straightConnector1">
                <a:avLst/>
              </a:prstGeom>
              <a:ln w="12700" cap="rnd">
                <a:solidFill>
                  <a:schemeClr val="tx1"/>
                </a:solidFill>
                <a:prstDash val="dash"/>
                <a:round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785DF5F-F28B-D93D-1CC1-7BBEEBA03E6C}"/>
                </a:ext>
              </a:extLst>
            </p:cNvPr>
            <p:cNvSpPr txBox="1"/>
            <p:nvPr/>
          </p:nvSpPr>
          <p:spPr>
            <a:xfrm>
              <a:off x="1048742" y="4665447"/>
              <a:ext cx="914400" cy="3420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Input B.C</a:t>
              </a:r>
              <a:endParaRPr lang="en-NL" sz="1600" dirty="0" err="1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F01C2BA-FCEA-EECF-2B93-49F786303826}"/>
                </a:ext>
              </a:extLst>
            </p:cNvPr>
            <p:cNvSpPr txBox="1"/>
            <p:nvPr/>
          </p:nvSpPr>
          <p:spPr>
            <a:xfrm>
              <a:off x="3511047" y="4835810"/>
              <a:ext cx="914400" cy="3420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Output flow</a:t>
              </a:r>
              <a:endParaRPr lang="en-NL" sz="1600" dirty="0" err="1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9010E5C-0195-0E89-42CD-A2286143D958}"/>
                </a:ext>
              </a:extLst>
            </p:cNvPr>
            <p:cNvSpPr txBox="1"/>
            <p:nvPr/>
          </p:nvSpPr>
          <p:spPr>
            <a:xfrm>
              <a:off x="-182880" y="914400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NL" sz="16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53373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6B3920-C015-6637-1991-B2D54AF2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E9F672-000E-A5F0-9585-563B3351D18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BB9D98-90B0-A036-11BB-177207BF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16" y="246204"/>
            <a:ext cx="10752610" cy="323409"/>
          </a:xfrm>
        </p:spPr>
        <p:txBody>
          <a:bodyPr/>
          <a:lstStyle/>
          <a:p>
            <a:r>
              <a:rPr lang="en-US" dirty="0"/>
              <a:t>Passive control methods examples #1</a:t>
            </a:r>
            <a:endParaRPr lang="en-NL" dirty="0"/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9C946B1A-95DF-A862-B481-31E1F7097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43"/>
          <a:stretch>
            <a:fillRect/>
          </a:stretch>
        </p:blipFill>
        <p:spPr>
          <a:xfrm>
            <a:off x="240831" y="1124893"/>
            <a:ext cx="5496162" cy="239274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5F7142-1E2D-1B92-FE6A-244826551022}"/>
              </a:ext>
            </a:extLst>
          </p:cNvPr>
          <p:cNvSpPr/>
          <p:nvPr/>
        </p:nvSpPr>
        <p:spPr>
          <a:xfrm>
            <a:off x="6344817" y="1445266"/>
            <a:ext cx="186612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TS wave excitation</a:t>
            </a:r>
            <a:endParaRPr lang="en-NL" sz="1600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1510AB-EBFF-6211-9145-DE05E424362E}"/>
              </a:ext>
            </a:extLst>
          </p:cNvPr>
          <p:cNvSpPr/>
          <p:nvPr/>
        </p:nvSpPr>
        <p:spPr>
          <a:xfrm>
            <a:off x="5934269" y="2349981"/>
            <a:ext cx="2687216" cy="66817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Internal dynamics: </a:t>
            </a:r>
            <a:r>
              <a:rPr lang="en-US" sz="1400" dirty="0"/>
              <a:t>Periodic oscillations of airflow </a:t>
            </a:r>
            <a:endParaRPr lang="en-NL" sz="1600" dirty="0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2EF892-9485-AD8E-32A6-817B3165A8AD}"/>
              </a:ext>
            </a:extLst>
          </p:cNvPr>
          <p:cNvSpPr/>
          <p:nvPr/>
        </p:nvSpPr>
        <p:spPr>
          <a:xfrm>
            <a:off x="6200193" y="3434678"/>
            <a:ext cx="217403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Wall admittance modification</a:t>
            </a:r>
            <a:endParaRPr lang="en-NL" sz="1600" dirty="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B99302-1AD3-4581-FC58-83F0F71982EB}"/>
              </a:ext>
            </a:extLst>
          </p:cNvPr>
          <p:cNvSpPr/>
          <p:nvPr/>
        </p:nvSpPr>
        <p:spPr>
          <a:xfrm>
            <a:off x="6209524" y="4530624"/>
            <a:ext cx="2174032" cy="92780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TS wave modulation: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Wave interference</a:t>
            </a:r>
            <a:endParaRPr lang="en-NL" sz="1600" dirty="0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458F5-6B4B-DF42-FFDE-948AA212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95" y="3718623"/>
            <a:ext cx="4813223" cy="145585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496394-B599-2E28-D54B-2134CC41A65F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flipH="1">
            <a:off x="7277877" y="2042425"/>
            <a:ext cx="1" cy="307556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AF065E-0519-4DF7-5984-0D2362433B99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7277877" y="3018160"/>
            <a:ext cx="9332" cy="416518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27ACC38-5EFF-4695-0854-068FD11B710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7287209" y="4031837"/>
            <a:ext cx="9331" cy="498787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92E3861-1768-42C5-EB56-97798BC0D738}"/>
              </a:ext>
            </a:extLst>
          </p:cNvPr>
          <p:cNvSpPr/>
          <p:nvPr/>
        </p:nvSpPr>
        <p:spPr>
          <a:xfrm>
            <a:off x="8834537" y="1875452"/>
            <a:ext cx="3357464" cy="1553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control element and the boundary layer have matching inertial properties: admittance matching</a:t>
            </a:r>
            <a:endParaRPr lang="en-NL" sz="160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B1393E-84E2-209E-26F2-96738F1B7686}"/>
              </a:ext>
            </a:extLst>
          </p:cNvPr>
          <p:cNvSpPr/>
          <p:nvPr/>
        </p:nvSpPr>
        <p:spPr>
          <a:xfrm>
            <a:off x="8750561" y="3620928"/>
            <a:ext cx="3254020" cy="1553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Maximum energy transfer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chemeClr val="tx1"/>
                </a:solidFill>
              </a:rPr>
              <a:t>The perturbation velocities and the response velocities are of comparable magnitudes</a:t>
            </a:r>
            <a:endParaRPr lang="en-NL" sz="1600" dirty="0">
              <a:solidFill>
                <a:schemeClr val="tx1"/>
              </a:solidFill>
            </a:endParaRPr>
          </a:p>
        </p:txBody>
      </p:sp>
      <p:sp>
        <p:nvSpPr>
          <p:cNvPr id="31" name="Title 3">
            <a:extLst>
              <a:ext uri="{FF2B5EF4-FFF2-40B4-BE49-F238E27FC236}">
                <a16:creationId xmlns:a16="http://schemas.microsoft.com/office/drawing/2014/main" id="{8DD098C3-BE08-C259-AC90-1D27BF363521}"/>
              </a:ext>
            </a:extLst>
          </p:cNvPr>
          <p:cNvSpPr txBox="1">
            <a:spLocks/>
          </p:cNvSpPr>
          <p:nvPr/>
        </p:nvSpPr>
        <p:spPr>
          <a:xfrm>
            <a:off x="551195" y="5458425"/>
            <a:ext cx="4599778" cy="455726"/>
          </a:xfrm>
          <a:prstGeom prst="rect">
            <a:avLst/>
          </a:prstGeom>
        </p:spPr>
        <p:txBody>
          <a:bodyPr vert="horz" wrap="square" lIns="0" tIns="0" rIns="0" bIns="378000" rtlCol="0" anchor="t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Porous wall </a:t>
            </a:r>
            <a:endParaRPr lang="en-NL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69E80-3228-4794-D021-2D9D8C2CD5CC}"/>
              </a:ext>
            </a:extLst>
          </p:cNvPr>
          <p:cNvSpPr txBox="1"/>
          <p:nvPr/>
        </p:nvSpPr>
        <p:spPr>
          <a:xfrm>
            <a:off x="3680028" y="5131784"/>
            <a:ext cx="17638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 err="1">
                <a:solidFill>
                  <a:schemeClr val="bg2">
                    <a:lumMod val="50000"/>
                  </a:schemeClr>
                </a:solidFill>
              </a:rPr>
              <a:t>Rouviere</a:t>
            </a:r>
            <a:r>
              <a:rPr lang="en-NL" sz="1200" i="1" dirty="0">
                <a:solidFill>
                  <a:schemeClr val="bg2">
                    <a:lumMod val="50000"/>
                  </a:schemeClr>
                </a:solidFill>
              </a:rPr>
              <a:t> et al. 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[5]</a:t>
            </a:r>
            <a:endParaRPr lang="en-NL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1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27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97E976-11B2-08A4-FAC3-FA91275272C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881A8F-76D7-DFD1-6498-EBC5F582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63" y="4781550"/>
            <a:ext cx="4599778" cy="455726"/>
          </a:xfrm>
        </p:spPr>
        <p:txBody>
          <a:bodyPr/>
          <a:lstStyle/>
          <a:p>
            <a:pPr algn="ctr"/>
            <a:r>
              <a:rPr lang="en-US" sz="2000" dirty="0"/>
              <a:t>Compliant wall</a:t>
            </a:r>
            <a:endParaRPr lang="en-NL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EDD5F0-6DC5-817A-6F78-566869D7E6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5"/>
          <a:stretch>
            <a:fillRect/>
          </a:stretch>
        </p:blipFill>
        <p:spPr>
          <a:xfrm>
            <a:off x="27428" y="2163762"/>
            <a:ext cx="5769371" cy="253047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C3C03B-1037-87F4-D150-E1C07453A609}"/>
              </a:ext>
            </a:extLst>
          </p:cNvPr>
          <p:cNvSpPr/>
          <p:nvPr/>
        </p:nvSpPr>
        <p:spPr>
          <a:xfrm>
            <a:off x="6432447" y="1396676"/>
            <a:ext cx="186612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TS wave excitation</a:t>
            </a:r>
            <a:endParaRPr lang="en-NL" sz="1600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0098B2-B03A-8CA6-0BCA-783A66C68387}"/>
              </a:ext>
            </a:extLst>
          </p:cNvPr>
          <p:cNvSpPr/>
          <p:nvPr/>
        </p:nvSpPr>
        <p:spPr>
          <a:xfrm>
            <a:off x="5951920" y="2301391"/>
            <a:ext cx="2827176" cy="66817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Internal dynamics: </a:t>
            </a:r>
            <a:r>
              <a:rPr lang="en-US" sz="1400" dirty="0"/>
              <a:t>surface waves of compliant walls</a:t>
            </a:r>
            <a:endParaRPr lang="en-NL" sz="1600" dirty="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6D1B84-5247-3F34-7E3C-E4176D728BBE}"/>
              </a:ext>
            </a:extLst>
          </p:cNvPr>
          <p:cNvSpPr/>
          <p:nvPr/>
        </p:nvSpPr>
        <p:spPr>
          <a:xfrm>
            <a:off x="6287823" y="3386088"/>
            <a:ext cx="217403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Wall admittance modification</a:t>
            </a:r>
            <a:endParaRPr lang="en-NL" sz="1600" dirty="0" err="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A61832-D419-7971-5FBB-2CF1BA691796}"/>
              </a:ext>
            </a:extLst>
          </p:cNvPr>
          <p:cNvSpPr/>
          <p:nvPr/>
        </p:nvSpPr>
        <p:spPr>
          <a:xfrm>
            <a:off x="6297154" y="4482034"/>
            <a:ext cx="2174032" cy="92780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TS wave modulation: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Wave interference</a:t>
            </a:r>
            <a:endParaRPr lang="en-NL" sz="1600" dirty="0" err="1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1D2316-94C3-043C-7074-F88D6299277D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7365508" y="1993835"/>
            <a:ext cx="0" cy="307556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B25491-5FD3-2179-7566-E420E52DDB2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7365508" y="2969570"/>
            <a:ext cx="9331" cy="416518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52F205-6422-3A9E-8CEF-843DEEDB4EB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7374839" y="3983247"/>
            <a:ext cx="9331" cy="498787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EFA3D29-DDEC-4EE3-13DE-C0F378489E57}"/>
              </a:ext>
            </a:extLst>
          </p:cNvPr>
          <p:cNvSpPr/>
          <p:nvPr/>
        </p:nvSpPr>
        <p:spPr>
          <a:xfrm>
            <a:off x="8834536" y="1447908"/>
            <a:ext cx="3357464" cy="1553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control element and the boundary layer have significantly different inertial properties: admittance mismatch</a:t>
            </a:r>
            <a:endParaRPr lang="en-NL" sz="160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34A51D-9F63-AC59-2834-93C67D1E8AB4}"/>
              </a:ext>
            </a:extLst>
          </p:cNvPr>
          <p:cNvSpPr/>
          <p:nvPr/>
        </p:nvSpPr>
        <p:spPr>
          <a:xfrm>
            <a:off x="8779096" y="3455866"/>
            <a:ext cx="3254020" cy="1553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 energy transfer: The response velocities significantly smaller than that of the input TS wave in air</a:t>
            </a:r>
            <a:endParaRPr lang="en-NL" sz="1600" dirty="0" err="1">
              <a:solidFill>
                <a:schemeClr val="tx1"/>
              </a:solidFill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52FDE482-F945-3F1C-D02E-B0FAE1C5078B}"/>
              </a:ext>
            </a:extLst>
          </p:cNvPr>
          <p:cNvSpPr txBox="1">
            <a:spLocks/>
          </p:cNvSpPr>
          <p:nvPr/>
        </p:nvSpPr>
        <p:spPr>
          <a:xfrm>
            <a:off x="318616" y="246204"/>
            <a:ext cx="10752610" cy="323409"/>
          </a:xfrm>
          <a:prstGeom prst="rect">
            <a:avLst/>
          </a:prstGeom>
        </p:spPr>
        <p:txBody>
          <a:bodyPr vert="horz" wrap="square" lIns="0" tIns="0" rIns="0" bIns="378000" rtlCol="0" anchor="t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Passive control methods example</a:t>
            </a:r>
            <a:endParaRPr lang="en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DABC85-F596-74C3-B800-CCC9CFBFA53F}"/>
              </a:ext>
            </a:extLst>
          </p:cNvPr>
          <p:cNvSpPr txBox="1"/>
          <p:nvPr/>
        </p:nvSpPr>
        <p:spPr>
          <a:xfrm>
            <a:off x="4259290" y="4322396"/>
            <a:ext cx="12858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/>
              <a:t>Carpenter</a:t>
            </a:r>
            <a:r>
              <a:rPr lang="en-US" sz="1200" i="1" dirty="0"/>
              <a:t>[6]</a:t>
            </a:r>
            <a:endParaRPr lang="en-NL" sz="1200" i="1" dirty="0"/>
          </a:p>
        </p:txBody>
      </p:sp>
    </p:spTree>
    <p:extLst>
      <p:ext uri="{BB962C8B-B14F-4D97-AF65-F5344CB8AC3E}">
        <p14:creationId xmlns:p14="http://schemas.microsoft.com/office/powerpoint/2010/main" val="308737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D641-B7A7-8B35-BF50-CD776DB6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F4BE65-6309-A0B6-08F6-7FF21651E4C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6C764-E446-9BEA-050F-A760D94A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34" y="175549"/>
            <a:ext cx="5793086" cy="455726"/>
          </a:xfrm>
        </p:spPr>
        <p:txBody>
          <a:bodyPr/>
          <a:lstStyle/>
          <a:p>
            <a:r>
              <a:rPr lang="en-US" dirty="0"/>
              <a:t>The resonance advantage </a:t>
            </a:r>
            <a:endParaRPr lang="en-NL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C7C3DD-1063-BBDC-8E8C-815326E48D81}"/>
              </a:ext>
            </a:extLst>
          </p:cNvPr>
          <p:cNvGrpSpPr/>
          <p:nvPr/>
        </p:nvGrpSpPr>
        <p:grpSpPr>
          <a:xfrm>
            <a:off x="1330329" y="3434243"/>
            <a:ext cx="509536" cy="544721"/>
            <a:chOff x="3248730" y="4133502"/>
            <a:chExt cx="338261" cy="54472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6276216-D078-0661-195C-35D2A31F9483}"/>
                </a:ext>
              </a:extLst>
            </p:cNvPr>
            <p:cNvCxnSpPr>
              <a:cxnSpLocks/>
            </p:cNvCxnSpPr>
            <p:nvPr/>
          </p:nvCxnSpPr>
          <p:spPr>
            <a:xfrm>
              <a:off x="3250633" y="4136594"/>
              <a:ext cx="126406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D976B2F-4279-A444-320C-3A91C22EAB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8730" y="4224838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110F280-D44A-4194-270A-B8FC7CE7CF59}"/>
                </a:ext>
              </a:extLst>
            </p:cNvPr>
            <p:cNvCxnSpPr>
              <a:cxnSpLocks/>
            </p:cNvCxnSpPr>
            <p:nvPr/>
          </p:nvCxnSpPr>
          <p:spPr>
            <a:xfrm>
              <a:off x="3248733" y="4304475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A59A38-B2F9-359F-EACB-762B352395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8736" y="4384112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335606B-D7DB-E1A8-199F-086DCE03BCE0}"/>
                </a:ext>
              </a:extLst>
            </p:cNvPr>
            <p:cNvCxnSpPr>
              <a:cxnSpLocks/>
            </p:cNvCxnSpPr>
            <p:nvPr/>
          </p:nvCxnSpPr>
          <p:spPr>
            <a:xfrm>
              <a:off x="3248739" y="4463747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62BAFCC-17C7-9190-E05F-CE8C0A8362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8742" y="4546253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3D29E6F-D05D-79E7-3C59-594BBF1256A5}"/>
                </a:ext>
              </a:extLst>
            </p:cNvPr>
            <p:cNvCxnSpPr>
              <a:cxnSpLocks/>
            </p:cNvCxnSpPr>
            <p:nvPr/>
          </p:nvCxnSpPr>
          <p:spPr>
            <a:xfrm>
              <a:off x="3248745" y="4625889"/>
              <a:ext cx="63203" cy="39818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2AEAFA-0A15-F6D4-295E-CC422B4A726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7613" y="4133502"/>
              <a:ext cx="0" cy="3017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D3DF31E-FE87-CCE7-A77D-317D4032E9FD}"/>
                </a:ext>
              </a:extLst>
            </p:cNvPr>
            <p:cNvCxnSpPr>
              <a:cxnSpLocks/>
            </p:cNvCxnSpPr>
            <p:nvPr/>
          </p:nvCxnSpPr>
          <p:spPr>
            <a:xfrm>
              <a:off x="3507613" y="4522039"/>
              <a:ext cx="0" cy="1561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C206896-EC18-C858-822F-AB047F3686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2051" y="4522039"/>
              <a:ext cx="1549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340F8A3-EACF-2C2F-59CF-5C6AC52CC966}"/>
                </a:ext>
              </a:extLst>
            </p:cNvPr>
            <p:cNvCxnSpPr>
              <a:cxnSpLocks/>
            </p:cNvCxnSpPr>
            <p:nvPr/>
          </p:nvCxnSpPr>
          <p:spPr>
            <a:xfrm>
              <a:off x="3433962" y="4335685"/>
              <a:ext cx="0" cy="1990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F2F62E-8D1C-A8DC-D9AD-0B9E77F8FE8C}"/>
                </a:ext>
              </a:extLst>
            </p:cNvPr>
            <p:cNvCxnSpPr>
              <a:cxnSpLocks/>
            </p:cNvCxnSpPr>
            <p:nvPr/>
          </p:nvCxnSpPr>
          <p:spPr>
            <a:xfrm>
              <a:off x="3581277" y="4330123"/>
              <a:ext cx="0" cy="1990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4F314BB-7EA4-0484-DF2D-DDBE4D52FDC0}"/>
                  </a:ext>
                </a:extLst>
              </p:cNvPr>
              <p:cNvSpPr/>
              <p:nvPr/>
            </p:nvSpPr>
            <p:spPr>
              <a:xfrm>
                <a:off x="590653" y="2973261"/>
                <a:ext cx="2163591" cy="5612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4F314BB-7EA4-0484-DF2D-DDBE4D52F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53" y="2973261"/>
                <a:ext cx="2163591" cy="5612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193779-8DC4-8149-94FD-43F407C43930}"/>
                  </a:ext>
                </a:extLst>
              </p:cNvPr>
              <p:cNvSpPr/>
              <p:nvPr/>
            </p:nvSpPr>
            <p:spPr>
              <a:xfrm>
                <a:off x="931228" y="3531627"/>
                <a:ext cx="469392" cy="3726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𝑘</m:t>
                      </m:r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193779-8DC4-8149-94FD-43F407C43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28" y="3531627"/>
                <a:ext cx="469392" cy="3726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94220CD-9F12-A0EB-2DF1-5AC5671476F6}"/>
                  </a:ext>
                </a:extLst>
              </p:cNvPr>
              <p:cNvSpPr/>
              <p:nvPr/>
            </p:nvSpPr>
            <p:spPr>
              <a:xfrm>
                <a:off x="1877892" y="3504458"/>
                <a:ext cx="469392" cy="3726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𝜂</m:t>
                      </m:r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94220CD-9F12-A0EB-2DF1-5AC5671476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892" y="3504458"/>
                <a:ext cx="469392" cy="372605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C455ECF-D7F3-F262-54E1-098EFDB2C8F0}"/>
              </a:ext>
            </a:extLst>
          </p:cNvPr>
          <p:cNvCxnSpPr>
            <a:cxnSpLocks/>
          </p:cNvCxnSpPr>
          <p:nvPr/>
        </p:nvCxnSpPr>
        <p:spPr>
          <a:xfrm>
            <a:off x="1645587" y="2374344"/>
            <a:ext cx="19088" cy="4932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ABB6ECB-0DE5-4D5F-277D-6CFBC63BE7C6}"/>
                  </a:ext>
                </a:extLst>
              </p:cNvPr>
              <p:cNvSpPr txBox="1"/>
              <p:nvPr/>
            </p:nvSpPr>
            <p:spPr>
              <a:xfrm>
                <a:off x="1777271" y="2454423"/>
                <a:ext cx="908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ABB6ECB-0DE5-4D5F-277D-6CFBC63B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271" y="2454423"/>
                <a:ext cx="908197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DB5A8DBF-A393-0B3F-048D-8CAF622E9462}"/>
              </a:ext>
            </a:extLst>
          </p:cNvPr>
          <p:cNvGrpSpPr/>
          <p:nvPr/>
        </p:nvGrpSpPr>
        <p:grpSpPr>
          <a:xfrm>
            <a:off x="576518" y="3984277"/>
            <a:ext cx="2397692" cy="181477"/>
            <a:chOff x="3618298" y="3308104"/>
            <a:chExt cx="2397692" cy="1814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5E6B400-9047-C892-F0CA-E309B02F025F}"/>
                </a:ext>
              </a:extLst>
            </p:cNvPr>
            <p:cNvGrpSpPr/>
            <p:nvPr/>
          </p:nvGrpSpPr>
          <p:grpSpPr>
            <a:xfrm>
              <a:off x="3618298" y="3308749"/>
              <a:ext cx="1639085" cy="180832"/>
              <a:chOff x="1597891" y="1764792"/>
              <a:chExt cx="1639085" cy="180832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8F5E5D3-FABB-89C1-8CDA-87BFFB8E5C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7891" y="1764792"/>
                <a:ext cx="163908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DC1BE4F-228A-092E-E1D3-737DC74306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81163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E86F92C-8B63-76D6-2D2F-358E21A8C3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5721" y="1769697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2A67303-69D3-8B5B-EE2C-BA1264157D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31901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009A501-FFFB-C484-7546-2090718730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79551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15E1BEC-B403-8621-E441-56C7CA0D5A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7201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39AF886-40DB-4A4E-3727-7AEDCFD558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0047" y="1769697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BBE14C3-9645-BE1D-E901-8266573959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96227" y="1769697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1D56A9E-2F92-48EA-4898-5779478E690F}"/>
                </a:ext>
              </a:extLst>
            </p:cNvPr>
            <p:cNvCxnSpPr>
              <a:cxnSpLocks/>
            </p:cNvCxnSpPr>
            <p:nvPr/>
          </p:nvCxnSpPr>
          <p:spPr>
            <a:xfrm>
              <a:off x="4810828" y="3308104"/>
              <a:ext cx="12051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AD23ABD-EDEF-4F1A-25EE-33DEDE9A8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4838" y="3308104"/>
              <a:ext cx="79519" cy="1759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2FD9419-46D4-D006-4627-10D2B86D48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92488" y="3308104"/>
              <a:ext cx="79519" cy="1759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2E762BF-0191-6463-11A9-2447A2E26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0138" y="3308104"/>
              <a:ext cx="79519" cy="1759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1150F17-3C11-145C-08F4-8A315B8549B2}"/>
              </a:ext>
            </a:extLst>
          </p:cNvPr>
          <p:cNvSpPr txBox="1"/>
          <p:nvPr/>
        </p:nvSpPr>
        <p:spPr>
          <a:xfrm>
            <a:off x="7758227" y="1442142"/>
            <a:ext cx="4204657" cy="155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Using resonance to overcome the admittance matching limitation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natural phase variation of resonant systems mean that one can selectively tune the system with respect to the frequency of the TS wave to operate the right phase.</a:t>
            </a:r>
            <a:endParaRPr lang="en-NL" sz="1600" dirty="0" err="1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3DB0DC7-F356-AA9E-63B3-B8F8FA074D94}"/>
              </a:ext>
            </a:extLst>
          </p:cNvPr>
          <p:cNvGrpSpPr/>
          <p:nvPr/>
        </p:nvGrpSpPr>
        <p:grpSpPr>
          <a:xfrm>
            <a:off x="3135247" y="1584402"/>
            <a:ext cx="4487795" cy="4919035"/>
            <a:chOff x="3135247" y="1584402"/>
            <a:chExt cx="4487795" cy="4919035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EB47797-5A8B-6FF2-042F-BDE939316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27561" y="1584402"/>
              <a:ext cx="4195481" cy="3337738"/>
            </a:xfrm>
            <a:prstGeom prst="rect">
              <a:avLst/>
            </a:prstGeom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E7E1968-DD50-CCCE-F79D-45460987BC63}"/>
                </a:ext>
              </a:extLst>
            </p:cNvPr>
            <p:cNvCxnSpPr/>
            <p:nvPr/>
          </p:nvCxnSpPr>
          <p:spPr>
            <a:xfrm>
              <a:off x="5019869" y="4795935"/>
              <a:ext cx="0" cy="79310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A7AEB68-DEB6-4FCE-86BC-13E03BDFAF73}"/>
                </a:ext>
              </a:extLst>
            </p:cNvPr>
            <p:cNvSpPr txBox="1"/>
            <p:nvPr/>
          </p:nvSpPr>
          <p:spPr>
            <a:xfrm>
              <a:off x="3135247" y="5589037"/>
              <a:ext cx="2015252" cy="9144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marL="285750" indent="-28575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/>
              </a:lvl1pPr>
            </a:lstStyle>
            <a:p>
              <a:pPr marL="0" indent="0">
                <a:buNone/>
              </a:pPr>
              <a:r>
                <a:rPr lang="en-US" dirty="0"/>
                <a:t>Maximum energy transfer at resonance frequency</a:t>
              </a:r>
              <a:endParaRPr lang="en-NL" dirty="0" err="1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B261EFE-77E4-2047-FDE5-F7A27C819995}"/>
              </a:ext>
            </a:extLst>
          </p:cNvPr>
          <p:cNvGrpSpPr/>
          <p:nvPr/>
        </p:nvGrpSpPr>
        <p:grpSpPr>
          <a:xfrm>
            <a:off x="7758227" y="4735286"/>
            <a:ext cx="4340532" cy="1310951"/>
            <a:chOff x="438445" y="5430416"/>
            <a:chExt cx="5166597" cy="1310951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794179B-8274-4299-A40A-14FCBF2B7D4C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115187E-ABF2-DE6C-B20A-BD13F1EB1F54}"/>
                    </a:ext>
                  </a:extLst>
                </p:cNvPr>
                <p:cNvSpPr txBox="1"/>
                <p:nvPr/>
              </p:nvSpPr>
              <p:spPr>
                <a:xfrm>
                  <a:off x="623036" y="5486300"/>
                  <a:ext cx="4982006" cy="12550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#1: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Favorable admittance phase: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−1.833,1.327</m:t>
                          </m:r>
                        </m:e>
                      </m:d>
                    </m:oMath>
                  </a14:m>
                  <a:r>
                    <a:rPr lang="en-US" sz="1600" b="0" dirty="0">
                      <a:solidFill>
                        <a:schemeClr val="tx1"/>
                      </a:solidFill>
                    </a:rPr>
                    <a:t> close to resonance </a:t>
                  </a: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115187E-ABF2-DE6C-B20A-BD13F1EB1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6" y="5486300"/>
                  <a:ext cx="4982006" cy="1255067"/>
                </a:xfrm>
                <a:prstGeom prst="rect">
                  <a:avLst/>
                </a:prstGeom>
                <a:blipFill>
                  <a:blip r:embed="rId8"/>
                  <a:stretch>
                    <a:fillRect l="-2911" t="-728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B8ABE7-B245-8837-ABF9-1B32AA113B93}"/>
                  </a:ext>
                </a:extLst>
              </p:cNvPr>
              <p:cNvSpPr txBox="1"/>
              <p:nvPr/>
            </p:nvSpPr>
            <p:spPr>
              <a:xfrm>
                <a:off x="4673600" y="1310640"/>
                <a:ext cx="1605280" cy="247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B8ABE7-B245-8837-ABF9-1B32AA113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1310640"/>
                <a:ext cx="1605280" cy="247706"/>
              </a:xfrm>
              <a:prstGeom prst="rect">
                <a:avLst/>
              </a:prstGeom>
              <a:blipFill>
                <a:blip r:embed="rId9"/>
                <a:stretch>
                  <a:fillRect t="-7317" b="-2195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21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4DE2F02A-05BF-0BF7-F23A-E47E5D6C35ED}"/>
              </a:ext>
            </a:extLst>
          </p:cNvPr>
          <p:cNvSpPr/>
          <p:nvPr/>
        </p:nvSpPr>
        <p:spPr>
          <a:xfrm>
            <a:off x="6049934" y="3591578"/>
            <a:ext cx="2512135" cy="314453"/>
          </a:xfrm>
          <a:prstGeom prst="rect">
            <a:avLst/>
          </a:prstGeom>
          <a:pattFill prst="ltUpDiag">
            <a:fgClr>
              <a:sysClr val="windowText" lastClr="000000"/>
            </a:fgClr>
            <a:bgClr>
              <a:sysClr val="window" lastClr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82C5C30-0BC2-22B3-F2A0-EAB88E75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15" y="80218"/>
            <a:ext cx="10752610" cy="323409"/>
          </a:xfrm>
        </p:spPr>
        <p:txBody>
          <a:bodyPr/>
          <a:lstStyle/>
          <a:p>
            <a:r>
              <a:rPr lang="en-US" dirty="0"/>
              <a:t>Scale separation (local resonance)</a:t>
            </a:r>
            <a:endParaRPr lang="en-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8D609-E485-15DA-4D1B-D3181867F86F}"/>
              </a:ext>
            </a:extLst>
          </p:cNvPr>
          <p:cNvSpPr/>
          <p:nvPr/>
        </p:nvSpPr>
        <p:spPr>
          <a:xfrm>
            <a:off x="2058032" y="4663557"/>
            <a:ext cx="230909" cy="1939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72BA9-05AC-64D9-D0DB-8AF0361FA83C}"/>
              </a:ext>
            </a:extLst>
          </p:cNvPr>
          <p:cNvSpPr/>
          <p:nvPr/>
        </p:nvSpPr>
        <p:spPr>
          <a:xfrm>
            <a:off x="1973121" y="5405070"/>
            <a:ext cx="928686" cy="1939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7DB92E-AD32-FF1F-A394-7D2CC049AA36}"/>
              </a:ext>
            </a:extLst>
          </p:cNvPr>
          <p:cNvCxnSpPr>
            <a:cxnSpLocks/>
          </p:cNvCxnSpPr>
          <p:nvPr/>
        </p:nvCxnSpPr>
        <p:spPr>
          <a:xfrm>
            <a:off x="2086029" y="4430629"/>
            <a:ext cx="0" cy="180975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FB77B5-2E33-076B-BD36-D861D7FBC06A}"/>
              </a:ext>
            </a:extLst>
          </p:cNvPr>
          <p:cNvCxnSpPr>
            <a:cxnSpLocks/>
          </p:cNvCxnSpPr>
          <p:nvPr/>
        </p:nvCxnSpPr>
        <p:spPr>
          <a:xfrm>
            <a:off x="2178898" y="4428247"/>
            <a:ext cx="0" cy="210338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6A4852-B929-9C4A-1AE5-B9740F7974B9}"/>
              </a:ext>
            </a:extLst>
          </p:cNvPr>
          <p:cNvCxnSpPr>
            <a:cxnSpLocks/>
          </p:cNvCxnSpPr>
          <p:nvPr/>
        </p:nvCxnSpPr>
        <p:spPr>
          <a:xfrm>
            <a:off x="2274148" y="4430629"/>
            <a:ext cx="0" cy="180975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1C2F37-52FA-C1DD-9D1F-475EA8DCD0BE}"/>
              </a:ext>
            </a:extLst>
          </p:cNvPr>
          <p:cNvCxnSpPr>
            <a:cxnSpLocks/>
          </p:cNvCxnSpPr>
          <p:nvPr/>
        </p:nvCxnSpPr>
        <p:spPr>
          <a:xfrm>
            <a:off x="2114622" y="5168029"/>
            <a:ext cx="0" cy="180975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0A69FC-B737-7901-D91B-34CD12C426C8}"/>
              </a:ext>
            </a:extLst>
          </p:cNvPr>
          <p:cNvCxnSpPr>
            <a:cxnSpLocks/>
          </p:cNvCxnSpPr>
          <p:nvPr/>
        </p:nvCxnSpPr>
        <p:spPr>
          <a:xfrm>
            <a:off x="2207491" y="5165647"/>
            <a:ext cx="0" cy="203988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E1692CB-B79D-D85A-DD4C-12E6AB42B2D3}"/>
              </a:ext>
            </a:extLst>
          </p:cNvPr>
          <p:cNvCxnSpPr>
            <a:cxnSpLocks/>
          </p:cNvCxnSpPr>
          <p:nvPr/>
        </p:nvCxnSpPr>
        <p:spPr>
          <a:xfrm>
            <a:off x="2302741" y="5168029"/>
            <a:ext cx="0" cy="180975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0F801F-1133-0863-4E07-39E9D16AF4E3}"/>
              </a:ext>
            </a:extLst>
          </p:cNvPr>
          <p:cNvCxnSpPr>
            <a:cxnSpLocks/>
          </p:cNvCxnSpPr>
          <p:nvPr/>
        </p:nvCxnSpPr>
        <p:spPr>
          <a:xfrm>
            <a:off x="2402755" y="5171193"/>
            <a:ext cx="0" cy="132562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756E2A34-2E45-7D2E-638F-0A09E727AC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39" b="9710"/>
          <a:stretch>
            <a:fillRect/>
          </a:stretch>
        </p:blipFill>
        <p:spPr>
          <a:xfrm>
            <a:off x="344298" y="1584368"/>
            <a:ext cx="3916886" cy="2708142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DB25A9-31DC-EC95-DE23-CAEA43F9520F}"/>
              </a:ext>
            </a:extLst>
          </p:cNvPr>
          <p:cNvCxnSpPr>
            <a:cxnSpLocks/>
          </p:cNvCxnSpPr>
          <p:nvPr/>
        </p:nvCxnSpPr>
        <p:spPr>
          <a:xfrm flipV="1">
            <a:off x="2844078" y="5214060"/>
            <a:ext cx="0" cy="102899"/>
          </a:xfrm>
          <a:prstGeom prst="straightConnector1">
            <a:avLst/>
          </a:prstGeom>
          <a:ln w="12700" cap="rnd">
            <a:solidFill>
              <a:schemeClr val="accent2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1BBC12-FB7E-5E7B-BB55-C1ED47433ADB}"/>
              </a:ext>
            </a:extLst>
          </p:cNvPr>
          <p:cNvCxnSpPr>
            <a:cxnSpLocks/>
          </p:cNvCxnSpPr>
          <p:nvPr/>
        </p:nvCxnSpPr>
        <p:spPr>
          <a:xfrm rot="10800000">
            <a:off x="2751209" y="5138365"/>
            <a:ext cx="0" cy="180975"/>
          </a:xfrm>
          <a:prstGeom prst="straightConnector1">
            <a:avLst/>
          </a:prstGeom>
          <a:ln w="12700" cap="rnd">
            <a:solidFill>
              <a:schemeClr val="accent2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F016E4-5B64-C658-4BE8-547246DFDD4F}"/>
              </a:ext>
            </a:extLst>
          </p:cNvPr>
          <p:cNvCxnSpPr>
            <a:cxnSpLocks/>
          </p:cNvCxnSpPr>
          <p:nvPr/>
        </p:nvCxnSpPr>
        <p:spPr>
          <a:xfrm flipV="1">
            <a:off x="2655959" y="5090421"/>
            <a:ext cx="0" cy="226538"/>
          </a:xfrm>
          <a:prstGeom prst="straightConnector1">
            <a:avLst/>
          </a:prstGeom>
          <a:ln w="12700" cap="rnd">
            <a:solidFill>
              <a:schemeClr val="accent2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AF399C-07AE-D2D6-4796-467283F8191C}"/>
              </a:ext>
            </a:extLst>
          </p:cNvPr>
          <p:cNvCxnSpPr>
            <a:cxnSpLocks/>
          </p:cNvCxnSpPr>
          <p:nvPr/>
        </p:nvCxnSpPr>
        <p:spPr>
          <a:xfrm rot="10800000">
            <a:off x="2574997" y="5138365"/>
            <a:ext cx="0" cy="180975"/>
          </a:xfrm>
          <a:prstGeom prst="straightConnector1">
            <a:avLst/>
          </a:prstGeom>
          <a:ln w="12700" cap="rnd">
            <a:solidFill>
              <a:schemeClr val="accent2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B28682-7EF7-E389-423F-B379C7836C69}"/>
              </a:ext>
            </a:extLst>
          </p:cNvPr>
          <p:cNvCxnSpPr>
            <a:cxnSpLocks/>
          </p:cNvCxnSpPr>
          <p:nvPr/>
        </p:nvCxnSpPr>
        <p:spPr>
          <a:xfrm flipV="1">
            <a:off x="2502983" y="5188660"/>
            <a:ext cx="0" cy="128299"/>
          </a:xfrm>
          <a:prstGeom prst="straightConnector1">
            <a:avLst/>
          </a:prstGeom>
          <a:ln w="12700" cap="rnd">
            <a:solidFill>
              <a:schemeClr val="accent2">
                <a:lumMod val="75000"/>
                <a:lumOff val="2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86E8045-C5EB-AB07-0DE2-A14E1F8169B2}"/>
              </a:ext>
            </a:extLst>
          </p:cNvPr>
          <p:cNvCxnSpPr>
            <a:cxnSpLocks/>
          </p:cNvCxnSpPr>
          <p:nvPr/>
        </p:nvCxnSpPr>
        <p:spPr>
          <a:xfrm>
            <a:off x="2036329" y="5166430"/>
            <a:ext cx="0" cy="132562"/>
          </a:xfrm>
          <a:prstGeom prst="straightConnector1">
            <a:avLst/>
          </a:prstGeom>
          <a:ln w="1270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45D18CA-B025-FE94-0FCC-5F540F1EF5E2}"/>
              </a:ext>
            </a:extLst>
          </p:cNvPr>
          <p:cNvSpPr txBox="1"/>
          <p:nvPr/>
        </p:nvSpPr>
        <p:spPr>
          <a:xfrm>
            <a:off x="664947" y="1422663"/>
            <a:ext cx="1991012" cy="3234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Pressure perturbation</a:t>
            </a:r>
            <a:endParaRPr lang="en-NL" sz="16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6E568C-E970-8E82-EAB1-EA51FFEDB9FD}"/>
                  </a:ext>
                </a:extLst>
              </p:cNvPr>
              <p:cNvSpPr txBox="1"/>
              <p:nvPr/>
            </p:nvSpPr>
            <p:spPr>
              <a:xfrm>
                <a:off x="5311626" y="912317"/>
                <a:ext cx="5136667" cy="1339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285750" indent="-285750"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In a </a:t>
                </a:r>
                <a:r>
                  <a:rPr lang="en-US" sz="1600" b="1" dirty="0"/>
                  <a:t>local resonance unit (LRU): </a:t>
                </a:r>
                <a:r>
                  <a:rPr lang="en-US" sz="1600" dirty="0"/>
                  <a:t>by operating at a subwavelength scale (local interaction) we avoid imposition of scales of TS wave on the resonator while still imposing a near uniform admittance phase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=∠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6E568C-E970-8E82-EAB1-EA51FFEDB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626" y="912317"/>
                <a:ext cx="5136667" cy="1339808"/>
              </a:xfrm>
              <a:prstGeom prst="rect">
                <a:avLst/>
              </a:prstGeom>
              <a:blipFill>
                <a:blip r:embed="rId3"/>
                <a:stretch>
                  <a:fillRect l="-2254" t="-6849" r="-71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EE13C671-1A79-1D3E-F1B8-F0D13CBA0601}"/>
              </a:ext>
            </a:extLst>
          </p:cNvPr>
          <p:cNvSpPr txBox="1"/>
          <p:nvPr/>
        </p:nvSpPr>
        <p:spPr>
          <a:xfrm>
            <a:off x="318859" y="4895663"/>
            <a:ext cx="1394475" cy="26154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Pressure load</a:t>
            </a:r>
            <a:endParaRPr lang="en-NL" sz="16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D49ECB9-7073-DDCA-D322-6EA4E04BADF8}"/>
                  </a:ext>
                </a:extLst>
              </p:cNvPr>
              <p:cNvSpPr txBox="1"/>
              <p:nvPr/>
            </p:nvSpPr>
            <p:spPr>
              <a:xfrm>
                <a:off x="2610647" y="4619569"/>
                <a:ext cx="914400" cy="245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D49ECB9-7073-DDCA-D322-6EA4E04BA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647" y="4619569"/>
                <a:ext cx="914400" cy="245917"/>
              </a:xfrm>
              <a:prstGeom prst="rect">
                <a:avLst/>
              </a:prstGeom>
              <a:blipFill>
                <a:blip r:embed="rId4"/>
                <a:stretch>
                  <a:fillRect t="-2500" b="-75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8F0D4B4-B531-6EF4-B50A-371AD03C701F}"/>
              </a:ext>
            </a:extLst>
          </p:cNvPr>
          <p:cNvCxnSpPr>
            <a:stCxn id="12" idx="3"/>
            <a:endCxn id="83" idx="1"/>
          </p:cNvCxnSpPr>
          <p:nvPr/>
        </p:nvCxnSpPr>
        <p:spPr>
          <a:xfrm flipV="1">
            <a:off x="2288941" y="4742528"/>
            <a:ext cx="321706" cy="18011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D93BBA9-8E28-EDB2-80A9-F4C301A0BC2A}"/>
              </a:ext>
            </a:extLst>
          </p:cNvPr>
          <p:cNvSpPr/>
          <p:nvPr/>
        </p:nvSpPr>
        <p:spPr>
          <a:xfrm>
            <a:off x="6276701" y="3591269"/>
            <a:ext cx="230909" cy="1939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5A5A8A2-4885-BA21-0723-FF627B7D2C98}"/>
              </a:ext>
            </a:extLst>
          </p:cNvPr>
          <p:cNvSpPr/>
          <p:nvPr/>
        </p:nvSpPr>
        <p:spPr>
          <a:xfrm>
            <a:off x="6735473" y="3588281"/>
            <a:ext cx="230909" cy="1939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8664AE0-A8DB-0AE2-321F-D5ABC9DA24AA}"/>
              </a:ext>
            </a:extLst>
          </p:cNvPr>
          <p:cNvSpPr/>
          <p:nvPr/>
        </p:nvSpPr>
        <p:spPr>
          <a:xfrm>
            <a:off x="7189477" y="3589319"/>
            <a:ext cx="230909" cy="1939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2D91BA-0DD7-68D5-0B42-369A43554191}"/>
              </a:ext>
            </a:extLst>
          </p:cNvPr>
          <p:cNvSpPr/>
          <p:nvPr/>
        </p:nvSpPr>
        <p:spPr>
          <a:xfrm>
            <a:off x="7674966" y="3588281"/>
            <a:ext cx="230909" cy="1939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72877C3-FF8E-2506-C664-836657519D47}"/>
              </a:ext>
            </a:extLst>
          </p:cNvPr>
          <p:cNvSpPr/>
          <p:nvPr/>
        </p:nvSpPr>
        <p:spPr>
          <a:xfrm>
            <a:off x="8166805" y="3588281"/>
            <a:ext cx="230909" cy="1939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08186A2-7869-AD73-E523-757BFECC731A}"/>
              </a:ext>
            </a:extLst>
          </p:cNvPr>
          <p:cNvSpPr txBox="1"/>
          <p:nvPr/>
        </p:nvSpPr>
        <p:spPr>
          <a:xfrm>
            <a:off x="5705778" y="4070477"/>
            <a:ext cx="4400193" cy="3577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Representative image of periodic array of LRUs</a:t>
            </a:r>
            <a:endParaRPr lang="en-NL" sz="1400" dirty="0" err="1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2C82944-2809-358F-67FE-55A1A61F22D5}"/>
              </a:ext>
            </a:extLst>
          </p:cNvPr>
          <p:cNvSpPr txBox="1"/>
          <p:nvPr/>
        </p:nvSpPr>
        <p:spPr>
          <a:xfrm>
            <a:off x="5245971" y="2577429"/>
            <a:ext cx="562114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This local resonance condition is a premise for metamaterial application in multiple fields, where a periodic array of LRUs is implemented </a:t>
            </a:r>
            <a:endParaRPr lang="en-NL" sz="1600" dirty="0" err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938467-63F8-88F4-DE13-F5EA7436EB3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82210" y="6425989"/>
            <a:ext cx="187552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13</a:t>
            </a:fld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614778-055E-039E-4A2C-E11D01A0886C}"/>
              </a:ext>
            </a:extLst>
          </p:cNvPr>
          <p:cNvGrpSpPr/>
          <p:nvPr/>
        </p:nvGrpSpPr>
        <p:grpSpPr>
          <a:xfrm>
            <a:off x="5050610" y="5026434"/>
            <a:ext cx="4237365" cy="1310951"/>
            <a:chOff x="438445" y="5430416"/>
            <a:chExt cx="5043796" cy="131095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54AB240-107A-04D0-5C95-4CE5C04DAD33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F2FCC0-34D1-8425-74C1-C3E76C0964AE}"/>
                </a:ext>
              </a:extLst>
            </p:cNvPr>
            <p:cNvSpPr txBox="1"/>
            <p:nvPr/>
          </p:nvSpPr>
          <p:spPr>
            <a:xfrm>
              <a:off x="623037" y="5486300"/>
              <a:ext cx="4742939" cy="12550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/>
                <a:t>Design requirement #2: </a:t>
              </a:r>
            </a:p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Must be tuned to operate at a subwavelength scale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820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3" grpId="0" animBg="1"/>
      <p:bldP spid="77" grpId="0"/>
      <p:bldP spid="105" grpId="0" animBg="1"/>
      <p:bldP spid="106" grpId="0" animBg="1"/>
      <p:bldP spid="107" grpId="0" animBg="1"/>
      <p:bldP spid="108" grpId="0" animBg="1"/>
      <p:bldP spid="109" grpId="0" animBg="1"/>
      <p:bldP spid="153" grpId="0"/>
      <p:bldP spid="1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99B2F-07E6-B00D-55DB-FA956F0E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>
            <a:extLst>
              <a:ext uri="{FF2B5EF4-FFF2-40B4-BE49-F238E27FC236}">
                <a16:creationId xmlns:a16="http://schemas.microsoft.com/office/drawing/2014/main" id="{B5A94EC0-3732-23BA-71B0-3725D0CA9872}"/>
              </a:ext>
            </a:extLst>
          </p:cNvPr>
          <p:cNvGrpSpPr/>
          <p:nvPr/>
        </p:nvGrpSpPr>
        <p:grpSpPr>
          <a:xfrm>
            <a:off x="298481" y="3547980"/>
            <a:ext cx="3879287" cy="2007545"/>
            <a:chOff x="298481" y="3547980"/>
            <a:chExt cx="3879287" cy="2007545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CD7A05D-6B27-A7CE-5899-01BB9CB5CA2F}"/>
                </a:ext>
              </a:extLst>
            </p:cNvPr>
            <p:cNvGrpSpPr/>
            <p:nvPr/>
          </p:nvGrpSpPr>
          <p:grpSpPr>
            <a:xfrm>
              <a:off x="298481" y="3717523"/>
              <a:ext cx="2073304" cy="1838002"/>
              <a:chOff x="181403" y="4615427"/>
              <a:chExt cx="1801249" cy="1596823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92AA3C3-E631-56DC-33F6-72896E67A2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4577" b="20352"/>
              <a:stretch>
                <a:fillRect/>
              </a:stretch>
            </p:blipFill>
            <p:spPr>
              <a:xfrm>
                <a:off x="346752" y="4615427"/>
                <a:ext cx="1635900" cy="1596823"/>
              </a:xfrm>
              <a:prstGeom prst="rect">
                <a:avLst/>
              </a:prstGeom>
            </p:spPr>
          </p:pic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810B2B-FECD-C369-C4D0-FCBDAB5ECDAE}"/>
                  </a:ext>
                </a:extLst>
              </p:cNvPr>
              <p:cNvSpPr/>
              <p:nvPr/>
            </p:nvSpPr>
            <p:spPr>
              <a:xfrm>
                <a:off x="181403" y="5909215"/>
                <a:ext cx="457513" cy="3030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lang="en-NL" sz="1600" dirty="0" err="1"/>
              </a:p>
            </p:txBody>
          </p:sp>
        </p:grp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0E50E5ED-43FB-7483-0CE0-707889EB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458" y="3547980"/>
              <a:ext cx="503867" cy="1287222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7DE2E50-F7E6-7B18-73AC-68CF02C94EE9}"/>
                </a:ext>
              </a:extLst>
            </p:cNvPr>
            <p:cNvSpPr txBox="1"/>
            <p:nvPr/>
          </p:nvSpPr>
          <p:spPr>
            <a:xfrm>
              <a:off x="2367183" y="5208357"/>
              <a:ext cx="1810585" cy="2429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200" dirty="0"/>
                <a:t>Helmholtz resonator</a:t>
              </a:r>
              <a:endParaRPr lang="en-NL" sz="1200" dirty="0" err="1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E8C62-8F69-DBE1-4FA7-37C8919F0E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82210" y="6425989"/>
            <a:ext cx="187552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FCADD222-D4A1-BC36-54D2-0204E243A466}"/>
              </a:ext>
            </a:extLst>
          </p:cNvPr>
          <p:cNvSpPr txBox="1">
            <a:spLocks/>
          </p:cNvSpPr>
          <p:nvPr/>
        </p:nvSpPr>
        <p:spPr>
          <a:xfrm>
            <a:off x="118576" y="89744"/>
            <a:ext cx="10752610" cy="323409"/>
          </a:xfrm>
          <a:prstGeom prst="rect">
            <a:avLst/>
          </a:prstGeom>
        </p:spPr>
        <p:txBody>
          <a:bodyPr vert="horz" wrap="square" lIns="0" tIns="0" rIns="0" bIns="378000" rtlCol="0" anchor="t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Local resonance concepts explored till now</a:t>
            </a:r>
            <a:endParaRPr lang="en-NL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4E13ED-29BB-9478-A36B-0AA00DD46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11" y="1137887"/>
            <a:ext cx="3693890" cy="26560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21703B3-5A5E-B408-1F13-656137F8DC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469" y="865707"/>
            <a:ext cx="4272097" cy="3110988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DAFF65E6-67D0-9D2C-4FB8-E3857A1ACBB0}"/>
              </a:ext>
            </a:extLst>
          </p:cNvPr>
          <p:cNvGrpSpPr/>
          <p:nvPr/>
        </p:nvGrpSpPr>
        <p:grpSpPr>
          <a:xfrm>
            <a:off x="8294178" y="855447"/>
            <a:ext cx="3670430" cy="2942859"/>
            <a:chOff x="8214552" y="784824"/>
            <a:chExt cx="3670430" cy="2942859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F059F43-C0E0-047E-8D50-F6BE35546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214552" y="784824"/>
              <a:ext cx="3670430" cy="2942859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B1750FB-4838-7981-AF98-C1E96D9F5A84}"/>
                </a:ext>
              </a:extLst>
            </p:cNvPr>
            <p:cNvSpPr/>
            <p:nvPr/>
          </p:nvSpPr>
          <p:spPr>
            <a:xfrm>
              <a:off x="10120584" y="944992"/>
              <a:ext cx="1384927" cy="2459804"/>
            </a:xfrm>
            <a:prstGeom prst="rect">
              <a:avLst/>
            </a:prstGeom>
            <a:solidFill>
              <a:srgbClr val="76F68B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61E7AB-29FD-D15B-FEF8-A1613AFE5A84}"/>
              </a:ext>
            </a:extLst>
          </p:cNvPr>
          <p:cNvGrpSpPr/>
          <p:nvPr/>
        </p:nvGrpSpPr>
        <p:grpSpPr>
          <a:xfrm>
            <a:off x="9611048" y="5008531"/>
            <a:ext cx="509536" cy="544721"/>
            <a:chOff x="3248730" y="4133502"/>
            <a:chExt cx="338261" cy="54472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6204CE-F311-2B56-888A-7B3C32640B1F}"/>
                </a:ext>
              </a:extLst>
            </p:cNvPr>
            <p:cNvCxnSpPr>
              <a:cxnSpLocks/>
            </p:cNvCxnSpPr>
            <p:nvPr/>
          </p:nvCxnSpPr>
          <p:spPr>
            <a:xfrm>
              <a:off x="3250633" y="4136594"/>
              <a:ext cx="126406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420A9D-8EC5-9E08-A943-4336DC98F2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8730" y="4224838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B75E790-D2F7-2269-045D-D755C8BD15C8}"/>
                </a:ext>
              </a:extLst>
            </p:cNvPr>
            <p:cNvCxnSpPr>
              <a:cxnSpLocks/>
            </p:cNvCxnSpPr>
            <p:nvPr/>
          </p:nvCxnSpPr>
          <p:spPr>
            <a:xfrm>
              <a:off x="3248733" y="4304475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D5090C9-9E78-BF2F-0DE1-04D5D592C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8736" y="4384112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0DEE263-E589-E90D-8D2D-4039938C369F}"/>
                </a:ext>
              </a:extLst>
            </p:cNvPr>
            <p:cNvCxnSpPr>
              <a:cxnSpLocks/>
            </p:cNvCxnSpPr>
            <p:nvPr/>
          </p:nvCxnSpPr>
          <p:spPr>
            <a:xfrm>
              <a:off x="3248739" y="4463747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F3B5336-1694-D577-F9FE-8A5A35C8F5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8742" y="4546253"/>
              <a:ext cx="126407" cy="7963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D1CA811-2EC1-8184-E415-7B354C3C2654}"/>
                </a:ext>
              </a:extLst>
            </p:cNvPr>
            <p:cNvCxnSpPr>
              <a:cxnSpLocks/>
            </p:cNvCxnSpPr>
            <p:nvPr/>
          </p:nvCxnSpPr>
          <p:spPr>
            <a:xfrm>
              <a:off x="3248745" y="4625889"/>
              <a:ext cx="63203" cy="39818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93B754-D897-657A-3F53-42C3CC39475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07613" y="4133502"/>
              <a:ext cx="0" cy="3017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C39C604-8B89-95B6-4AA2-74A25CD6D5C0}"/>
                </a:ext>
              </a:extLst>
            </p:cNvPr>
            <p:cNvCxnSpPr>
              <a:cxnSpLocks/>
            </p:cNvCxnSpPr>
            <p:nvPr/>
          </p:nvCxnSpPr>
          <p:spPr>
            <a:xfrm>
              <a:off x="3507613" y="4522039"/>
              <a:ext cx="0" cy="1561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3D56F2C-F6F9-9E67-4463-7D2727FEF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2051" y="4522039"/>
              <a:ext cx="1549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E55BA65-389C-E50F-8C12-C7242FCFCF06}"/>
                </a:ext>
              </a:extLst>
            </p:cNvPr>
            <p:cNvCxnSpPr>
              <a:cxnSpLocks/>
            </p:cNvCxnSpPr>
            <p:nvPr/>
          </p:nvCxnSpPr>
          <p:spPr>
            <a:xfrm>
              <a:off x="3433962" y="4335685"/>
              <a:ext cx="0" cy="1990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B342784-3B58-0070-BCA9-AC4A9CD83E9A}"/>
                </a:ext>
              </a:extLst>
            </p:cNvPr>
            <p:cNvCxnSpPr>
              <a:cxnSpLocks/>
            </p:cNvCxnSpPr>
            <p:nvPr/>
          </p:nvCxnSpPr>
          <p:spPr>
            <a:xfrm>
              <a:off x="3581277" y="4330123"/>
              <a:ext cx="0" cy="1990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891DFB3-8CA1-644C-6000-EA709EA6DC62}"/>
                  </a:ext>
                </a:extLst>
              </p:cNvPr>
              <p:cNvSpPr/>
              <p:nvPr/>
            </p:nvSpPr>
            <p:spPr>
              <a:xfrm>
                <a:off x="8871372" y="4547549"/>
                <a:ext cx="2163591" cy="5612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891DFB3-8CA1-644C-6000-EA709EA6D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372" y="4547549"/>
                <a:ext cx="2163591" cy="561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4E830E0-3F90-65A9-BC4E-FD99EF164903}"/>
                  </a:ext>
                </a:extLst>
              </p:cNvPr>
              <p:cNvSpPr/>
              <p:nvPr/>
            </p:nvSpPr>
            <p:spPr>
              <a:xfrm>
                <a:off x="9211947" y="5105915"/>
                <a:ext cx="469392" cy="3726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𝑘</m:t>
                      </m:r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4E830E0-3F90-65A9-BC4E-FD99EF164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947" y="5105915"/>
                <a:ext cx="469392" cy="3726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B16596E-0CDD-810C-0CA9-80BE3E79F331}"/>
                  </a:ext>
                </a:extLst>
              </p:cNvPr>
              <p:cNvSpPr/>
              <p:nvPr/>
            </p:nvSpPr>
            <p:spPr>
              <a:xfrm>
                <a:off x="10158611" y="5078746"/>
                <a:ext cx="469392" cy="3726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𝜂</m:t>
                      </m:r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B16596E-0CDD-810C-0CA9-80BE3E79F3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611" y="5078746"/>
                <a:ext cx="469392" cy="372605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05BCECD-7A19-2841-595D-611BCBF4079E}"/>
              </a:ext>
            </a:extLst>
          </p:cNvPr>
          <p:cNvCxnSpPr>
            <a:cxnSpLocks/>
          </p:cNvCxnSpPr>
          <p:nvPr/>
        </p:nvCxnSpPr>
        <p:spPr>
          <a:xfrm>
            <a:off x="9926306" y="3948632"/>
            <a:ext cx="19088" cy="4932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08E0480-C957-E775-281C-B2898CADA1EC}"/>
                  </a:ext>
                </a:extLst>
              </p:cNvPr>
              <p:cNvSpPr txBox="1"/>
              <p:nvPr/>
            </p:nvSpPr>
            <p:spPr>
              <a:xfrm>
                <a:off x="10057990" y="4028711"/>
                <a:ext cx="908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08E0480-C957-E775-281C-B2898CADA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990" y="4028711"/>
                <a:ext cx="908197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F88249E-D1B6-C79E-9CAA-1B83AA33AD90}"/>
              </a:ext>
            </a:extLst>
          </p:cNvPr>
          <p:cNvGrpSpPr/>
          <p:nvPr/>
        </p:nvGrpSpPr>
        <p:grpSpPr>
          <a:xfrm>
            <a:off x="8857237" y="5558565"/>
            <a:ext cx="2367023" cy="181477"/>
            <a:chOff x="3618298" y="3308104"/>
            <a:chExt cx="2367023" cy="181477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A8E99DB-AF56-FEDD-0AC4-81AB2CF84B3F}"/>
                </a:ext>
              </a:extLst>
            </p:cNvPr>
            <p:cNvGrpSpPr/>
            <p:nvPr/>
          </p:nvGrpSpPr>
          <p:grpSpPr>
            <a:xfrm>
              <a:off x="3618298" y="3308749"/>
              <a:ext cx="2367023" cy="180832"/>
              <a:chOff x="1597891" y="1764792"/>
              <a:chExt cx="2367023" cy="180832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5D14D13-779F-29F3-2DEC-EAA83E40C6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7891" y="1764792"/>
                <a:ext cx="2367023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AD650FC-51AA-5398-D5C0-6C2119CE10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81163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E33989F-23B6-C233-2C87-A7D1173DA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5721" y="1769697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8DEC968-A6AB-313B-4A9B-44243691A2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31901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8D720CD-FFBB-5AED-A949-3A39844C47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79551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7A5F606-5CC7-42A0-F86D-F8ABAD1E59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7201" y="1764792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609C99E-F4CA-EC41-D9FD-0FE7D93ED0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0047" y="1769697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B7897F1-0B82-6373-A765-1E9A24F299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96227" y="1769697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311F41C-BA68-1EDA-19A5-4384DC32F2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4838" y="3308104"/>
              <a:ext cx="79519" cy="1759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66262EC-5A1D-506C-4E77-E4222EB8AC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92488" y="3308104"/>
              <a:ext cx="79519" cy="1759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EE24E77-884D-CA0F-5358-2CB5A3E6A3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0138" y="3308104"/>
              <a:ext cx="79519" cy="1759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1233C4A-9FD1-3B1E-7A53-A0902A207CFB}"/>
              </a:ext>
            </a:extLst>
          </p:cNvPr>
          <p:cNvGrpSpPr/>
          <p:nvPr/>
        </p:nvGrpSpPr>
        <p:grpSpPr>
          <a:xfrm>
            <a:off x="1451857" y="4871440"/>
            <a:ext cx="2575155" cy="1886815"/>
            <a:chOff x="1451857" y="4871440"/>
            <a:chExt cx="2575155" cy="1886815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4091579-4429-8772-E93A-2B93B8182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297253" y="5550259"/>
              <a:ext cx="1729759" cy="1207996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9376D9A-214C-026E-11EE-3647D3B99A42}"/>
                </a:ext>
              </a:extLst>
            </p:cNvPr>
            <p:cNvSpPr/>
            <p:nvPr/>
          </p:nvSpPr>
          <p:spPr>
            <a:xfrm>
              <a:off x="1451857" y="4871440"/>
              <a:ext cx="155643" cy="1348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2F11B44-69B0-0202-365F-E5377E10198C}"/>
                </a:ext>
              </a:extLst>
            </p:cNvPr>
            <p:cNvCxnSpPr>
              <a:cxnSpLocks/>
              <a:endCxn id="63" idx="1"/>
            </p:cNvCxnSpPr>
            <p:nvPr/>
          </p:nvCxnSpPr>
          <p:spPr>
            <a:xfrm>
              <a:off x="1522179" y="5027535"/>
              <a:ext cx="775074" cy="1126722"/>
            </a:xfrm>
            <a:prstGeom prst="straightConnector1">
              <a:avLst/>
            </a:prstGeom>
            <a:ln w="12700" cap="rnd">
              <a:solidFill>
                <a:srgbClr val="FF0000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5E647E7-4B53-6318-B247-0EEAE83914AF}"/>
              </a:ext>
            </a:extLst>
          </p:cNvPr>
          <p:cNvSpPr txBox="1"/>
          <p:nvPr/>
        </p:nvSpPr>
        <p:spPr>
          <a:xfrm>
            <a:off x="1004423" y="747482"/>
            <a:ext cx="1810585" cy="2429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Helmholtz</a:t>
            </a:r>
            <a:r>
              <a:rPr lang="en-US" sz="1600" b="1" dirty="0"/>
              <a:t> resonator</a:t>
            </a:r>
            <a:endParaRPr lang="en-NL" sz="1600" b="1" dirty="0" err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64BA90-BDEA-AF39-623C-B992C5D3B767}"/>
              </a:ext>
            </a:extLst>
          </p:cNvPr>
          <p:cNvSpPr txBox="1"/>
          <p:nvPr/>
        </p:nvSpPr>
        <p:spPr>
          <a:xfrm>
            <a:off x="5131109" y="659804"/>
            <a:ext cx="2062480" cy="2061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Phononic subsurface</a:t>
            </a:r>
            <a:endParaRPr lang="en-NL" sz="1600" b="1" dirty="0" err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09DFE0E-3FA8-C7A0-9591-8774A5BA007E}"/>
              </a:ext>
            </a:extLst>
          </p:cNvPr>
          <p:cNvSpPr txBox="1"/>
          <p:nvPr/>
        </p:nvSpPr>
        <p:spPr>
          <a:xfrm>
            <a:off x="9096116" y="599992"/>
            <a:ext cx="2062480" cy="2061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Spring mass system</a:t>
            </a:r>
            <a:endParaRPr lang="en-NL" sz="1600" b="1" dirty="0" err="1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9D31053-11E1-98A4-4CE1-5350B40292AD}"/>
              </a:ext>
            </a:extLst>
          </p:cNvPr>
          <p:cNvGrpSpPr/>
          <p:nvPr/>
        </p:nvGrpSpPr>
        <p:grpSpPr>
          <a:xfrm>
            <a:off x="4631770" y="4191591"/>
            <a:ext cx="3061159" cy="2127237"/>
            <a:chOff x="4631770" y="4191591"/>
            <a:chExt cx="3061159" cy="212723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2D41A26-5F20-5A60-AAD1-9641A4513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31770" y="4191591"/>
              <a:ext cx="3061159" cy="1579581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0843A9E-1F3F-25BD-1342-5CC0CC7586A9}"/>
                </a:ext>
              </a:extLst>
            </p:cNvPr>
            <p:cNvSpPr txBox="1"/>
            <p:nvPr/>
          </p:nvSpPr>
          <p:spPr>
            <a:xfrm>
              <a:off x="5630449" y="6134162"/>
              <a:ext cx="133931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100" dirty="0"/>
                <a:t>Phononic subsurface</a:t>
              </a:r>
              <a:endParaRPr lang="en-NL" sz="1100" dirty="0" err="1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9027E78-B297-C35C-A1AA-427AAC8B5156}"/>
                </a:ext>
              </a:extLst>
            </p:cNvPr>
            <p:cNvSpPr/>
            <p:nvPr/>
          </p:nvSpPr>
          <p:spPr>
            <a:xfrm>
              <a:off x="5863530" y="5588098"/>
              <a:ext cx="478425" cy="3139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E64E04AC-690C-4AD9-E8D1-D6C4183A18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8582" y="5614035"/>
              <a:ext cx="471523" cy="52012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3AE99D-107A-CC01-E21E-FB2386120442}"/>
              </a:ext>
            </a:extLst>
          </p:cNvPr>
          <p:cNvCxnSpPr/>
          <p:nvPr/>
        </p:nvCxnSpPr>
        <p:spPr>
          <a:xfrm>
            <a:off x="10001014" y="2002420"/>
            <a:ext cx="434078" cy="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1DF3A6-E16A-D16F-DC2D-9F01AC283D33}"/>
              </a:ext>
            </a:extLst>
          </p:cNvPr>
          <p:cNvSpPr txBox="1"/>
          <p:nvPr/>
        </p:nvSpPr>
        <p:spPr>
          <a:xfrm>
            <a:off x="398458" y="5679275"/>
            <a:ext cx="1882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bg2">
                    <a:lumMod val="50000"/>
                  </a:schemeClr>
                </a:solidFill>
              </a:rPr>
              <a:t>Michelis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 et al.[7]</a:t>
            </a:r>
            <a:endParaRPr lang="en-NL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B8AAB0-1221-8879-584B-E466421DD1B6}"/>
              </a:ext>
            </a:extLst>
          </p:cNvPr>
          <p:cNvSpPr txBox="1"/>
          <p:nvPr/>
        </p:nvSpPr>
        <p:spPr>
          <a:xfrm>
            <a:off x="4756286" y="6318828"/>
            <a:ext cx="1882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bg2">
                    <a:lumMod val="50000"/>
                  </a:schemeClr>
                </a:solidFill>
              </a:rPr>
              <a:t>Hussein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 et al.[9]</a:t>
            </a:r>
            <a:endParaRPr lang="en-NL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B59EC-D106-C4EA-9C4C-FE8351577262}"/>
              </a:ext>
            </a:extLst>
          </p:cNvPr>
          <p:cNvSpPr txBox="1"/>
          <p:nvPr/>
        </p:nvSpPr>
        <p:spPr>
          <a:xfrm>
            <a:off x="4398795" y="3696434"/>
            <a:ext cx="1882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bg2">
                    <a:lumMod val="50000"/>
                  </a:schemeClr>
                </a:solidFill>
              </a:rPr>
              <a:t>Michelis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 et al.[8]</a:t>
            </a:r>
            <a:endParaRPr lang="en-NL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65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/>
      <p:bldP spid="47" grpId="0"/>
      <p:bldP spid="83" grpId="0"/>
      <p:bldP spid="83" grpId="1"/>
      <p:bldP spid="85" grpId="0"/>
      <p:bldP spid="85" grpId="1"/>
      <p:bldP spid="86" grpId="0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F468-0B9E-CE87-9B61-EAF06D957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BF247-8FC6-1B8C-B2D3-A34CB56B957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9F9882-4DAD-E0EE-741C-A2669C3E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6" y="143840"/>
            <a:ext cx="10752610" cy="323409"/>
          </a:xfrm>
        </p:spPr>
        <p:txBody>
          <a:bodyPr/>
          <a:lstStyle/>
          <a:p>
            <a:r>
              <a:rPr lang="en-US" dirty="0"/>
              <a:t>Recap and Problem definition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2B7BF-DF1A-A091-F72F-7845DAD90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7176" y="531426"/>
            <a:ext cx="5243040" cy="276752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3832C-6316-B408-2FBB-8647AEEA2F2D}"/>
              </a:ext>
            </a:extLst>
          </p:cNvPr>
          <p:cNvSpPr/>
          <p:nvPr/>
        </p:nvSpPr>
        <p:spPr>
          <a:xfrm>
            <a:off x="480527" y="2151570"/>
            <a:ext cx="186612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TS wave excitation</a:t>
            </a:r>
            <a:endParaRPr lang="en-NL" sz="1600" dirty="0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DEC5D6-219E-BED8-CA8C-D8ED3C9CD35E}"/>
              </a:ext>
            </a:extLst>
          </p:cNvPr>
          <p:cNvSpPr/>
          <p:nvPr/>
        </p:nvSpPr>
        <p:spPr>
          <a:xfrm>
            <a:off x="0" y="3056285"/>
            <a:ext cx="2827176" cy="66817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Internal dynamics: </a:t>
            </a:r>
            <a:r>
              <a:rPr lang="en-US" sz="1400" dirty="0"/>
              <a:t>wall normal oscillations</a:t>
            </a:r>
            <a:endParaRPr lang="en-NL" sz="1600" dirty="0" err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230F5A-486B-FB4E-50E3-7EDDE80153BA}"/>
              </a:ext>
            </a:extLst>
          </p:cNvPr>
          <p:cNvSpPr/>
          <p:nvPr/>
        </p:nvSpPr>
        <p:spPr>
          <a:xfrm>
            <a:off x="335903" y="4140982"/>
            <a:ext cx="217403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Wall admittance modification</a:t>
            </a:r>
            <a:endParaRPr lang="en-NL" sz="1600" dirty="0" err="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B8764C-1FA1-2EF0-1A32-4828363728E6}"/>
              </a:ext>
            </a:extLst>
          </p:cNvPr>
          <p:cNvSpPr/>
          <p:nvPr/>
        </p:nvSpPr>
        <p:spPr>
          <a:xfrm>
            <a:off x="345234" y="5236928"/>
            <a:ext cx="2174032" cy="92780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TS wave modulation: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Wave interference</a:t>
            </a:r>
            <a:endParaRPr lang="en-NL" sz="1600" dirty="0" err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F5740A-01F5-7C70-2DE8-49E5470CBDC7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1413588" y="2748729"/>
            <a:ext cx="0" cy="307556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829E20-E480-DE36-A6FF-29F964CE679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413588" y="3724464"/>
            <a:ext cx="9331" cy="416518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BD363A-C6A5-3720-6A60-AAE20D238F23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1422919" y="4738141"/>
            <a:ext cx="9331" cy="498787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414100-6887-8DC2-9449-480080D8C810}"/>
              </a:ext>
            </a:extLst>
          </p:cNvPr>
          <p:cNvCxnSpPr/>
          <p:nvPr/>
        </p:nvCxnSpPr>
        <p:spPr>
          <a:xfrm>
            <a:off x="2698322" y="4407828"/>
            <a:ext cx="475861" cy="0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D4416A-E22A-2E5C-9B48-B8AE60822EEA}"/>
              </a:ext>
            </a:extLst>
          </p:cNvPr>
          <p:cNvGrpSpPr/>
          <p:nvPr/>
        </p:nvGrpSpPr>
        <p:grpSpPr>
          <a:xfrm>
            <a:off x="3272121" y="3653344"/>
            <a:ext cx="3961799" cy="1434560"/>
            <a:chOff x="6275782" y="4511124"/>
            <a:chExt cx="5315406" cy="143456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E109641-393D-326E-AC1F-1FE7DDE8D271}"/>
                </a:ext>
              </a:extLst>
            </p:cNvPr>
            <p:cNvSpPr/>
            <p:nvPr/>
          </p:nvSpPr>
          <p:spPr>
            <a:xfrm>
              <a:off x="6275782" y="4770918"/>
              <a:ext cx="5315406" cy="11747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D92CF3-59AA-67CF-C1D9-858307A8B01D}"/>
                    </a:ext>
                  </a:extLst>
                </p:cNvPr>
                <p:cNvSpPr txBox="1"/>
                <p:nvPr/>
              </p:nvSpPr>
              <p:spPr>
                <a:xfrm>
                  <a:off x="6432852" y="5008341"/>
                  <a:ext cx="2285777" cy="7074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Amplitude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𝑌</m:t>
                          </m:r>
                        </m:e>
                      </m:d>
                    </m:oMath>
                  </a14:m>
                  <a:endParaRPr lang="en-US" sz="1600" b="0" dirty="0">
                    <a:solidFill>
                      <a:schemeClr val="bg1"/>
                    </a:solidFill>
                    <a:sym typeface="Wingdings" panose="05000000000000000000" pitchFamily="2" charset="2"/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Phase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𝑌</m:t>
                      </m:r>
                    </m:oMath>
                  </a14:m>
                  <a:endParaRPr lang="en-NL" sz="16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CFE7A72-64CA-FF00-58AD-97C115D81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852" y="5008341"/>
                  <a:ext cx="2285777" cy="707454"/>
                </a:xfrm>
                <a:prstGeom prst="rect">
                  <a:avLst/>
                </a:prstGeom>
                <a:blipFill>
                  <a:blip r:embed="rId5"/>
                  <a:stretch>
                    <a:fillRect l="-5600" t="-12069" b="-172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CF19440-3EBE-4694-FCA8-B6B36EFDB948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8718629" y="5362068"/>
              <a:ext cx="405291" cy="3136"/>
            </a:xfrm>
            <a:prstGeom prst="straightConnector1">
              <a:avLst/>
            </a:prstGeom>
            <a:ln w="19050" cap="rnd">
              <a:solidFill>
                <a:schemeClr val="bg1"/>
              </a:solidFill>
              <a:prstDash val="dashDot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25B3DC8-2D42-F9DA-5CE0-176CF25476A3}"/>
                    </a:ext>
                  </a:extLst>
                </p:cNvPr>
                <p:cNvSpPr txBox="1"/>
                <p:nvPr/>
              </p:nvSpPr>
              <p:spPr>
                <a:xfrm>
                  <a:off x="9464703" y="5008341"/>
                  <a:ext cx="1959309" cy="9144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bg1"/>
                      </a:solidFill>
                    </a:rPr>
                    <a:t>Attenuation or amplification </a:t>
                  </a:r>
                  <a:r>
                    <a:rPr lang="en-US" sz="1600" dirty="0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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Δ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</m:oMath>
                  </a14:m>
                  <a:endParaRPr lang="en-NL" sz="16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25B3DC8-2D42-F9DA-5CE0-176CF2547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4703" y="5008341"/>
                  <a:ext cx="1959309" cy="914400"/>
                </a:xfrm>
                <a:prstGeom prst="rect">
                  <a:avLst/>
                </a:prstGeom>
                <a:blipFill>
                  <a:blip r:embed="rId6"/>
                  <a:stretch>
                    <a:fillRect l="-8787" t="-100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4D0637-54F5-6D15-26AD-ECE955F76BA7}"/>
                </a:ext>
              </a:extLst>
            </p:cNvPr>
            <p:cNvSpPr txBox="1"/>
            <p:nvPr/>
          </p:nvSpPr>
          <p:spPr>
            <a:xfrm>
              <a:off x="7379680" y="4511124"/>
              <a:ext cx="3191356" cy="2848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/>
                <a:t>Admittance map</a:t>
              </a:r>
              <a:endParaRPr lang="en-NL" sz="1600" b="1" dirty="0" err="1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B3A681F-C9C5-55B6-AB92-3B3C001ABC98}"/>
              </a:ext>
            </a:extLst>
          </p:cNvPr>
          <p:cNvGrpSpPr/>
          <p:nvPr/>
        </p:nvGrpSpPr>
        <p:grpSpPr>
          <a:xfrm>
            <a:off x="7738417" y="3289268"/>
            <a:ext cx="4237365" cy="993710"/>
            <a:chOff x="438445" y="5430416"/>
            <a:chExt cx="5043796" cy="99371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FC93AB1-9970-1C32-DA50-24EACEBF5C3A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7861251-8330-3CB1-789B-1132E3CC7FCB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#1: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Favorable admittance phase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−1.833,1.327</m:t>
                          </m:r>
                        </m:e>
                      </m:d>
                    </m:oMath>
                  </a14:m>
                  <a:r>
                    <a:rPr lang="en-US" sz="1600" b="0" dirty="0">
                      <a:solidFill>
                        <a:schemeClr val="tx1"/>
                      </a:solidFill>
                    </a:rPr>
                    <a:t> close to resonance </a:t>
                  </a: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7861251-8330-3CB1-789B-1132E3CC7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blipFill>
                  <a:blip r:embed="rId7"/>
                  <a:stretch>
                    <a:fillRect l="-3276" t="-10714" b="-928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49D7FD4-E0E7-7923-648C-C591B30BD275}"/>
              </a:ext>
            </a:extLst>
          </p:cNvPr>
          <p:cNvGrpSpPr/>
          <p:nvPr/>
        </p:nvGrpSpPr>
        <p:grpSpPr>
          <a:xfrm>
            <a:off x="7738417" y="4327341"/>
            <a:ext cx="4340532" cy="1049595"/>
            <a:chOff x="438445" y="5430416"/>
            <a:chExt cx="5166597" cy="1049595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7910402E-4FE1-5DF5-337E-B398AC7E1BA3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61C91E-9AFB-B489-5DA7-E83422704549}"/>
                </a:ext>
              </a:extLst>
            </p:cNvPr>
            <p:cNvSpPr txBox="1"/>
            <p:nvPr/>
          </p:nvSpPr>
          <p:spPr>
            <a:xfrm>
              <a:off x="623037" y="5486300"/>
              <a:ext cx="4982005" cy="9937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/>
                <a:t>Design requirement #2: </a:t>
              </a:r>
            </a:p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Must be tuned to operate at a subwavelength scale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0B25FAF-7CE8-6B08-CC89-170777E4A466}"/>
              </a:ext>
            </a:extLst>
          </p:cNvPr>
          <p:cNvGrpSpPr/>
          <p:nvPr/>
        </p:nvGrpSpPr>
        <p:grpSpPr>
          <a:xfrm>
            <a:off x="7738417" y="5353110"/>
            <a:ext cx="4340532" cy="1049595"/>
            <a:chOff x="438445" y="5430416"/>
            <a:chExt cx="5166597" cy="1049595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2A76D6F-507D-F7B4-F519-D7B3F90DEA50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936E39E-451E-26AB-F17F-9F8AAD4B95BC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#3: 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Tuned to follow #1,#2 at TS wave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=0.0038(295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936E39E-451E-26AB-F17F-9F8AAD4B9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8"/>
                  <a:stretch>
                    <a:fillRect l="-3061" t="-85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A2A086-C0A0-C23C-3D72-DD397453DEC9}"/>
              </a:ext>
            </a:extLst>
          </p:cNvPr>
          <p:cNvGrpSpPr/>
          <p:nvPr/>
        </p:nvGrpSpPr>
        <p:grpSpPr>
          <a:xfrm>
            <a:off x="8638008" y="429449"/>
            <a:ext cx="3213839" cy="2575879"/>
            <a:chOff x="8638008" y="429449"/>
            <a:chExt cx="3213839" cy="2575879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6B7C97B-F836-8F7E-CAFA-6C67E48F5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7973"/>
            <a:stretch>
              <a:fillRect/>
            </a:stretch>
          </p:blipFill>
          <p:spPr>
            <a:xfrm>
              <a:off x="8638008" y="429449"/>
              <a:ext cx="3213839" cy="2417384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E23ED2D-C141-2242-F211-E2DACA4E5A7A}"/>
                </a:ext>
              </a:extLst>
            </p:cNvPr>
            <p:cNvSpPr/>
            <p:nvPr/>
          </p:nvSpPr>
          <p:spPr>
            <a:xfrm>
              <a:off x="9591819" y="547176"/>
              <a:ext cx="1942957" cy="2221737"/>
            </a:xfrm>
            <a:prstGeom prst="rect">
              <a:avLst/>
            </a:prstGeom>
            <a:solidFill>
              <a:srgbClr val="76F68B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1400" dirty="0">
                  <a:solidFill>
                    <a:schemeClr val="tx1"/>
                  </a:solidFill>
                </a:rPr>
                <a:t>Hypothetical</a:t>
              </a:r>
            </a:p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1400" dirty="0">
                  <a:solidFill>
                    <a:schemeClr val="tx1"/>
                  </a:solidFill>
                </a:rPr>
                <a:t>system</a:t>
              </a:r>
              <a:endParaRPr lang="en-NL" sz="14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C333E2A-845E-B853-921B-38E9FBF49F2D}"/>
                </a:ext>
              </a:extLst>
            </p:cNvPr>
            <p:cNvCxnSpPr/>
            <p:nvPr/>
          </p:nvCxnSpPr>
          <p:spPr>
            <a:xfrm>
              <a:off x="9753600" y="2789233"/>
              <a:ext cx="0" cy="216095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B86A7F-2F1F-E005-0686-67730400AFEF}"/>
                  </a:ext>
                </a:extLst>
              </p:cNvPr>
              <p:cNvSpPr txBox="1"/>
              <p:nvPr/>
            </p:nvSpPr>
            <p:spPr>
              <a:xfrm>
                <a:off x="9529022" y="2927407"/>
                <a:ext cx="914400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B86A7F-2F1F-E005-0686-67730400A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9022" y="2927407"/>
                <a:ext cx="914400" cy="914400"/>
              </a:xfrm>
              <a:prstGeom prst="rect">
                <a:avLst/>
              </a:prstGeom>
              <a:blipFill>
                <a:blip r:embed="rId10"/>
                <a:stretch>
                  <a:fillRect t="-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95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3" grpId="0" animBg="1"/>
      <p:bldP spid="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F1D98-4F34-3DA5-6AA5-6D351252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021F3-DA17-1935-488D-F23AFAA3F0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4575DD-0C6F-F7DA-7C47-ABBD5BEC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6" y="143840"/>
            <a:ext cx="10752610" cy="323409"/>
          </a:xfrm>
        </p:spPr>
        <p:txBody>
          <a:bodyPr/>
          <a:lstStyle/>
          <a:p>
            <a:r>
              <a:rPr lang="en-US" dirty="0"/>
              <a:t>Alternative LRU concepts explored</a:t>
            </a:r>
            <a:endParaRPr lang="en-NL" dirty="0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1557F82-C4E2-5943-B5BB-CF32B705C017}"/>
              </a:ext>
            </a:extLst>
          </p:cNvPr>
          <p:cNvGrpSpPr/>
          <p:nvPr/>
        </p:nvGrpSpPr>
        <p:grpSpPr>
          <a:xfrm>
            <a:off x="220102" y="833935"/>
            <a:ext cx="3399926" cy="2643396"/>
            <a:chOff x="220102" y="833935"/>
            <a:chExt cx="3399926" cy="26433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342F91-2A77-C542-00D1-040E54172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578" y="833935"/>
              <a:ext cx="3195450" cy="237143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F051B5-071F-1FA1-BE29-1CDFE5BA7156}"/>
                </a:ext>
              </a:extLst>
            </p:cNvPr>
            <p:cNvSpPr txBox="1"/>
            <p:nvPr/>
          </p:nvSpPr>
          <p:spPr>
            <a:xfrm>
              <a:off x="220102" y="3198727"/>
              <a:ext cx="1810339" cy="278604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Single mass composite resonator (SMCR)</a:t>
              </a:r>
              <a:endParaRPr lang="en-NL" sz="1600" dirty="0" err="1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4AEBD41-7795-37F5-A53C-F0385B125EF8}"/>
              </a:ext>
            </a:extLst>
          </p:cNvPr>
          <p:cNvGrpSpPr/>
          <p:nvPr/>
        </p:nvGrpSpPr>
        <p:grpSpPr>
          <a:xfrm>
            <a:off x="7515505" y="587717"/>
            <a:ext cx="3327086" cy="2889614"/>
            <a:chOff x="7515505" y="587717"/>
            <a:chExt cx="3327086" cy="28896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7B4F86A-1FD0-6596-7B3A-941EB8C15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3331" y="587717"/>
              <a:ext cx="2639260" cy="26349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DDF064-77AD-5D41-3C97-8449636E9C00}"/>
                </a:ext>
              </a:extLst>
            </p:cNvPr>
            <p:cNvSpPr txBox="1"/>
            <p:nvPr/>
          </p:nvSpPr>
          <p:spPr>
            <a:xfrm>
              <a:off x="7515505" y="3250890"/>
              <a:ext cx="1810339" cy="2264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Double mass composite resonator (SMCR)</a:t>
              </a:r>
              <a:endParaRPr lang="en-NL" sz="1600" dirty="0" err="1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EE375FD-61DC-4020-328F-1DB25F6F53B0}"/>
              </a:ext>
            </a:extLst>
          </p:cNvPr>
          <p:cNvGrpSpPr/>
          <p:nvPr/>
        </p:nvGrpSpPr>
        <p:grpSpPr>
          <a:xfrm>
            <a:off x="424578" y="3935347"/>
            <a:ext cx="1968101" cy="1523149"/>
            <a:chOff x="670628" y="3966872"/>
            <a:chExt cx="2314728" cy="179141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DF4D073-3A44-FC47-5827-F207282008DD}"/>
                </a:ext>
              </a:extLst>
            </p:cNvPr>
            <p:cNvGrpSpPr/>
            <p:nvPr/>
          </p:nvGrpSpPr>
          <p:grpSpPr>
            <a:xfrm>
              <a:off x="1424439" y="5026771"/>
              <a:ext cx="509536" cy="544721"/>
              <a:chOff x="3248730" y="4133502"/>
              <a:chExt cx="338261" cy="544721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331AE175-0D4D-014F-3718-4FC8DE27C6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0633" y="4136594"/>
                <a:ext cx="126406" cy="79637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8E01130-CEDB-027D-82B3-2BC3A044FB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8730" y="4224838"/>
                <a:ext cx="126407" cy="79637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81068A5-C761-9263-DC9D-ABA030B66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8733" y="4304475"/>
                <a:ext cx="126407" cy="79637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290E3D4-115C-2B61-E8AB-1E6261898A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8736" y="4384112"/>
                <a:ext cx="126407" cy="79637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925B583-D077-048E-B8BE-D9D850D0C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8739" y="4463747"/>
                <a:ext cx="126407" cy="79637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466A6CF-36EE-4AD6-3ED4-5C9582E07D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8742" y="4546253"/>
                <a:ext cx="126407" cy="79637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8B88622-9504-D385-EFB6-FAD8CB5358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8745" y="4625889"/>
                <a:ext cx="63203" cy="3981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21B3903-71BC-0234-6692-CC4FE739D29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507613" y="4133502"/>
                <a:ext cx="0" cy="30172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52668F7-E210-26EE-0CFF-D43E3492D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7613" y="4522039"/>
                <a:ext cx="0" cy="1561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18DB562-3226-409D-0B86-10DE37FE03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2051" y="4522039"/>
                <a:ext cx="1549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52AC8E7-3CF1-D93D-9576-993DB85E3B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3962" y="4335685"/>
                <a:ext cx="0" cy="1990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EC14B50-7804-810A-6611-99620AFD20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1277" y="4330123"/>
                <a:ext cx="0" cy="1990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290D2C2-88EB-64D5-4448-5FE89DAE5990}"/>
                    </a:ext>
                  </a:extLst>
                </p:cNvPr>
                <p:cNvSpPr/>
                <p:nvPr/>
              </p:nvSpPr>
              <p:spPr>
                <a:xfrm>
                  <a:off x="684763" y="4565789"/>
                  <a:ext cx="2163591" cy="5612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290D2C2-88EB-64D5-4448-5FE89DAE59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763" y="4565789"/>
                  <a:ext cx="2163591" cy="56126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EE091FC-26C1-AF4B-A513-E235E78A94E9}"/>
                    </a:ext>
                  </a:extLst>
                </p:cNvPr>
                <p:cNvSpPr/>
                <p:nvPr/>
              </p:nvSpPr>
              <p:spPr>
                <a:xfrm>
                  <a:off x="1025338" y="5124155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EE091FC-26C1-AF4B-A513-E235E78A9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338" y="5124155"/>
                  <a:ext cx="469392" cy="37260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3A015A9-844C-DD3D-0CB5-565876516C60}"/>
                    </a:ext>
                  </a:extLst>
                </p:cNvPr>
                <p:cNvSpPr/>
                <p:nvPr/>
              </p:nvSpPr>
              <p:spPr>
                <a:xfrm>
                  <a:off x="1972002" y="5096986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𝜂</m:t>
                        </m:r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3A015A9-844C-DD3D-0CB5-565876516C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2002" y="5096986"/>
                  <a:ext cx="469392" cy="372605"/>
                </a:xfrm>
                <a:prstGeom prst="rect">
                  <a:avLst/>
                </a:prstGeom>
                <a:blipFill>
                  <a:blip r:embed="rId7"/>
                  <a:stretch>
                    <a:fillRect b="-1730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80EA4DF-C931-1681-1EB7-A6A01A2DF594}"/>
                </a:ext>
              </a:extLst>
            </p:cNvPr>
            <p:cNvCxnSpPr>
              <a:cxnSpLocks/>
            </p:cNvCxnSpPr>
            <p:nvPr/>
          </p:nvCxnSpPr>
          <p:spPr>
            <a:xfrm>
              <a:off x="1739697" y="3966872"/>
              <a:ext cx="19088" cy="49320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81EEEA-6F84-9A60-7919-C9ED89FB1105}"/>
                    </a:ext>
                  </a:extLst>
                </p:cNvPr>
                <p:cNvSpPr txBox="1"/>
                <p:nvPr/>
              </p:nvSpPr>
              <p:spPr>
                <a:xfrm>
                  <a:off x="1871381" y="4046951"/>
                  <a:ext cx="9081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81EEEA-6F84-9A60-7919-C9ED89FB1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381" y="4046951"/>
                  <a:ext cx="90819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1024" b="-3529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3756DB3-DB85-B543-4569-234C29547CCB}"/>
                </a:ext>
              </a:extLst>
            </p:cNvPr>
            <p:cNvGrpSpPr/>
            <p:nvPr/>
          </p:nvGrpSpPr>
          <p:grpSpPr>
            <a:xfrm>
              <a:off x="670628" y="5576805"/>
              <a:ext cx="2314728" cy="181477"/>
              <a:chOff x="3618298" y="3308104"/>
              <a:chExt cx="2314728" cy="181477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51A9387-2F0A-F981-F53D-F31D9C05A35B}"/>
                  </a:ext>
                </a:extLst>
              </p:cNvPr>
              <p:cNvGrpSpPr/>
              <p:nvPr/>
            </p:nvGrpSpPr>
            <p:grpSpPr>
              <a:xfrm>
                <a:off x="3618298" y="3308749"/>
                <a:ext cx="2314728" cy="180832"/>
                <a:chOff x="1597891" y="1764792"/>
                <a:chExt cx="2314728" cy="180832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F57DB4F0-98E7-8EBB-4DE0-950CE797A3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97891" y="1764792"/>
                  <a:ext cx="231472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6AC007A-9471-32F1-D089-B267E32FA4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81163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EE62734-2872-ED64-0284-3C08F4C8A6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5721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368E6215-392D-9361-46EA-8D47966C7C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190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AA910B2-E904-46DD-544F-0E0EB4A13B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955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D71B7ED-5F43-4F96-392B-E3880FA682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2720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186F5F4D-D878-0555-3442-0379151C82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70047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18580A9-89DB-9715-22C3-15897FA5F0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96227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EFC987B-33F0-859E-63F2-6D03874E4C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483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9A16B0-36CA-394F-E5EE-50346F0D5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9248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86B8AE3-732C-836E-2C8A-A8EF7071B3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013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CF78B1-2412-9E2B-C4A5-3984E5E8FE0D}"/>
              </a:ext>
            </a:extLst>
          </p:cNvPr>
          <p:cNvGrpSpPr/>
          <p:nvPr/>
        </p:nvGrpSpPr>
        <p:grpSpPr>
          <a:xfrm>
            <a:off x="6470336" y="3680265"/>
            <a:ext cx="2438803" cy="2406898"/>
            <a:chOff x="361121" y="547022"/>
            <a:chExt cx="2988418" cy="2949323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9FD3DCF-2D6B-B25E-2CF5-1DAF3CBBE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1342" y="837156"/>
              <a:ext cx="0" cy="42062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6B1401E-9C73-2D27-4B71-2D91069529D6}"/>
                    </a:ext>
                  </a:extLst>
                </p:cNvPr>
                <p:cNvSpPr txBox="1"/>
                <p:nvPr/>
              </p:nvSpPr>
              <p:spPr>
                <a:xfrm>
                  <a:off x="2441342" y="766990"/>
                  <a:ext cx="9081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6B1401E-9C73-2D27-4B71-2D9106952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1342" y="766990"/>
                  <a:ext cx="90819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6529" b="-400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B68DACF-9DDD-EFC1-4770-5407AF0C6252}"/>
                    </a:ext>
                  </a:extLst>
                </p:cNvPr>
                <p:cNvSpPr/>
                <p:nvPr/>
              </p:nvSpPr>
              <p:spPr>
                <a:xfrm>
                  <a:off x="478172" y="1223673"/>
                  <a:ext cx="2163607" cy="5612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9CCC0F-5BE9-21A4-F06D-C1402ECEAB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" y="1223673"/>
                  <a:ext cx="2163607" cy="56126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45C768B-95E6-ECA5-878F-0CE17A2239A3}"/>
                </a:ext>
              </a:extLst>
            </p:cNvPr>
            <p:cNvGrpSpPr/>
            <p:nvPr/>
          </p:nvGrpSpPr>
          <p:grpSpPr>
            <a:xfrm rot="10800000">
              <a:off x="1239689" y="1697676"/>
              <a:ext cx="509506" cy="655190"/>
              <a:chOff x="1148121" y="2250068"/>
              <a:chExt cx="338243" cy="434958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FC86E913-725F-D0B7-2C98-EBCC153B27E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423160" y="2643835"/>
                <a:ext cx="63204" cy="26434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DE120E8-6CBE-DFC1-7BA8-CF39D8BA5CC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58052" y="2590967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B4E54849-8E3B-DE4F-08FA-37240FC57EE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359957" y="2532385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88DDD47-312D-A4A1-FACD-817FEC96CF5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59957" y="2479517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4E48B567-E7AB-82A3-6E80-A8B1CA14094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359957" y="2426649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D38A1ED5-8D53-BE46-34F3-18A3D3C27A4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59957" y="2373782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2544732B-BEA8-8CC8-43E1-82FF27B2BC9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359957" y="2319009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BF0DC0FF-535E-4EF4-12E1-041A102CBAA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423161" y="2292576"/>
                <a:ext cx="63203" cy="26434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150C79F3-27AE-9E64-F8CE-569C0FD1FA1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227496" y="2445582"/>
                <a:ext cx="0" cy="2394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EBFC8AF6-11AE-87B5-C669-18B23946201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227496" y="2250068"/>
                <a:ext cx="0" cy="1378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0E9D5CD-B54A-04EA-51D0-CEFAE0495F3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1148121" y="2387952"/>
                <a:ext cx="1549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F615A14E-FBEA-9697-1C20-2ED235548A4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01156" y="2383544"/>
                <a:ext cx="0" cy="132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BC2DB3A2-8E80-F5F6-A416-37A44B467E3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153836" y="2383189"/>
                <a:ext cx="0" cy="132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CE2ABEC-A7BE-BAFC-92A8-BC8CCC948B7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1181522" y="2445582"/>
                <a:ext cx="919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7113527-265A-D442-22E4-E31794B23B4E}"/>
                </a:ext>
              </a:extLst>
            </p:cNvPr>
            <p:cNvGrpSpPr/>
            <p:nvPr/>
          </p:nvGrpSpPr>
          <p:grpSpPr>
            <a:xfrm>
              <a:off x="1217844" y="2758070"/>
              <a:ext cx="509506" cy="544721"/>
              <a:chOff x="3248745" y="2744086"/>
              <a:chExt cx="338243" cy="361621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EC84D36-8EFC-4837-D722-D166216304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0650" y="2746139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FABA5AFF-EBD9-302D-BD4D-622AB95E02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8745" y="2804721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6384BF88-AB05-6239-4BEB-3A5C29D94C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8745" y="2857589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D9D10F2-E8BD-1DED-5975-4EDAB162EA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8745" y="2910457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09FF1BAA-FDB0-7170-FAAE-2B827CADD7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8745" y="2963324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17365970-D0E4-3BF6-5B9F-44406F8BF0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8745" y="3018097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DDEBA277-03A4-1C7D-A679-13E6750EDC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8745" y="3070964"/>
                <a:ext cx="63203" cy="26434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AD41A808-777A-59C1-871F-CD53B31696C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507613" y="2744086"/>
                <a:ext cx="0" cy="2003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93972DAF-0F83-24BD-0B7F-329052CFE8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7613" y="3002022"/>
                <a:ext cx="0" cy="1036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8DBE512A-CE23-1D43-DFFB-F0231F4498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2048" y="3002022"/>
                <a:ext cx="1549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5DB26277-6482-169E-7FCB-CD08CAE94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3953" y="2878308"/>
                <a:ext cx="0" cy="132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F63F0C5-8985-E6F9-4BE3-6960643DC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1273" y="2874616"/>
                <a:ext cx="0" cy="132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E676422-4D6B-B272-D705-79BB800E48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61639" y="2944392"/>
                <a:ext cx="919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19A4C5F3-C84A-00BF-EC08-FDF720079959}"/>
                    </a:ext>
                  </a:extLst>
                </p:cNvPr>
                <p:cNvSpPr/>
                <p:nvPr/>
              </p:nvSpPr>
              <p:spPr>
                <a:xfrm>
                  <a:off x="478172" y="2297088"/>
                  <a:ext cx="2163591" cy="5612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A2D82A8B-9A41-CC75-2432-CAB8548A56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72" y="2297088"/>
                  <a:ext cx="2163591" cy="56126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5C15FB63-7421-59F5-D6C1-5648BFE27ABD}"/>
                    </a:ext>
                  </a:extLst>
                </p:cNvPr>
                <p:cNvSpPr/>
                <p:nvPr/>
              </p:nvSpPr>
              <p:spPr>
                <a:xfrm>
                  <a:off x="832678" y="1831256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814F9000-F09A-23DA-940C-2A9B36B271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678" y="1831256"/>
                  <a:ext cx="469392" cy="37260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FC5F10E7-A3DA-1E59-2597-23980C181708}"/>
                    </a:ext>
                  </a:extLst>
                </p:cNvPr>
                <p:cNvSpPr/>
                <p:nvPr/>
              </p:nvSpPr>
              <p:spPr>
                <a:xfrm>
                  <a:off x="818747" y="2855454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95BC49A9-9FB0-41B7-3F81-39A4CC087B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747" y="2855454"/>
                  <a:ext cx="469392" cy="37260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DFAD352-1DE6-6B32-763D-A3250EFED5B6}"/>
                    </a:ext>
                  </a:extLst>
                </p:cNvPr>
                <p:cNvSpPr/>
                <p:nvPr/>
              </p:nvSpPr>
              <p:spPr>
                <a:xfrm>
                  <a:off x="1732222" y="1828525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𝜂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1455627C-6050-9F41-70BB-5E75E2C995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2222" y="1828525"/>
                  <a:ext cx="469392" cy="372605"/>
                </a:xfrm>
                <a:prstGeom prst="rect">
                  <a:avLst/>
                </a:prstGeom>
                <a:blipFill>
                  <a:blip r:embed="rId14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3118974-9EC6-F74E-7E71-3EB6F4AE98D5}"/>
                    </a:ext>
                  </a:extLst>
                </p:cNvPr>
                <p:cNvSpPr/>
                <p:nvPr/>
              </p:nvSpPr>
              <p:spPr>
                <a:xfrm>
                  <a:off x="1765411" y="2828285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𝜂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BC0402B0-85C7-3CE2-8FA0-18E8F4F50D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411" y="2828285"/>
                  <a:ext cx="469392" cy="372605"/>
                </a:xfrm>
                <a:prstGeom prst="rect">
                  <a:avLst/>
                </a:prstGeom>
                <a:blipFill>
                  <a:blip r:embed="rId15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7D64A52-D97A-FE3B-3677-A1D6D0633CD1}"/>
                </a:ext>
              </a:extLst>
            </p:cNvPr>
            <p:cNvGrpSpPr/>
            <p:nvPr/>
          </p:nvGrpSpPr>
          <p:grpSpPr>
            <a:xfrm rot="10800000">
              <a:off x="1306413" y="711523"/>
              <a:ext cx="509506" cy="585465"/>
              <a:chOff x="1148121" y="2250068"/>
              <a:chExt cx="338243" cy="434958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95AC895B-E90E-A2D6-DA3A-AF9A40ACBA6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423160" y="2643835"/>
                <a:ext cx="63204" cy="26434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548105D-1944-8F79-56A0-D2B58DC520B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58052" y="2590967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73C920A1-0869-62D3-09E8-52BE924084B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359957" y="2532385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780AD74-9A59-209C-E12C-C2DB0D23C63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59957" y="2479517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B08EE93-C288-70FF-E996-1571C2A5D2D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359957" y="2426649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04879F1B-0BFE-38A1-D201-F25E0C35EE8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59957" y="2373782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8169A-74E1-F698-F706-D02B9C0A9DD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359957" y="2319009"/>
                <a:ext cx="126407" cy="52868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35BE6D20-168C-DCC8-B323-6B27808CB8E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423161" y="2292576"/>
                <a:ext cx="63203" cy="26434"/>
              </a:xfrm>
              <a:prstGeom prst="line">
                <a:avLst/>
              </a:prstGeom>
              <a:ln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A5C3FCD-06FD-7202-3CA3-52046EBF3AB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227496" y="2445582"/>
                <a:ext cx="0" cy="2394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DBA538-2CE8-0580-5D4B-A9341807D16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227496" y="2250068"/>
                <a:ext cx="0" cy="1378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3A53D911-E461-8202-39EC-DF633B44770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1148121" y="2387952"/>
                <a:ext cx="1549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714EC68-449F-4210-4117-ED37FF0BDE5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01156" y="2383544"/>
                <a:ext cx="0" cy="132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61C9D3EC-59DE-1CD3-10AC-7BE59A2044D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153836" y="2383189"/>
                <a:ext cx="0" cy="1321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CFE8D48-9B9A-849E-C3CE-917006890C7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1181522" y="2445582"/>
                <a:ext cx="919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FC81D54-C967-8EA9-58C7-E536BB161184}"/>
                    </a:ext>
                  </a:extLst>
                </p:cNvPr>
                <p:cNvSpPr/>
                <p:nvPr/>
              </p:nvSpPr>
              <p:spPr>
                <a:xfrm>
                  <a:off x="899402" y="766990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FF3FDE2A-976D-8C94-9A0E-7C7C5D5002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402" y="766990"/>
                  <a:ext cx="469392" cy="37260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649F3A5-F27D-9A09-3FF5-020436EE9A2A}"/>
                    </a:ext>
                  </a:extLst>
                </p:cNvPr>
                <p:cNvSpPr/>
                <p:nvPr/>
              </p:nvSpPr>
              <p:spPr>
                <a:xfrm>
                  <a:off x="1733308" y="711524"/>
                  <a:ext cx="469392" cy="3726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𝜂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D441461E-C441-2FF4-4A67-49BA9C1343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308" y="711524"/>
                  <a:ext cx="469392" cy="372605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21ACB59-0E8B-4CF2-1BDC-88968E5AB45B}"/>
                </a:ext>
              </a:extLst>
            </p:cNvPr>
            <p:cNvGrpSpPr/>
            <p:nvPr/>
          </p:nvGrpSpPr>
          <p:grpSpPr>
            <a:xfrm>
              <a:off x="361121" y="3314868"/>
              <a:ext cx="2397692" cy="181477"/>
              <a:chOff x="3618298" y="3308104"/>
              <a:chExt cx="2397692" cy="181477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83B8175D-CCEA-FA33-2220-E196E37BBEAC}"/>
                  </a:ext>
                </a:extLst>
              </p:cNvPr>
              <p:cNvGrpSpPr/>
              <p:nvPr/>
            </p:nvGrpSpPr>
            <p:grpSpPr>
              <a:xfrm>
                <a:off x="3618298" y="3308749"/>
                <a:ext cx="1639085" cy="180832"/>
                <a:chOff x="1597891" y="1764792"/>
                <a:chExt cx="1639085" cy="180832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5BB3AA06-34DB-BC47-49F4-153B3C9E84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97891" y="1764792"/>
                  <a:ext cx="163908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6F6EA8B8-0FC8-D21F-AB69-3F8320B1B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81163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65DC8ED-0B66-9304-C3B2-8F0E76D6EB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5721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7A69D352-51D5-7ED9-0553-D65B3CF04E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190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43CF8719-BE8E-DECF-17F0-46B0341538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955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AB54F4FC-DB1B-DFFA-2AB3-37FFF9AE77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2720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98B07498-4E30-BF4A-EC31-FA3254B0E0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70047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C2C22E5E-9776-554C-2816-DE2DC8A023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96227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FDD03EF-830A-E2EE-A973-905CB39C4C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0828" y="3308104"/>
                <a:ext cx="120516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6C26F24-0E32-AE05-E3DD-FC488D8EC4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483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571A851-6A5D-6E06-6C46-0CB64531E4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9248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A3ADFF12-77F0-8199-5BAB-211767A9B5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013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4303B3-0BB3-1FA6-6D36-07C1707147E6}"/>
                </a:ext>
              </a:extLst>
            </p:cNvPr>
            <p:cNvGrpSpPr/>
            <p:nvPr/>
          </p:nvGrpSpPr>
          <p:grpSpPr>
            <a:xfrm rot="10800000">
              <a:off x="428256" y="547022"/>
              <a:ext cx="2397692" cy="181477"/>
              <a:chOff x="3618298" y="3308104"/>
              <a:chExt cx="2397692" cy="181477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B61D1D5-49E8-DB61-B933-755D769D0453}"/>
                  </a:ext>
                </a:extLst>
              </p:cNvPr>
              <p:cNvGrpSpPr/>
              <p:nvPr/>
            </p:nvGrpSpPr>
            <p:grpSpPr>
              <a:xfrm>
                <a:off x="3618298" y="3308749"/>
                <a:ext cx="1639085" cy="180832"/>
                <a:chOff x="1597891" y="1764792"/>
                <a:chExt cx="1639085" cy="180832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BF50D3B9-C990-D1B1-7FFA-1A586483C7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97891" y="1764792"/>
                  <a:ext cx="163908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878BC5DB-AC2C-1EAE-1057-E25FEE41C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81163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B1EB41D-B01A-C6A8-21D4-129B9A49B7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5721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F19EBD35-6C77-7283-EDFD-0CB0375E5E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190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32E33402-D7AE-EC37-84EF-3616C769C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955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CC861C2B-F670-D63B-CC81-D690B1EC49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27201" y="1764792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395B8C66-9391-BF14-542E-F8151867C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70047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28CF5114-4FB6-11EC-A160-38D9A3EB42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96227" y="1769697"/>
                  <a:ext cx="79519" cy="1759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333F476-E58A-6931-F09F-B7764DCBF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0828" y="3308104"/>
                <a:ext cx="120516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1B6130C-54D7-6667-A41C-DAD82D36D4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483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6AE60DC-5745-C90F-39ED-8A2F9F895C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9248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B59E91F-837F-C5D8-708E-5FDAF0493F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0138" y="3308104"/>
                <a:ext cx="79519" cy="17592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6DE7710B-717D-6A5D-043F-8754E367CE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8122" y="4143346"/>
            <a:ext cx="1699451" cy="146954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B6C16352-6364-E7AD-DBA6-46BD0187450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3646" y="3771330"/>
            <a:ext cx="2651758" cy="2078404"/>
          </a:xfrm>
          <a:prstGeom prst="rect">
            <a:avLst/>
          </a:prstGeom>
        </p:spPr>
      </p:pic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F4AC4ED-8243-2788-D191-C67EE0B8AEEF}"/>
              </a:ext>
            </a:extLst>
          </p:cNvPr>
          <p:cNvCxnSpPr/>
          <p:nvPr/>
        </p:nvCxnSpPr>
        <p:spPr>
          <a:xfrm flipH="1">
            <a:off x="10038080" y="4531360"/>
            <a:ext cx="518160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A4C70DB-EBB8-11FF-EDA1-CD98218C893D}"/>
              </a:ext>
            </a:extLst>
          </p:cNvPr>
          <p:cNvCxnSpPr/>
          <p:nvPr/>
        </p:nvCxnSpPr>
        <p:spPr>
          <a:xfrm flipH="1">
            <a:off x="9235440" y="4649871"/>
            <a:ext cx="518160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00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5A9B2-A625-E02B-58C6-C264B82D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2BEEE-8A43-2662-5006-3A2E7B54CA2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08CB580-1840-B383-F8B3-63B3864859A9}"/>
              </a:ext>
            </a:extLst>
          </p:cNvPr>
          <p:cNvSpPr/>
          <p:nvPr/>
        </p:nvSpPr>
        <p:spPr>
          <a:xfrm>
            <a:off x="4588088" y="954779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2205004-80B5-33CC-AE9F-A531D83211CF}"/>
              </a:ext>
            </a:extLst>
          </p:cNvPr>
          <p:cNvSpPr/>
          <p:nvPr/>
        </p:nvSpPr>
        <p:spPr>
          <a:xfrm>
            <a:off x="4588088" y="1670823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C0909BB-960A-AEEB-ABA6-8F1D4CB88139}"/>
              </a:ext>
            </a:extLst>
          </p:cNvPr>
          <p:cNvSpPr/>
          <p:nvPr/>
        </p:nvSpPr>
        <p:spPr>
          <a:xfrm>
            <a:off x="4588088" y="2386867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3747E87C-B459-E129-C53D-1745FD251814}"/>
              </a:ext>
            </a:extLst>
          </p:cNvPr>
          <p:cNvSpPr/>
          <p:nvPr/>
        </p:nvSpPr>
        <p:spPr>
          <a:xfrm>
            <a:off x="4588088" y="3102911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8718AE-BD02-C12B-043A-1D1A77568B50}"/>
              </a:ext>
            </a:extLst>
          </p:cNvPr>
          <p:cNvCxnSpPr>
            <a:cxnSpLocks/>
          </p:cNvCxnSpPr>
          <p:nvPr/>
        </p:nvCxnSpPr>
        <p:spPr>
          <a:xfrm>
            <a:off x="9134096" y="976704"/>
            <a:ext cx="0" cy="5019915"/>
          </a:xfrm>
          <a:prstGeom prst="line">
            <a:avLst/>
          </a:prstGeom>
          <a:ln w="635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8000">
                  <a:schemeClr val="accent1"/>
                </a:gs>
                <a:gs pos="38000">
                  <a:srgbClr val="00B0F0"/>
                </a:gs>
                <a:gs pos="100000">
                  <a:schemeClr val="bg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70AD978-696B-E833-EC62-C9B2A56637EB}"/>
              </a:ext>
            </a:extLst>
          </p:cNvPr>
          <p:cNvSpPr/>
          <p:nvPr/>
        </p:nvSpPr>
        <p:spPr>
          <a:xfrm>
            <a:off x="768450" y="984311"/>
            <a:ext cx="8183868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tx1">
                    <a:alpha val="25000"/>
                  </a:schemeClr>
                </a:solidFill>
              </a:rPr>
              <a:t>Background and </a:t>
            </a:r>
            <a:r>
              <a:rPr lang="en-US" sz="2000" b="1">
                <a:solidFill>
                  <a:schemeClr val="tx1">
                    <a:alpha val="25000"/>
                  </a:schemeClr>
                </a:solidFill>
              </a:rPr>
              <a:t>research gap</a:t>
            </a:r>
            <a:endParaRPr lang="en-NL" sz="2000" b="1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9739AF6-BA12-367F-E627-B56E4681E30C}"/>
              </a:ext>
            </a:extLst>
          </p:cNvPr>
          <p:cNvSpPr/>
          <p:nvPr/>
        </p:nvSpPr>
        <p:spPr>
          <a:xfrm>
            <a:off x="3619500" y="1700355"/>
            <a:ext cx="5129626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schemeClr val="tx1"/>
                </a:solidFill>
              </a:rPr>
              <a:t>Research questions</a:t>
            </a:r>
            <a:endParaRPr lang="en-NL" sz="4000" b="1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F359E3-4E69-2FB8-D4FF-89148BD9BE52}"/>
              </a:ext>
            </a:extLst>
          </p:cNvPr>
          <p:cNvSpPr/>
          <p:nvPr/>
        </p:nvSpPr>
        <p:spPr>
          <a:xfrm>
            <a:off x="5169446" y="2416399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tx1">
                    <a:alpha val="25000"/>
                  </a:schemeClr>
                </a:solidFill>
              </a:rPr>
              <a:t>Methodology</a:t>
            </a:r>
            <a:endParaRPr lang="en-NL" sz="2000" b="1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8489C6-5DA6-CAAA-1179-640CD887B39A}"/>
              </a:ext>
            </a:extLst>
          </p:cNvPr>
          <p:cNvSpPr/>
          <p:nvPr/>
        </p:nvSpPr>
        <p:spPr>
          <a:xfrm>
            <a:off x="5169446" y="3132443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Stage-I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5660EC-3019-814D-F5B4-977D45B20A3A}"/>
              </a:ext>
            </a:extLst>
          </p:cNvPr>
          <p:cNvSpPr/>
          <p:nvPr/>
        </p:nvSpPr>
        <p:spPr>
          <a:xfrm>
            <a:off x="5169446" y="3848487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Stage-II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48D61FB-06BD-9254-2F49-266D83FF3742}"/>
              </a:ext>
            </a:extLst>
          </p:cNvPr>
          <p:cNvSpPr/>
          <p:nvPr/>
        </p:nvSpPr>
        <p:spPr>
          <a:xfrm>
            <a:off x="5169446" y="4564531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Stage-III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DFF785-946D-12B9-342B-1EB64A29F956}"/>
              </a:ext>
            </a:extLst>
          </p:cNvPr>
          <p:cNvSpPr/>
          <p:nvPr/>
        </p:nvSpPr>
        <p:spPr>
          <a:xfrm>
            <a:off x="5169446" y="528057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Conclusions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ED888F-83C7-8CE5-5D9E-C518DB823533}"/>
              </a:ext>
            </a:extLst>
          </p:cNvPr>
          <p:cNvSpPr/>
          <p:nvPr/>
        </p:nvSpPr>
        <p:spPr>
          <a:xfrm>
            <a:off x="9042021" y="1943248"/>
            <a:ext cx="184149" cy="168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360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4FA1DCD-E272-54FB-A1E3-5B78CBA56271}"/>
              </a:ext>
            </a:extLst>
          </p:cNvPr>
          <p:cNvSpPr/>
          <p:nvPr/>
        </p:nvSpPr>
        <p:spPr>
          <a:xfrm>
            <a:off x="9076903" y="26557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AF3DE2-0B3B-C695-E076-71970EF0EC3C}"/>
              </a:ext>
            </a:extLst>
          </p:cNvPr>
          <p:cNvSpPr/>
          <p:nvPr/>
        </p:nvSpPr>
        <p:spPr>
          <a:xfrm>
            <a:off x="9076903" y="123844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BC699E2-78BD-5168-D455-94A8578F1A77}"/>
              </a:ext>
            </a:extLst>
          </p:cNvPr>
          <p:cNvSpPr/>
          <p:nvPr/>
        </p:nvSpPr>
        <p:spPr>
          <a:xfrm>
            <a:off x="9076903" y="3418475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2070399-2353-5BC8-3CF9-CC11B0F4BFF9}"/>
              </a:ext>
            </a:extLst>
          </p:cNvPr>
          <p:cNvSpPr/>
          <p:nvPr/>
        </p:nvSpPr>
        <p:spPr>
          <a:xfrm>
            <a:off x="9076903" y="4134519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7DFBEEB-579C-9C65-7CED-4BEFC0627F53}"/>
              </a:ext>
            </a:extLst>
          </p:cNvPr>
          <p:cNvSpPr/>
          <p:nvPr/>
        </p:nvSpPr>
        <p:spPr>
          <a:xfrm>
            <a:off x="9076903" y="48505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C87932-9AC9-759B-035F-A8E34DD6690C}"/>
              </a:ext>
            </a:extLst>
          </p:cNvPr>
          <p:cNvSpPr/>
          <p:nvPr/>
        </p:nvSpPr>
        <p:spPr>
          <a:xfrm>
            <a:off x="9064203" y="5566607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1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17CC-2761-512B-950F-365F1C5B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298-A0E9-383A-9787-F54F3525735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2CA87C-0C76-8855-6154-555ED511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6" y="143840"/>
            <a:ext cx="10752610" cy="323409"/>
          </a:xfrm>
        </p:spPr>
        <p:txBody>
          <a:bodyPr/>
          <a:lstStyle/>
          <a:p>
            <a:r>
              <a:rPr lang="en-US" dirty="0"/>
              <a:t>Research objective and questions (simplified)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81703-0C86-CF4F-75DA-B5A5BF0B0BB6}"/>
              </a:ext>
            </a:extLst>
          </p:cNvPr>
          <p:cNvSpPr txBox="1"/>
          <p:nvPr/>
        </p:nvSpPr>
        <p:spPr>
          <a:xfrm>
            <a:off x="213243" y="780573"/>
            <a:ext cx="79045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Investigating the </a:t>
            </a:r>
            <a:r>
              <a:rPr lang="en-NL" b="1" dirty="0">
                <a:solidFill>
                  <a:schemeClr val="accent1"/>
                </a:solidFill>
              </a:rPr>
              <a:t>potential of composite resonators as LRU concepts </a:t>
            </a:r>
            <a:r>
              <a:rPr lang="en-NL" dirty="0"/>
              <a:t>designing them to achieve </a:t>
            </a:r>
            <a:r>
              <a:rPr lang="en-NL" b="1" dirty="0">
                <a:solidFill>
                  <a:srgbClr val="FF0000"/>
                </a:solidFill>
              </a:rPr>
              <a:t>surface admittance suitable for TS wave attenuation</a:t>
            </a:r>
            <a:r>
              <a:rPr lang="en-US" b="1" dirty="0">
                <a:solidFill>
                  <a:srgbClr val="FF0000"/>
                </a:solidFill>
              </a:rPr>
              <a:t> as per the design criteria.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99384-E843-6027-438D-ABA7C82D77E1}"/>
              </a:ext>
            </a:extLst>
          </p:cNvPr>
          <p:cNvSpPr txBox="1"/>
          <p:nvPr/>
        </p:nvSpPr>
        <p:spPr>
          <a:xfrm>
            <a:off x="20320" y="2254043"/>
            <a:ext cx="6732154" cy="14964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800100" lvl="1" indent="-342900">
              <a:spcBef>
                <a:spcPts val="600"/>
              </a:spcBef>
              <a:spcAft>
                <a:spcPts val="6000"/>
              </a:spcAft>
              <a:buFont typeface="+mj-lt"/>
              <a:buAutoNum type="arabicPeriod"/>
            </a:pPr>
            <a:r>
              <a:rPr lang="en-NL" sz="1600" dirty="0"/>
              <a:t>How does the </a:t>
            </a:r>
            <a:r>
              <a:rPr lang="en-NL" sz="1600" b="1" dirty="0"/>
              <a:t>admittance phase of composite resonators vary across different resonance modes</a:t>
            </a:r>
            <a:r>
              <a:rPr lang="en-US" sz="1600" b="1" dirty="0"/>
              <a:t> and how can we tune it?</a:t>
            </a:r>
            <a:endParaRPr lang="en-US" sz="1600" dirty="0"/>
          </a:p>
          <a:p>
            <a:pPr marL="800100" lvl="1" indent="-342900">
              <a:spcBef>
                <a:spcPts val="600"/>
              </a:spcBef>
              <a:spcAft>
                <a:spcPts val="6000"/>
              </a:spcAft>
              <a:buFont typeface="+mj-lt"/>
              <a:buAutoNum type="arabicPeriod"/>
            </a:pPr>
            <a:r>
              <a:rPr lang="en-NL" sz="1600" dirty="0"/>
              <a:t>How can </a:t>
            </a:r>
            <a:r>
              <a:rPr lang="en-US" sz="1600" dirty="0"/>
              <a:t>they </a:t>
            </a:r>
            <a:r>
              <a:rPr lang="en-NL" sz="1600" dirty="0"/>
              <a:t>be tuned to </a:t>
            </a:r>
            <a:r>
              <a:rPr lang="en-NL" sz="1600" b="1" dirty="0"/>
              <a:t>operate at a desired frequency </a:t>
            </a:r>
            <a:r>
              <a:rPr lang="en-NL" sz="1600" dirty="0"/>
              <a:t>while maintaining </a:t>
            </a:r>
            <a:r>
              <a:rPr lang="en-NL" sz="1600" b="1" dirty="0"/>
              <a:t>subwavelength dimensions</a:t>
            </a:r>
            <a:r>
              <a:rPr lang="en-NL" sz="1600" dirty="0"/>
              <a:t>?</a:t>
            </a:r>
            <a:endParaRPr lang="en-US" sz="16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How much TS wave attenuation do the tuned designs result in?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NL" sz="16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926B06-CEEF-58D9-C08A-F864179FA0DA}"/>
              </a:ext>
            </a:extLst>
          </p:cNvPr>
          <p:cNvSpPr/>
          <p:nvPr/>
        </p:nvSpPr>
        <p:spPr>
          <a:xfrm>
            <a:off x="7527940" y="2179375"/>
            <a:ext cx="2715648" cy="74133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Stage I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400" dirty="0"/>
              <a:t>Conceptual exploration of admittance phase</a:t>
            </a:r>
            <a:endParaRPr lang="en-NL" sz="1400" dirty="0" err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BC1526-9845-0C65-66E1-255E82F85F28}"/>
              </a:ext>
            </a:extLst>
          </p:cNvPr>
          <p:cNvSpPr/>
          <p:nvPr/>
        </p:nvSpPr>
        <p:spPr>
          <a:xfrm>
            <a:off x="7538410" y="3477420"/>
            <a:ext cx="2577022" cy="6892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Stage II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400" dirty="0"/>
              <a:t>LRU Tuning</a:t>
            </a:r>
            <a:endParaRPr lang="en-NL" sz="1600" dirty="0" err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B06177-E39C-B751-D27E-89E1D6EE60BD}"/>
              </a:ext>
            </a:extLst>
          </p:cNvPr>
          <p:cNvSpPr/>
          <p:nvPr/>
        </p:nvSpPr>
        <p:spPr>
          <a:xfrm>
            <a:off x="7527940" y="4724245"/>
            <a:ext cx="2577022" cy="78494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Stage III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400" dirty="0"/>
              <a:t>TS wave interaction</a:t>
            </a:r>
            <a:endParaRPr lang="en-NL" sz="1400" dirty="0" err="1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53504C-7D7D-A5B2-92CF-2256004A1527}"/>
              </a:ext>
            </a:extLst>
          </p:cNvPr>
          <p:cNvCxnSpPr/>
          <p:nvPr/>
        </p:nvCxnSpPr>
        <p:spPr>
          <a:xfrm>
            <a:off x="7268246" y="2554837"/>
            <a:ext cx="270164" cy="0"/>
          </a:xfrm>
          <a:prstGeom prst="straightConnector1">
            <a:avLst/>
          </a:prstGeom>
          <a:ln w="28575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7B0141-B144-A571-12C6-034170B06C86}"/>
              </a:ext>
            </a:extLst>
          </p:cNvPr>
          <p:cNvCxnSpPr/>
          <p:nvPr/>
        </p:nvCxnSpPr>
        <p:spPr>
          <a:xfrm>
            <a:off x="7063930" y="3759228"/>
            <a:ext cx="270164" cy="0"/>
          </a:xfrm>
          <a:prstGeom prst="straightConnector1">
            <a:avLst/>
          </a:prstGeom>
          <a:ln w="28575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EDBE89-8567-37CE-61F7-21D97A5654DC}"/>
              </a:ext>
            </a:extLst>
          </p:cNvPr>
          <p:cNvCxnSpPr/>
          <p:nvPr/>
        </p:nvCxnSpPr>
        <p:spPr>
          <a:xfrm>
            <a:off x="7074242" y="5089212"/>
            <a:ext cx="270164" cy="0"/>
          </a:xfrm>
          <a:prstGeom prst="straightConnector1">
            <a:avLst/>
          </a:prstGeom>
          <a:ln w="28575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EA0AD7-8CE6-D5F2-D4B1-DB57DF29FAA3}"/>
              </a:ext>
            </a:extLst>
          </p:cNvPr>
          <p:cNvSpPr/>
          <p:nvPr/>
        </p:nvSpPr>
        <p:spPr>
          <a:xfrm>
            <a:off x="71120" y="3088640"/>
            <a:ext cx="10322560" cy="134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0DB910-59C5-DFDF-6FAA-F2DD5D0A7159}"/>
              </a:ext>
            </a:extLst>
          </p:cNvPr>
          <p:cNvSpPr/>
          <p:nvPr/>
        </p:nvSpPr>
        <p:spPr>
          <a:xfrm>
            <a:off x="71120" y="4473377"/>
            <a:ext cx="10322560" cy="134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6EC78-D946-28AA-3783-720FBE16EED3}"/>
              </a:ext>
            </a:extLst>
          </p:cNvPr>
          <p:cNvSpPr/>
          <p:nvPr/>
        </p:nvSpPr>
        <p:spPr>
          <a:xfrm>
            <a:off x="166176" y="1879482"/>
            <a:ext cx="10322560" cy="134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21A482-59B4-9965-D224-01BE75C80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5511" y="642828"/>
            <a:ext cx="1699451" cy="1469544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9992C0-420E-FC80-2782-3A463B0B1352}"/>
              </a:ext>
            </a:extLst>
          </p:cNvPr>
          <p:cNvCxnSpPr/>
          <p:nvPr/>
        </p:nvCxnSpPr>
        <p:spPr>
          <a:xfrm flipH="1">
            <a:off x="8677825" y="831968"/>
            <a:ext cx="368189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9EE2E6-82A8-8424-9A9D-3D15CE68CB92}"/>
              </a:ext>
            </a:extLst>
          </p:cNvPr>
          <p:cNvCxnSpPr/>
          <p:nvPr/>
        </p:nvCxnSpPr>
        <p:spPr>
          <a:xfrm flipH="1">
            <a:off x="8962305" y="1898768"/>
            <a:ext cx="368189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287766-9E53-AB57-9741-B598C2D84B12}"/>
              </a:ext>
            </a:extLst>
          </p:cNvPr>
          <p:cNvCxnSpPr/>
          <p:nvPr/>
        </p:nvCxnSpPr>
        <p:spPr>
          <a:xfrm flipH="1">
            <a:off x="9046014" y="1377600"/>
            <a:ext cx="368189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8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F164F-9A66-C9C1-7D61-6DEE7000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E24F4-F94C-8794-93B2-7B65A1A6D8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45CA9AB-B93C-AD45-7107-829E910D661D}"/>
              </a:ext>
            </a:extLst>
          </p:cNvPr>
          <p:cNvSpPr/>
          <p:nvPr/>
        </p:nvSpPr>
        <p:spPr>
          <a:xfrm>
            <a:off x="4588088" y="954779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94F9274-247B-9560-0646-D03989535D6B}"/>
              </a:ext>
            </a:extLst>
          </p:cNvPr>
          <p:cNvSpPr/>
          <p:nvPr/>
        </p:nvSpPr>
        <p:spPr>
          <a:xfrm>
            <a:off x="4588088" y="1670823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ABE4F0B2-7D26-F1F2-5D1A-727F78340E0B}"/>
              </a:ext>
            </a:extLst>
          </p:cNvPr>
          <p:cNvSpPr/>
          <p:nvPr/>
        </p:nvSpPr>
        <p:spPr>
          <a:xfrm>
            <a:off x="4588088" y="2386867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C0212246-31B3-9B08-73DA-E0A0A5FF68FF}"/>
              </a:ext>
            </a:extLst>
          </p:cNvPr>
          <p:cNvSpPr/>
          <p:nvPr/>
        </p:nvSpPr>
        <p:spPr>
          <a:xfrm>
            <a:off x="4588088" y="3102911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A65B89-D968-EFB3-B98D-EEF9A5E5D34B}"/>
              </a:ext>
            </a:extLst>
          </p:cNvPr>
          <p:cNvCxnSpPr>
            <a:cxnSpLocks/>
          </p:cNvCxnSpPr>
          <p:nvPr/>
        </p:nvCxnSpPr>
        <p:spPr>
          <a:xfrm>
            <a:off x="9134096" y="976704"/>
            <a:ext cx="0" cy="5019915"/>
          </a:xfrm>
          <a:prstGeom prst="line">
            <a:avLst/>
          </a:prstGeom>
          <a:ln w="635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8000">
                  <a:schemeClr val="accent1"/>
                </a:gs>
                <a:gs pos="38000">
                  <a:srgbClr val="00B0F0"/>
                </a:gs>
                <a:gs pos="100000">
                  <a:schemeClr val="bg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2CB8FC7-8B40-70CC-41A3-CDC35208F3F9}"/>
              </a:ext>
            </a:extLst>
          </p:cNvPr>
          <p:cNvSpPr/>
          <p:nvPr/>
        </p:nvSpPr>
        <p:spPr>
          <a:xfrm>
            <a:off x="768450" y="984311"/>
            <a:ext cx="8183868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tx1">
                    <a:alpha val="25000"/>
                  </a:schemeClr>
                </a:solidFill>
              </a:rPr>
              <a:t>Background and </a:t>
            </a:r>
            <a:r>
              <a:rPr lang="en-US" sz="2000" b="1">
                <a:solidFill>
                  <a:schemeClr val="tx1">
                    <a:alpha val="25000"/>
                  </a:schemeClr>
                </a:solidFill>
              </a:rPr>
              <a:t>research gap</a:t>
            </a:r>
            <a:endParaRPr lang="en-NL" sz="2000" b="1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7817C-924A-04CE-F92C-687101A142EC}"/>
              </a:ext>
            </a:extLst>
          </p:cNvPr>
          <p:cNvSpPr/>
          <p:nvPr/>
        </p:nvSpPr>
        <p:spPr>
          <a:xfrm>
            <a:off x="5169446" y="170035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Research questions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730859F-8501-FC46-86EA-4F8AAC9DFBB7}"/>
              </a:ext>
            </a:extLst>
          </p:cNvPr>
          <p:cNvSpPr/>
          <p:nvPr/>
        </p:nvSpPr>
        <p:spPr>
          <a:xfrm>
            <a:off x="5169446" y="2416399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schemeClr val="tx1"/>
                </a:solidFill>
              </a:rPr>
              <a:t>Methodology</a:t>
            </a:r>
            <a:endParaRPr lang="en-NL" sz="4000" b="1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F950E46-E0BF-CDB0-169D-B86A3CA452DC}"/>
              </a:ext>
            </a:extLst>
          </p:cNvPr>
          <p:cNvSpPr/>
          <p:nvPr/>
        </p:nvSpPr>
        <p:spPr>
          <a:xfrm>
            <a:off x="5169446" y="3132443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Stage-I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8E062D-936E-F6FC-5784-796E3B413EA6}"/>
              </a:ext>
            </a:extLst>
          </p:cNvPr>
          <p:cNvSpPr/>
          <p:nvPr/>
        </p:nvSpPr>
        <p:spPr>
          <a:xfrm>
            <a:off x="5169446" y="3848487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Stage-II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E67BF94-6655-8A51-C494-D1B305999DE2}"/>
              </a:ext>
            </a:extLst>
          </p:cNvPr>
          <p:cNvSpPr/>
          <p:nvPr/>
        </p:nvSpPr>
        <p:spPr>
          <a:xfrm>
            <a:off x="5169446" y="4564531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Stage-III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3570EEA-F091-9D65-AF81-89312B341DA6}"/>
              </a:ext>
            </a:extLst>
          </p:cNvPr>
          <p:cNvSpPr/>
          <p:nvPr/>
        </p:nvSpPr>
        <p:spPr>
          <a:xfrm>
            <a:off x="5169446" y="528057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Conclusions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6818B94-F497-2641-A5B7-83AEAA03710E}"/>
              </a:ext>
            </a:extLst>
          </p:cNvPr>
          <p:cNvSpPr/>
          <p:nvPr/>
        </p:nvSpPr>
        <p:spPr>
          <a:xfrm>
            <a:off x="9042021" y="2664708"/>
            <a:ext cx="184149" cy="168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360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B3A76B-ABA1-E769-ECA9-9B5EE158478C}"/>
              </a:ext>
            </a:extLst>
          </p:cNvPr>
          <p:cNvSpPr/>
          <p:nvPr/>
        </p:nvSpPr>
        <p:spPr>
          <a:xfrm>
            <a:off x="9076903" y="1986388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BD2A08-B2BF-0EA8-13EF-28B3785DDAFB}"/>
              </a:ext>
            </a:extLst>
          </p:cNvPr>
          <p:cNvSpPr/>
          <p:nvPr/>
        </p:nvSpPr>
        <p:spPr>
          <a:xfrm>
            <a:off x="9076903" y="123844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B674DB-6600-4871-05B3-F8A2D3430D42}"/>
              </a:ext>
            </a:extLst>
          </p:cNvPr>
          <p:cNvSpPr/>
          <p:nvPr/>
        </p:nvSpPr>
        <p:spPr>
          <a:xfrm>
            <a:off x="9076903" y="3418475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C8C37C5-8D1D-A79B-174D-05D9CB905FFB}"/>
              </a:ext>
            </a:extLst>
          </p:cNvPr>
          <p:cNvSpPr/>
          <p:nvPr/>
        </p:nvSpPr>
        <p:spPr>
          <a:xfrm>
            <a:off x="9076903" y="4134519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BE6BC4-569F-D8D4-801C-F26C61769BA4}"/>
              </a:ext>
            </a:extLst>
          </p:cNvPr>
          <p:cNvSpPr/>
          <p:nvPr/>
        </p:nvSpPr>
        <p:spPr>
          <a:xfrm>
            <a:off x="9076903" y="48505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0554CD-DAC5-917D-5596-060BF8F41E25}"/>
              </a:ext>
            </a:extLst>
          </p:cNvPr>
          <p:cNvSpPr/>
          <p:nvPr/>
        </p:nvSpPr>
        <p:spPr>
          <a:xfrm>
            <a:off x="9064203" y="5566607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14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E4A5-7C54-C9D7-B330-0C68EF6C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8A20C-578E-1C50-44BA-67564856008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2552E1-A545-BED7-D7A9-789E5689D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6" y="143840"/>
            <a:ext cx="10752610" cy="323409"/>
          </a:xfrm>
        </p:spPr>
        <p:txBody>
          <a:bodyPr/>
          <a:lstStyle/>
          <a:p>
            <a:r>
              <a:rPr lang="en-US" dirty="0"/>
              <a:t>Methodology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AD276-9C13-043F-4BC7-7FD703F19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76" y="1065974"/>
            <a:ext cx="4762913" cy="306350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85EE627-2BF1-7614-8322-DA71F26FAAEB}"/>
              </a:ext>
            </a:extLst>
          </p:cNvPr>
          <p:cNvSpPr/>
          <p:nvPr/>
        </p:nvSpPr>
        <p:spPr>
          <a:xfrm>
            <a:off x="4929089" y="2271695"/>
            <a:ext cx="1793501" cy="42602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22084F-4D0B-2F14-F183-469FC55AEE3C}"/>
                  </a:ext>
                </a:extLst>
              </p:cNvPr>
              <p:cNvSpPr txBox="1"/>
              <p:nvPr/>
            </p:nvSpPr>
            <p:spPr>
              <a:xfrm>
                <a:off x="5274790" y="1908013"/>
                <a:ext cx="914400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22084F-4D0B-2F14-F183-469FC55AE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790" y="1908013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 t="-6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0BAEAEA-7924-E68D-36A4-E1C2793A7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836" y="1512887"/>
            <a:ext cx="4938751" cy="2192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6C932A5-E48B-4583-32E1-A3A75DD77D73}"/>
                  </a:ext>
                </a:extLst>
              </p:cNvPr>
              <p:cNvSpPr/>
              <p:nvPr/>
            </p:nvSpPr>
            <p:spPr>
              <a:xfrm>
                <a:off x="8437345" y="2610680"/>
                <a:ext cx="1604488" cy="25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)∗⟨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⟩ </m:t>
                      </m:r>
                    </m:oMath>
                  </m:oMathPara>
                </a14:m>
                <a:endParaRPr lang="en-NL" sz="1400" dirty="0" err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6C932A5-E48B-4583-32E1-A3A75DD77D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345" y="2610680"/>
                <a:ext cx="1604488" cy="254666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2AED855-7E74-C3E7-4A26-08B0F49A5F48}"/>
              </a:ext>
            </a:extLst>
          </p:cNvPr>
          <p:cNvSpPr txBox="1"/>
          <p:nvPr/>
        </p:nvSpPr>
        <p:spPr>
          <a:xfrm>
            <a:off x="301335" y="914400"/>
            <a:ext cx="4627753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Pressure load analysis: </a:t>
            </a:r>
            <a:r>
              <a:rPr lang="en-US" sz="1600" dirty="0"/>
              <a:t>Linear elastic modelling in COMSOL</a:t>
            </a:r>
            <a:endParaRPr lang="en-NL" sz="1600" dirty="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b="1" dirty="0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0BB0FC-68A5-FC85-C0C0-18537992BB7D}"/>
              </a:ext>
            </a:extLst>
          </p:cNvPr>
          <p:cNvSpPr txBox="1"/>
          <p:nvPr/>
        </p:nvSpPr>
        <p:spPr>
          <a:xfrm>
            <a:off x="7922722" y="853047"/>
            <a:ext cx="3547040" cy="425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TS wave interaction: </a:t>
            </a:r>
            <a:r>
              <a:rPr lang="en-US" sz="1600" dirty="0"/>
              <a:t>Harmonic Navier Stokes (HNS) equations solver</a:t>
            </a:r>
            <a:endParaRPr lang="en-NL" sz="1600" dirty="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b="1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C6B097-0744-10C2-3F82-8FCB66554BF2}"/>
                  </a:ext>
                </a:extLst>
              </p:cNvPr>
              <p:cNvSpPr txBox="1"/>
              <p:nvPr/>
            </p:nvSpPr>
            <p:spPr>
              <a:xfrm>
                <a:off x="529937" y="4129479"/>
                <a:ext cx="4277262" cy="417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1600" b="0" dirty="0"/>
              </a:p>
              <a:p>
                <a:pPr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NL" sz="1600" dirty="0" err="1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C6B097-0744-10C2-3F82-8FCB66554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37" y="4129479"/>
                <a:ext cx="4277262" cy="417719"/>
              </a:xfrm>
              <a:prstGeom prst="rect">
                <a:avLst/>
              </a:prstGeom>
              <a:blipFill>
                <a:blip r:embed="rId7"/>
                <a:stretch>
                  <a:fillRect t="-1449" b="-144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EE11148D-0074-5798-866D-69080008BCE6}"/>
                  </a:ext>
                </a:extLst>
              </p:cNvPr>
              <p:cNvSpPr txBox="1"/>
              <p:nvPr/>
            </p:nvSpPr>
            <p:spPr>
              <a:xfrm>
                <a:off x="8999332" y="6175630"/>
                <a:ext cx="5426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𝐿𝑅𝑈</m:t>
                          </m:r>
                        </m:sub>
                      </m:sSub>
                    </m:oMath>
                  </m:oMathPara>
                </a14:m>
                <a:endParaRPr lang="en-NL" sz="12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EE11148D-0074-5798-866D-69080008B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9332" y="6175630"/>
                <a:ext cx="54267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8C1ACA1-777F-1505-03BB-A9E08DA380DE}"/>
              </a:ext>
            </a:extLst>
          </p:cNvPr>
          <p:cNvGrpSpPr/>
          <p:nvPr/>
        </p:nvGrpSpPr>
        <p:grpSpPr>
          <a:xfrm>
            <a:off x="5848554" y="3698164"/>
            <a:ext cx="6355895" cy="2745810"/>
            <a:chOff x="5848554" y="3651878"/>
            <a:chExt cx="5883023" cy="279209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7150AB-DF77-DE19-383C-C50FFC824C7B}"/>
                </a:ext>
              </a:extLst>
            </p:cNvPr>
            <p:cNvSpPr txBox="1"/>
            <p:nvPr/>
          </p:nvSpPr>
          <p:spPr>
            <a:xfrm>
              <a:off x="7143872" y="4250045"/>
              <a:ext cx="3616037" cy="3325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NL" sz="1600" dirty="0" err="1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2EAF9C9-C500-E1DD-0C7F-0203801ADEBC}"/>
                </a:ext>
              </a:extLst>
            </p:cNvPr>
            <p:cNvSpPr/>
            <p:nvPr/>
          </p:nvSpPr>
          <p:spPr>
            <a:xfrm>
              <a:off x="7004108" y="5779570"/>
              <a:ext cx="4278102" cy="314453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8762815-B627-8840-7E2B-FB6289F443B7}"/>
                </a:ext>
              </a:extLst>
            </p:cNvPr>
            <p:cNvSpPr/>
            <p:nvPr/>
          </p:nvSpPr>
          <p:spPr>
            <a:xfrm>
              <a:off x="6994954" y="4060545"/>
              <a:ext cx="4264326" cy="1728003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578B93A-4C4B-6A7B-7BBF-130C5DB7053F}"/>
                </a:ext>
              </a:extLst>
            </p:cNvPr>
            <p:cNvSpPr/>
            <p:nvPr/>
          </p:nvSpPr>
          <p:spPr>
            <a:xfrm>
              <a:off x="8881512" y="5779058"/>
              <a:ext cx="365377" cy="318008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38B7CE6E-00E5-63E0-0218-5D309F5B29DC}"/>
                </a:ext>
              </a:extLst>
            </p:cNvPr>
            <p:cNvCxnSpPr>
              <a:cxnSpLocks/>
            </p:cNvCxnSpPr>
            <p:nvPr/>
          </p:nvCxnSpPr>
          <p:spPr>
            <a:xfrm>
              <a:off x="7849677" y="3928922"/>
              <a:ext cx="34060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5AA2149E-BC8B-362B-8711-AFF4CD68D0D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140" y="4029580"/>
              <a:ext cx="0" cy="179892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B454ACB-19EB-D176-E317-CD8EA4783644}"/>
                </a:ext>
              </a:extLst>
            </p:cNvPr>
            <p:cNvSpPr txBox="1"/>
            <p:nvPr/>
          </p:nvSpPr>
          <p:spPr>
            <a:xfrm rot="5400000">
              <a:off x="11416135" y="4838144"/>
              <a:ext cx="3538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Aptos" panose="02110004020202020204"/>
                </a:rPr>
                <a:t>H</a:t>
              </a:r>
              <a:endParaRPr lang="en-NL" sz="12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2AE1936C-C582-761F-2390-FE62A73F56B5}"/>
                </a:ext>
              </a:extLst>
            </p:cNvPr>
            <p:cNvSpPr/>
            <p:nvPr/>
          </p:nvSpPr>
          <p:spPr>
            <a:xfrm>
              <a:off x="8805310" y="5777304"/>
              <a:ext cx="517779" cy="320672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LRU</a:t>
              </a:r>
              <a:endParaRPr kumimoji="0" lang="en-NL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18FA2BE-BBAC-7659-2ED2-E746778A5B6C}"/>
                </a:ext>
              </a:extLst>
            </p:cNvPr>
            <p:cNvCxnSpPr>
              <a:cxnSpLocks/>
            </p:cNvCxnSpPr>
            <p:nvPr/>
          </p:nvCxnSpPr>
          <p:spPr>
            <a:xfrm>
              <a:off x="7622005" y="5779059"/>
              <a:ext cx="363371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D824F6B-AF79-AB24-64CB-03DD3EC47C9D}"/>
                </a:ext>
              </a:extLst>
            </p:cNvPr>
            <p:cNvGrpSpPr/>
            <p:nvPr/>
          </p:nvGrpSpPr>
          <p:grpSpPr>
            <a:xfrm>
              <a:off x="6992178" y="5773979"/>
              <a:ext cx="4172259" cy="167639"/>
              <a:chOff x="1496234" y="2941320"/>
              <a:chExt cx="4172259" cy="167639"/>
            </a:xfrm>
          </p:grpSpPr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1FA7152C-2571-F4BB-824F-4BC7B5F63D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40A6FA5D-B231-A3BC-D9B0-26438E5056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762D31AA-BAE0-0A2E-A230-03923CB7F1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1E48B7C5-5B40-D4E0-E199-3DC28A0AF3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62AA296-D0BF-2A80-2563-C7BE26FFCE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611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D92716DA-FA81-886A-910A-3F84FAD700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75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78F45164-AFED-4E3D-35F0-0A6E3DC3CB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64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07BF6361-71E2-1782-C1E7-62356E4D1D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9250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47DCCD17-5419-E9CD-1758-7A2043AFAB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08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65FA487D-BC84-3C63-9F12-63A2EDF322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9847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DB92E7AD-A128-7037-9C59-5DA3B13F1A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61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B3E138B6-1EAC-AC89-63C4-2F8E794645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897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F0E733CF-7943-C821-EDD6-ABE4B65AFB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0D391B18-3293-30C7-855A-58186AEC33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F1C4464B-195A-2D58-6866-207AC3FF5E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ADF24F38-DF6A-E0F6-F6DC-C5C8CAEEDE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2D61303-2BC8-018D-5AE9-CCBE85549EE7}"/>
                </a:ext>
              </a:extLst>
            </p:cNvPr>
            <p:cNvSpPr/>
            <p:nvPr/>
          </p:nvSpPr>
          <p:spPr>
            <a:xfrm>
              <a:off x="6977611" y="4856192"/>
              <a:ext cx="4278103" cy="922867"/>
            </a:xfrm>
            <a:custGeom>
              <a:avLst/>
              <a:gdLst>
                <a:gd name="csX0" fmla="*/ 0 w 5748866"/>
                <a:gd name="csY0" fmla="*/ 943841 h 943841"/>
                <a:gd name="csX1" fmla="*/ 516466 w 5748866"/>
                <a:gd name="csY1" fmla="*/ 706774 h 943841"/>
                <a:gd name="csX2" fmla="*/ 1151466 w 5748866"/>
                <a:gd name="csY2" fmla="*/ 469708 h 943841"/>
                <a:gd name="csX3" fmla="*/ 1828800 w 5748866"/>
                <a:gd name="csY3" fmla="*/ 291908 h 943841"/>
                <a:gd name="csX4" fmla="*/ 3200400 w 5748866"/>
                <a:gd name="csY4" fmla="*/ 147974 h 943841"/>
                <a:gd name="csX5" fmla="*/ 5748866 w 5748866"/>
                <a:gd name="csY5" fmla="*/ 20974 h 943841"/>
                <a:gd name="csX0" fmla="*/ 0 w 5748866"/>
                <a:gd name="csY0" fmla="*/ 931977 h 931977"/>
                <a:gd name="csX1" fmla="*/ 516466 w 5748866"/>
                <a:gd name="csY1" fmla="*/ 694910 h 931977"/>
                <a:gd name="csX2" fmla="*/ 1151466 w 5748866"/>
                <a:gd name="csY2" fmla="*/ 457844 h 931977"/>
                <a:gd name="csX3" fmla="*/ 1828800 w 5748866"/>
                <a:gd name="csY3" fmla="*/ 280044 h 931977"/>
                <a:gd name="csX4" fmla="*/ 3200400 w 5748866"/>
                <a:gd name="csY4" fmla="*/ 136110 h 931977"/>
                <a:gd name="csX5" fmla="*/ 5748866 w 5748866"/>
                <a:gd name="csY5" fmla="*/ 9110 h 931977"/>
                <a:gd name="csX0" fmla="*/ 0 w 5748866"/>
                <a:gd name="csY0" fmla="*/ 922867 h 922867"/>
                <a:gd name="csX1" fmla="*/ 516466 w 5748866"/>
                <a:gd name="csY1" fmla="*/ 685800 h 922867"/>
                <a:gd name="csX2" fmla="*/ 1151466 w 5748866"/>
                <a:gd name="csY2" fmla="*/ 448734 h 922867"/>
                <a:gd name="csX3" fmla="*/ 1828800 w 5748866"/>
                <a:gd name="csY3" fmla="*/ 270934 h 922867"/>
                <a:gd name="csX4" fmla="*/ 3200400 w 5748866"/>
                <a:gd name="csY4" fmla="*/ 127000 h 922867"/>
                <a:gd name="csX5" fmla="*/ 5748866 w 5748866"/>
                <a:gd name="csY5" fmla="*/ 0 h 922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48866" h="922867">
                  <a:moveTo>
                    <a:pt x="0" y="922867"/>
                  </a:moveTo>
                  <a:cubicBezTo>
                    <a:pt x="162277" y="843844"/>
                    <a:pt x="324555" y="764822"/>
                    <a:pt x="516466" y="685800"/>
                  </a:cubicBezTo>
                  <a:cubicBezTo>
                    <a:pt x="708377" y="606778"/>
                    <a:pt x="932744" y="517878"/>
                    <a:pt x="1151466" y="448734"/>
                  </a:cubicBezTo>
                  <a:cubicBezTo>
                    <a:pt x="1370188" y="379590"/>
                    <a:pt x="1487311" y="324556"/>
                    <a:pt x="1828800" y="270934"/>
                  </a:cubicBezTo>
                  <a:cubicBezTo>
                    <a:pt x="2170289" y="217312"/>
                    <a:pt x="2547056" y="172156"/>
                    <a:pt x="3200400" y="127000"/>
                  </a:cubicBezTo>
                  <a:cubicBezTo>
                    <a:pt x="3853744" y="81844"/>
                    <a:pt x="5280941" y="24836"/>
                    <a:pt x="5748866" y="0"/>
                  </a:cubicBezTo>
                </a:path>
              </a:pathLst>
            </a:custGeom>
            <a:noFill/>
            <a:ln w="12700" cap="flat" cmpd="sng" algn="ctr">
              <a:solidFill>
                <a:srgbClr val="0F9E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EC4219B-F378-C42D-ABD0-1251E0FD5A10}"/>
                </a:ext>
              </a:extLst>
            </p:cNvPr>
            <p:cNvSpPr/>
            <p:nvPr/>
          </p:nvSpPr>
          <p:spPr>
            <a:xfrm>
              <a:off x="7622005" y="4051968"/>
              <a:ext cx="3637275" cy="1737619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490A4EBF-017F-57A6-EB41-04CE2CD7A8A3}"/>
                </a:ext>
              </a:extLst>
            </p:cNvPr>
            <p:cNvCxnSpPr>
              <a:cxnSpLocks/>
            </p:cNvCxnSpPr>
            <p:nvPr/>
          </p:nvCxnSpPr>
          <p:spPr>
            <a:xfrm>
              <a:off x="8505736" y="5689722"/>
              <a:ext cx="14602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A586DD0C-0B5B-EAF8-18BC-29C59C34CF19}"/>
                    </a:ext>
                  </a:extLst>
                </p:cNvPr>
                <p:cNvSpPr txBox="1"/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A586DD0C-0B5B-EAF8-18BC-29C59C34C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19038BE1-4D24-B7FF-FF5F-6F1BE50309B8}"/>
                </a:ext>
              </a:extLst>
            </p:cNvPr>
            <p:cNvGrpSpPr/>
            <p:nvPr/>
          </p:nvGrpSpPr>
          <p:grpSpPr>
            <a:xfrm>
              <a:off x="6425640" y="4051058"/>
              <a:ext cx="236109" cy="1697474"/>
              <a:chOff x="959194" y="1218399"/>
              <a:chExt cx="236109" cy="1697474"/>
            </a:xfrm>
          </p:grpSpPr>
          <p:cxnSp>
            <p:nvCxnSpPr>
              <p:cNvPr id="197" name="Straight Arrow Connector 196">
                <a:extLst>
                  <a:ext uri="{FF2B5EF4-FFF2-40B4-BE49-F238E27FC236}">
                    <a16:creationId xmlns:a16="http://schemas.microsoft.com/office/drawing/2014/main" id="{2FE70B22-E6C6-B244-87F1-DC727A580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98" name="Straight Arrow Connector 197">
                <a:extLst>
                  <a:ext uri="{FF2B5EF4-FFF2-40B4-BE49-F238E27FC236}">
                    <a16:creationId xmlns:a16="http://schemas.microsoft.com/office/drawing/2014/main" id="{AAFDB396-ED06-7F7D-7B95-D1D4C3FF80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99" name="Straight Arrow Connector 198">
                <a:extLst>
                  <a:ext uri="{FF2B5EF4-FFF2-40B4-BE49-F238E27FC236}">
                    <a16:creationId xmlns:a16="http://schemas.microsoft.com/office/drawing/2014/main" id="{3D60D911-2FC7-2465-37E9-6AF24E1487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A09E0436-2FFA-D01E-8CE2-55B9EC030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648B09D1-44ED-AE4C-FCDB-846F9A5A5E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855884D5-67A1-A667-E9CB-ECC8BA2845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3" name="Straight Arrow Connector 202">
                <a:extLst>
                  <a:ext uri="{FF2B5EF4-FFF2-40B4-BE49-F238E27FC236}">
                    <a16:creationId xmlns:a16="http://schemas.microsoft.com/office/drawing/2014/main" id="{9BA7F2C3-FAA8-C70A-A17B-AFC5667902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4" name="Straight Arrow Connector 203">
                <a:extLst>
                  <a:ext uri="{FF2B5EF4-FFF2-40B4-BE49-F238E27FC236}">
                    <a16:creationId xmlns:a16="http://schemas.microsoft.com/office/drawing/2014/main" id="{5F618E28-C434-FF72-1F96-2181136422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C35823E4-8CBE-CA4C-1A6F-8BED7522B5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6" name="Straight Arrow Connector 205">
                <a:extLst>
                  <a:ext uri="{FF2B5EF4-FFF2-40B4-BE49-F238E27FC236}">
                    <a16:creationId xmlns:a16="http://schemas.microsoft.com/office/drawing/2014/main" id="{9E599E97-42BF-C8DE-C52C-DD0EF957DD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4AB4DC72-259C-5993-159E-C8B540C30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74BD326A-B0BB-1EFC-2FB5-3083225F78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09" name="Straight Arrow Connector 208">
                <a:extLst>
                  <a:ext uri="{FF2B5EF4-FFF2-40B4-BE49-F238E27FC236}">
                    <a16:creationId xmlns:a16="http://schemas.microsoft.com/office/drawing/2014/main" id="{4EC158A7-E836-56DA-3514-379530F04F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6C4B8472-75E2-9398-DB2F-E2D1F06681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002A3C10-A1F9-18D4-4341-9F0F5D001873}"/>
                </a:ext>
              </a:extLst>
            </p:cNvPr>
            <p:cNvCxnSpPr/>
            <p:nvPr/>
          </p:nvCxnSpPr>
          <p:spPr>
            <a:xfrm>
              <a:off x="5955861" y="6168618"/>
              <a:ext cx="48101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5526DDC4-62D1-0762-9F36-260F65F8F6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5861" y="5765394"/>
              <a:ext cx="0" cy="40322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7FA31A67-437F-9BB5-8D43-A7CFC18F2BD8}"/>
                    </a:ext>
                  </a:extLst>
                </p:cNvPr>
                <p:cNvSpPr txBox="1"/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7FA31A67-437F-9BB5-8D43-A7CFC18F2B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0C2EFE9D-D5B3-55AE-787A-8E50AE4081C6}"/>
                    </a:ext>
                  </a:extLst>
                </p:cNvPr>
                <p:cNvSpPr txBox="1"/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0C2EFE9D-D5B3-55AE-787A-8E50AE4081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AD70DA95-5DAA-1F97-1F8B-A19A67B08266}"/>
                    </a:ext>
                  </a:extLst>
                </p:cNvPr>
                <p:cNvSpPr txBox="1"/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AD70DA95-5DAA-1F97-1F8B-A19A67B082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F452465D-B4AF-719E-9308-31BDD7D081E6}"/>
                </a:ext>
              </a:extLst>
            </p:cNvPr>
            <p:cNvCxnSpPr>
              <a:cxnSpLocks/>
            </p:cNvCxnSpPr>
            <p:nvPr/>
          </p:nvCxnSpPr>
          <p:spPr>
            <a:xfrm>
              <a:off x="9067034" y="610530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AB1AFB9D-4F74-0731-9393-BBA79834A3BD}"/>
                </a:ext>
              </a:extLst>
            </p:cNvPr>
            <p:cNvCxnSpPr>
              <a:cxnSpLocks/>
            </p:cNvCxnSpPr>
            <p:nvPr/>
          </p:nvCxnSpPr>
          <p:spPr>
            <a:xfrm>
              <a:off x="7642900" y="609237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587B1CB6-4562-207A-98FA-0F352E634CA0}"/>
                    </a:ext>
                  </a:extLst>
                </p:cNvPr>
                <p:cNvSpPr txBox="1"/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587B1CB6-4562-207A-98FA-0F352E634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blipFill>
                  <a:blip r:embed="rId13"/>
                  <a:stretch>
                    <a:fillRect r="-8163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FCD5927-E1CF-425F-0D8B-3C3BAD2C6527}"/>
                </a:ext>
              </a:extLst>
            </p:cNvPr>
            <p:cNvSpPr/>
            <p:nvPr/>
          </p:nvSpPr>
          <p:spPr>
            <a:xfrm>
              <a:off x="8520188" y="5100428"/>
              <a:ext cx="169330" cy="675324"/>
            </a:xfrm>
            <a:custGeom>
              <a:avLst/>
              <a:gdLst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76200 w 311614"/>
                <a:gd name="csY4" fmla="*/ 123825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55596 w 195760"/>
                <a:gd name="csY0" fmla="*/ 498475 h 498475"/>
                <a:gd name="csX1" fmla="*/ 195296 w 195760"/>
                <a:gd name="csY1" fmla="*/ 400050 h 498475"/>
                <a:gd name="csX2" fmla="*/ 7971 w 195760"/>
                <a:gd name="csY2" fmla="*/ 317500 h 498475"/>
                <a:gd name="csX3" fmla="*/ 50833 w 195760"/>
                <a:gd name="csY3" fmla="*/ 207168 h 498475"/>
                <a:gd name="csX4" fmla="*/ 84171 w 195760"/>
                <a:gd name="csY4" fmla="*/ 0 h 498475"/>
                <a:gd name="csX0" fmla="*/ 65121 w 196011"/>
                <a:gd name="csY0" fmla="*/ 546100 h 546100"/>
                <a:gd name="csX1" fmla="*/ 195296 w 196011"/>
                <a:gd name="csY1" fmla="*/ 400050 h 546100"/>
                <a:gd name="csX2" fmla="*/ 7971 w 196011"/>
                <a:gd name="csY2" fmla="*/ 317500 h 546100"/>
                <a:gd name="csX3" fmla="*/ 50833 w 196011"/>
                <a:gd name="csY3" fmla="*/ 207168 h 546100"/>
                <a:gd name="csX4" fmla="*/ 84171 w 196011"/>
                <a:gd name="csY4" fmla="*/ 0 h 546100"/>
                <a:gd name="csX0" fmla="*/ 59818 w 112053"/>
                <a:gd name="csY0" fmla="*/ 546100 h 546100"/>
                <a:gd name="csX1" fmla="*/ 108319 w 112053"/>
                <a:gd name="csY1" fmla="*/ 447675 h 546100"/>
                <a:gd name="csX2" fmla="*/ 2668 w 112053"/>
                <a:gd name="csY2" fmla="*/ 317500 h 546100"/>
                <a:gd name="csX3" fmla="*/ 45530 w 112053"/>
                <a:gd name="csY3" fmla="*/ 207168 h 546100"/>
                <a:gd name="csX4" fmla="*/ 78868 w 112053"/>
                <a:gd name="csY4" fmla="*/ 0 h 546100"/>
                <a:gd name="csX0" fmla="*/ 190375 w 252171"/>
                <a:gd name="csY0" fmla="*/ 546100 h 546100"/>
                <a:gd name="csX1" fmla="*/ 238876 w 252171"/>
                <a:gd name="csY1" fmla="*/ 447675 h 546100"/>
                <a:gd name="csX2" fmla="*/ 506 w 252171"/>
                <a:gd name="csY2" fmla="*/ 310357 h 546100"/>
                <a:gd name="csX3" fmla="*/ 176087 w 252171"/>
                <a:gd name="csY3" fmla="*/ 207168 h 546100"/>
                <a:gd name="csX4" fmla="*/ 209425 w 252171"/>
                <a:gd name="csY4" fmla="*/ 0 h 546100"/>
                <a:gd name="csX0" fmla="*/ 366155 w 427951"/>
                <a:gd name="csY0" fmla="*/ 546100 h 546100"/>
                <a:gd name="csX1" fmla="*/ 414656 w 427951"/>
                <a:gd name="csY1" fmla="*/ 447675 h 546100"/>
                <a:gd name="csX2" fmla="*/ 176286 w 427951"/>
                <a:gd name="csY2" fmla="*/ 310357 h 546100"/>
                <a:gd name="csX3" fmla="*/ 4759 w 427951"/>
                <a:gd name="csY3" fmla="*/ 171450 h 546100"/>
                <a:gd name="csX4" fmla="*/ 385205 w 427951"/>
                <a:gd name="csY4" fmla="*/ 0 h 546100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86998"/>
                <a:gd name="csY0" fmla="*/ 538957 h 538957"/>
                <a:gd name="csX1" fmla="*/ 580747 w 586998"/>
                <a:gd name="csY1" fmla="*/ 440532 h 538957"/>
                <a:gd name="csX2" fmla="*/ 342377 w 586998"/>
                <a:gd name="csY2" fmla="*/ 303214 h 538957"/>
                <a:gd name="csX3" fmla="*/ 170850 w 586998"/>
                <a:gd name="csY3" fmla="*/ 164307 h 538957"/>
                <a:gd name="csX4" fmla="*/ 0 w 586998"/>
                <a:gd name="csY4" fmla="*/ 0 h 538957"/>
                <a:gd name="csX0" fmla="*/ 532246 w 588198"/>
                <a:gd name="csY0" fmla="*/ 538957 h 538957"/>
                <a:gd name="csX1" fmla="*/ 580747 w 588198"/>
                <a:gd name="csY1" fmla="*/ 440532 h 538957"/>
                <a:gd name="csX2" fmla="*/ 342377 w 588198"/>
                <a:gd name="csY2" fmla="*/ 303214 h 538957"/>
                <a:gd name="csX3" fmla="*/ 170850 w 588198"/>
                <a:gd name="csY3" fmla="*/ 164307 h 538957"/>
                <a:gd name="csX4" fmla="*/ 0 w 588198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170850 w 544656"/>
                <a:gd name="csY3" fmla="*/ 164307 h 538957"/>
                <a:gd name="csX4" fmla="*/ 0 w 544656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0 w 544656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481201 w 504930"/>
                <a:gd name="csY0" fmla="*/ 534194 h 534194"/>
                <a:gd name="csX1" fmla="*/ 478657 w 504930"/>
                <a:gd name="csY1" fmla="*/ 433388 h 534194"/>
                <a:gd name="csX2" fmla="*/ 138193 w 504930"/>
                <a:gd name="csY2" fmla="*/ 298451 h 534194"/>
                <a:gd name="csX3" fmla="*/ 0 w 504930"/>
                <a:gd name="csY3" fmla="*/ 0 h 534194"/>
                <a:gd name="csX0" fmla="*/ 490745 w 514474"/>
                <a:gd name="csY0" fmla="*/ 534194 h 534194"/>
                <a:gd name="csX1" fmla="*/ 488201 w 514474"/>
                <a:gd name="csY1" fmla="*/ 433388 h 534194"/>
                <a:gd name="csX2" fmla="*/ 147737 w 514474"/>
                <a:gd name="csY2" fmla="*/ 298451 h 534194"/>
                <a:gd name="csX3" fmla="*/ 9544 w 514474"/>
                <a:gd name="csY3" fmla="*/ 0 h 534194"/>
                <a:gd name="csX0" fmla="*/ 481171 w 504900"/>
                <a:gd name="csY0" fmla="*/ 538957 h 538957"/>
                <a:gd name="csX1" fmla="*/ 478627 w 504900"/>
                <a:gd name="csY1" fmla="*/ 438151 h 538957"/>
                <a:gd name="csX2" fmla="*/ 138163 w 504900"/>
                <a:gd name="csY2" fmla="*/ 303214 h 538957"/>
                <a:gd name="csX3" fmla="*/ 10178 w 504900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03214 h 538957"/>
                <a:gd name="csX3" fmla="*/ 21754 w 516476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53221 h 538957"/>
                <a:gd name="csX3" fmla="*/ 21754 w 516476"/>
                <a:gd name="csY3" fmla="*/ 0 h 538957"/>
                <a:gd name="csX0" fmla="*/ 533296 w 557025"/>
                <a:gd name="csY0" fmla="*/ 538957 h 538957"/>
                <a:gd name="csX1" fmla="*/ 530752 w 557025"/>
                <a:gd name="csY1" fmla="*/ 438151 h 538957"/>
                <a:gd name="csX2" fmla="*/ 190288 w 557025"/>
                <a:gd name="csY2" fmla="*/ 353221 h 538957"/>
                <a:gd name="csX3" fmla="*/ 62303 w 557025"/>
                <a:gd name="csY3" fmla="*/ 0 h 538957"/>
                <a:gd name="csX0" fmla="*/ 496970 w 706875"/>
                <a:gd name="csY0" fmla="*/ 538957 h 538957"/>
                <a:gd name="csX1" fmla="*/ 698610 w 706875"/>
                <a:gd name="csY1" fmla="*/ 440532 h 538957"/>
                <a:gd name="csX2" fmla="*/ 153962 w 706875"/>
                <a:gd name="csY2" fmla="*/ 353221 h 538957"/>
                <a:gd name="csX3" fmla="*/ 25977 w 706875"/>
                <a:gd name="csY3" fmla="*/ 0 h 538957"/>
                <a:gd name="csX0" fmla="*/ 741988 w 757457"/>
                <a:gd name="csY0" fmla="*/ 538957 h 538957"/>
                <a:gd name="csX1" fmla="*/ 698610 w 757457"/>
                <a:gd name="csY1" fmla="*/ 440532 h 538957"/>
                <a:gd name="csX2" fmla="*/ 153962 w 757457"/>
                <a:gd name="csY2" fmla="*/ 353221 h 538957"/>
                <a:gd name="csX3" fmla="*/ 25977 w 757457"/>
                <a:gd name="csY3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89020 w 789020"/>
                <a:gd name="csY0" fmla="*/ 538957 h 538957"/>
                <a:gd name="csX1" fmla="*/ 200994 w 789020"/>
                <a:gd name="csY1" fmla="*/ 353221 h 538957"/>
                <a:gd name="csX2" fmla="*/ 73009 w 789020"/>
                <a:gd name="csY2" fmla="*/ 0 h 538957"/>
                <a:gd name="csX0" fmla="*/ 746400 w 746400"/>
                <a:gd name="csY0" fmla="*/ 538957 h 538957"/>
                <a:gd name="csX1" fmla="*/ 158374 w 746400"/>
                <a:gd name="csY1" fmla="*/ 353221 h 538957"/>
                <a:gd name="csX2" fmla="*/ 30389 w 746400"/>
                <a:gd name="csY2" fmla="*/ 0 h 538957"/>
                <a:gd name="csX0" fmla="*/ 757346 w 757346"/>
                <a:gd name="csY0" fmla="*/ 538957 h 538957"/>
                <a:gd name="csX1" fmla="*/ 169320 w 757346"/>
                <a:gd name="csY1" fmla="*/ 353221 h 538957"/>
                <a:gd name="csX2" fmla="*/ 41335 w 757346"/>
                <a:gd name="csY2" fmla="*/ 0 h 538957"/>
                <a:gd name="csX0" fmla="*/ 725971 w 725971"/>
                <a:gd name="csY0" fmla="*/ 538957 h 538957"/>
                <a:gd name="csX1" fmla="*/ 137945 w 725971"/>
                <a:gd name="csY1" fmla="*/ 353221 h 538957"/>
                <a:gd name="csX2" fmla="*/ 9960 w 725971"/>
                <a:gd name="csY2" fmla="*/ 0 h 538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5971" h="538957">
                  <a:moveTo>
                    <a:pt x="725971" y="538957"/>
                  </a:moveTo>
                  <a:cubicBezTo>
                    <a:pt x="695347" y="433587"/>
                    <a:pt x="328747" y="428760"/>
                    <a:pt x="137945" y="353221"/>
                  </a:cubicBezTo>
                  <a:cubicBezTo>
                    <a:pt x="-52857" y="277682"/>
                    <a:pt x="9822" y="146515"/>
                    <a:pt x="9960" y="0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6D1495B8-A139-75FF-5D4D-AAF298679173}"/>
                    </a:ext>
                  </a:extLst>
                </p:cNvPr>
                <p:cNvSpPr txBox="1"/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6D1495B8-A139-75FF-5D4D-AAF298679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1B416B15-1772-1F2E-4BA4-49B9CD0F0E61}"/>
                </a:ext>
              </a:extLst>
            </p:cNvPr>
            <p:cNvCxnSpPr>
              <a:cxnSpLocks/>
            </p:cNvCxnSpPr>
            <p:nvPr/>
          </p:nvCxnSpPr>
          <p:spPr>
            <a:xfrm>
              <a:off x="8500802" y="5099462"/>
              <a:ext cx="0" cy="67532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6A953436-8A6E-9D1C-C0E4-E38178EF61D1}"/>
                </a:ext>
              </a:extLst>
            </p:cNvPr>
            <p:cNvCxnSpPr>
              <a:cxnSpLocks/>
            </p:cNvCxnSpPr>
            <p:nvPr/>
          </p:nvCxnSpPr>
          <p:spPr>
            <a:xfrm>
              <a:off x="8505074" y="5635679"/>
              <a:ext cx="9144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07A4352B-DD87-1A2B-E7FE-EC0C2C03B3EB}"/>
                </a:ext>
              </a:extLst>
            </p:cNvPr>
            <p:cNvCxnSpPr>
              <a:cxnSpLocks/>
            </p:cNvCxnSpPr>
            <p:nvPr/>
          </p:nvCxnSpPr>
          <p:spPr>
            <a:xfrm>
              <a:off x="8497627" y="5745217"/>
              <a:ext cx="182685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3657DEA6-73E1-D9A0-7EBF-D93BB49C1606}"/>
                </a:ext>
              </a:extLst>
            </p:cNvPr>
            <p:cNvGrpSpPr/>
            <p:nvPr/>
          </p:nvGrpSpPr>
          <p:grpSpPr>
            <a:xfrm flipH="1">
              <a:off x="8505071" y="5522992"/>
              <a:ext cx="50178" cy="59119"/>
              <a:chOff x="2454818" y="2635951"/>
              <a:chExt cx="132334" cy="47181"/>
            </a:xfrm>
          </p:grpSpPr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19625A52-4B93-3948-6DFA-3F6175DBFC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642" y="2635951"/>
                <a:ext cx="8951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27" name="Straight Arrow Connector 226">
                <a:extLst>
                  <a:ext uri="{FF2B5EF4-FFF2-40B4-BE49-F238E27FC236}">
                    <a16:creationId xmlns:a16="http://schemas.microsoft.com/office/drawing/2014/main" id="{CBD44C8A-D753-3AA5-6F57-3264960535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818" y="2683132"/>
                <a:ext cx="13233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6E838E39-C121-0745-0CD3-35847986888D}"/>
                </a:ext>
              </a:extLst>
            </p:cNvPr>
            <p:cNvSpPr/>
            <p:nvPr/>
          </p:nvSpPr>
          <p:spPr>
            <a:xfrm>
              <a:off x="8877319" y="5532937"/>
              <a:ext cx="366713" cy="242947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 cap="flat" cmpd="sng" algn="ctr">
              <a:solidFill>
                <a:srgbClr val="4EA72E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E616C1F1-153C-981C-DABF-F4756C4F9C7F}"/>
                </a:ext>
              </a:extLst>
            </p:cNvPr>
            <p:cNvGrpSpPr/>
            <p:nvPr/>
          </p:nvGrpSpPr>
          <p:grpSpPr>
            <a:xfrm>
              <a:off x="8910221" y="5551498"/>
              <a:ext cx="109538" cy="221843"/>
              <a:chOff x="2702479" y="3807697"/>
              <a:chExt cx="109538" cy="182685"/>
            </a:xfrm>
          </p:grpSpPr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941D2B24-33B7-0043-829C-6689B638681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83512" y="390927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31" name="Straight Arrow Connector 230">
                <a:extLst>
                  <a:ext uri="{FF2B5EF4-FFF2-40B4-BE49-F238E27FC236}">
                    <a16:creationId xmlns:a16="http://schemas.microsoft.com/office/drawing/2014/main" id="{0B51FB5F-96CE-282C-F1EE-535E40C94A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56758" y="393722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32" name="Straight Arrow Connector 231">
                <a:extLst>
                  <a:ext uri="{FF2B5EF4-FFF2-40B4-BE49-F238E27FC236}">
                    <a16:creationId xmlns:a16="http://schemas.microsoft.com/office/drawing/2014/main" id="{76336E69-F300-BD41-B7CC-C32A4FE1518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720674" y="389904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6CE2D270-1534-CBB6-8A28-337DB46E2B0B}"/>
                </a:ext>
              </a:extLst>
            </p:cNvPr>
            <p:cNvGrpSpPr/>
            <p:nvPr/>
          </p:nvGrpSpPr>
          <p:grpSpPr>
            <a:xfrm flipH="1">
              <a:off x="9080477" y="5529086"/>
              <a:ext cx="121866" cy="251159"/>
              <a:chOff x="2980732" y="3826755"/>
              <a:chExt cx="109538" cy="182685"/>
            </a:xfrm>
          </p:grpSpPr>
          <p:cxnSp>
            <p:nvCxnSpPr>
              <p:cNvPr id="234" name="Straight Arrow Connector 233">
                <a:extLst>
                  <a:ext uri="{FF2B5EF4-FFF2-40B4-BE49-F238E27FC236}">
                    <a16:creationId xmlns:a16="http://schemas.microsoft.com/office/drawing/2014/main" id="{39F47359-0FFC-4266-1FB6-0FFFCDA5FE4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1765" y="392832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35" name="Straight Arrow Connector 234">
                <a:extLst>
                  <a:ext uri="{FF2B5EF4-FFF2-40B4-BE49-F238E27FC236}">
                    <a16:creationId xmlns:a16="http://schemas.microsoft.com/office/drawing/2014/main" id="{5489F3E5-C62A-D236-36E9-57C1F3A97AB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5011" y="395627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DF2EE7CD-AC35-C74F-2BAE-EF12008767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98927" y="391809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8A26766A-5250-8DCE-F871-1BC13B5A4E7C}"/>
                    </a:ext>
                  </a:extLst>
                </p:cNvPr>
                <p:cNvSpPr txBox="1"/>
                <p:nvPr/>
              </p:nvSpPr>
              <p:spPr>
                <a:xfrm>
                  <a:off x="9098418" y="5387780"/>
                  <a:ext cx="98828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  <m: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8A26766A-5250-8DCE-F871-1BC13B5A4E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8418" y="5387780"/>
                  <a:ext cx="988283" cy="24622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6F7B3FC2-95EE-B273-2741-9A390A1604CD}"/>
                    </a:ext>
                  </a:extLst>
                </p:cNvPr>
                <p:cNvSpPr txBox="1"/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200" dirty="0">
                    <a:solidFill>
                      <a:srgbClr val="0F9ED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6F7B3FC2-95EE-B273-2741-9A390A160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5B72DDFE-66AB-F935-4330-29A3971F35A1}"/>
                </a:ext>
              </a:extLst>
            </p:cNvPr>
            <p:cNvSpPr txBox="1"/>
            <p:nvPr/>
          </p:nvSpPr>
          <p:spPr>
            <a:xfrm>
              <a:off x="7923252" y="4430368"/>
              <a:ext cx="980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ptos" panose="02110004020202020204"/>
                </a:rPr>
                <a:t>TS wave</a:t>
              </a:r>
              <a:endParaRPr lang="en-NL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1DEFB190-9703-B223-8A40-8B23AA3841F8}"/>
                </a:ext>
              </a:extLst>
            </p:cNvPr>
            <p:cNvSpPr/>
            <p:nvPr/>
          </p:nvSpPr>
          <p:spPr>
            <a:xfrm>
              <a:off x="7697734" y="5417466"/>
              <a:ext cx="539727" cy="154700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1AE9D7FF-C301-2936-6FDF-3A717E692835}"/>
                </a:ext>
              </a:extLst>
            </p:cNvPr>
            <p:cNvCxnSpPr>
              <a:cxnSpLocks/>
              <a:stCxn id="239" idx="2"/>
            </p:cNvCxnSpPr>
            <p:nvPr/>
          </p:nvCxnSpPr>
          <p:spPr>
            <a:xfrm flipH="1">
              <a:off x="8061344" y="4799700"/>
              <a:ext cx="352235" cy="530905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3707EF-C6FA-C12B-60F1-7757FCBE2D62}"/>
                </a:ext>
              </a:extLst>
            </p:cNvPr>
            <p:cNvSpPr txBox="1"/>
            <p:nvPr/>
          </p:nvSpPr>
          <p:spPr>
            <a:xfrm>
              <a:off x="9523752" y="3651878"/>
              <a:ext cx="322128" cy="281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Aptos" panose="02110004020202020204"/>
                </a:rPr>
                <a:t>L</a:t>
              </a:r>
              <a:endParaRPr lang="en-NL" sz="12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01CEFF6-2E28-1060-BB03-699B52FE650E}"/>
                  </a:ext>
                </a:extLst>
              </p:cNvPr>
              <p:cNvSpPr txBox="1"/>
              <p:nvPr/>
            </p:nvSpPr>
            <p:spPr>
              <a:xfrm>
                <a:off x="4676772" y="4759400"/>
                <a:ext cx="1579961" cy="472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𝐿𝑅𝑈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=3.5∗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NL" sz="1600" dirty="0" err="1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01CEFF6-2E28-1060-BB03-699B52FE6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72" y="4759400"/>
                <a:ext cx="1579961" cy="472430"/>
              </a:xfrm>
              <a:prstGeom prst="rect">
                <a:avLst/>
              </a:prstGeom>
              <a:blipFill>
                <a:blip r:embed="rId17"/>
                <a:stretch>
                  <a:fillRect l="-4247" t="-3896" r="-617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77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8" grpId="0" animBg="1"/>
      <p:bldP spid="20" grpId="0"/>
      <p:bldP spid="2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6EF8-8B23-345B-C81D-FF678FAF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97AFE8B-24C2-86CF-E553-F7C0AF0BF43B}"/>
              </a:ext>
            </a:extLst>
          </p:cNvPr>
          <p:cNvGrpSpPr/>
          <p:nvPr/>
        </p:nvGrpSpPr>
        <p:grpSpPr>
          <a:xfrm>
            <a:off x="-59462" y="741939"/>
            <a:ext cx="5572122" cy="2550627"/>
            <a:chOff x="5848554" y="3860618"/>
            <a:chExt cx="5883023" cy="25936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5FE473D-A5DB-E5BF-ED28-1CB3A81FFA95}"/>
                    </a:ext>
                  </a:extLst>
                </p:cNvPr>
                <p:cNvSpPr txBox="1"/>
                <p:nvPr/>
              </p:nvSpPr>
              <p:spPr>
                <a:xfrm>
                  <a:off x="9098418" y="5387780"/>
                  <a:ext cx="496224" cy="2503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5FE473D-A5DB-E5BF-ED28-1CB3A81FF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8418" y="5387780"/>
                  <a:ext cx="496224" cy="25037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FC48E84-9B62-A0C8-7626-483BA3C978A3}"/>
                </a:ext>
              </a:extLst>
            </p:cNvPr>
            <p:cNvSpPr txBox="1"/>
            <p:nvPr/>
          </p:nvSpPr>
          <p:spPr>
            <a:xfrm>
              <a:off x="7143872" y="4250045"/>
              <a:ext cx="3616037" cy="3325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NL" sz="1600" dirty="0" err="1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AFF0FC-2B11-1FB0-405A-CF87BD45A48F}"/>
                </a:ext>
              </a:extLst>
            </p:cNvPr>
            <p:cNvSpPr/>
            <p:nvPr/>
          </p:nvSpPr>
          <p:spPr>
            <a:xfrm>
              <a:off x="7004108" y="5779570"/>
              <a:ext cx="4278102" cy="314453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251DE4-E75D-EDFA-084C-61AF5049C6CA}"/>
                </a:ext>
              </a:extLst>
            </p:cNvPr>
            <p:cNvSpPr/>
            <p:nvPr/>
          </p:nvSpPr>
          <p:spPr>
            <a:xfrm>
              <a:off x="6994954" y="4060545"/>
              <a:ext cx="4264326" cy="1728003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5BAFBB-327C-C28D-C2A4-5DE98AE092D1}"/>
                </a:ext>
              </a:extLst>
            </p:cNvPr>
            <p:cNvSpPr/>
            <p:nvPr/>
          </p:nvSpPr>
          <p:spPr>
            <a:xfrm>
              <a:off x="8881512" y="5779058"/>
              <a:ext cx="365377" cy="318008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7BA793A-3477-00FC-B2EE-8E97FC5D1EE0}"/>
                </a:ext>
              </a:extLst>
            </p:cNvPr>
            <p:cNvCxnSpPr>
              <a:cxnSpLocks/>
            </p:cNvCxnSpPr>
            <p:nvPr/>
          </p:nvCxnSpPr>
          <p:spPr>
            <a:xfrm>
              <a:off x="7849677" y="3928922"/>
              <a:ext cx="34060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DDDA1E9-8920-239D-38B5-9F6423F3157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140" y="4029580"/>
              <a:ext cx="0" cy="179892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F16456-91A7-01D0-18C8-3C39EE28EE95}"/>
                </a:ext>
              </a:extLst>
            </p:cNvPr>
            <p:cNvSpPr txBox="1"/>
            <p:nvPr/>
          </p:nvSpPr>
          <p:spPr>
            <a:xfrm rot="5400000">
              <a:off x="11416135" y="4838144"/>
              <a:ext cx="3538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Aptos" panose="02110004020202020204"/>
                </a:rPr>
                <a:t>H</a:t>
              </a:r>
              <a:endParaRPr lang="en-NL" sz="12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D871D1-FA33-052E-FB47-232A0A717FDD}"/>
                </a:ext>
              </a:extLst>
            </p:cNvPr>
            <p:cNvSpPr/>
            <p:nvPr/>
          </p:nvSpPr>
          <p:spPr>
            <a:xfrm>
              <a:off x="8805310" y="5777304"/>
              <a:ext cx="517779" cy="320672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LRU</a:t>
              </a:r>
              <a:endParaRPr kumimoji="0" lang="en-NL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D37E030-58BD-A13E-C477-353F696BF971}"/>
                </a:ext>
              </a:extLst>
            </p:cNvPr>
            <p:cNvCxnSpPr>
              <a:cxnSpLocks/>
            </p:cNvCxnSpPr>
            <p:nvPr/>
          </p:nvCxnSpPr>
          <p:spPr>
            <a:xfrm>
              <a:off x="7622005" y="5779059"/>
              <a:ext cx="363371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7B12148-2462-646B-1DFF-5D8A5714871E}"/>
                </a:ext>
              </a:extLst>
            </p:cNvPr>
            <p:cNvGrpSpPr/>
            <p:nvPr/>
          </p:nvGrpSpPr>
          <p:grpSpPr>
            <a:xfrm>
              <a:off x="6992178" y="5773979"/>
              <a:ext cx="4172259" cy="167639"/>
              <a:chOff x="1496234" y="2941320"/>
              <a:chExt cx="4172259" cy="167639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A6DF425-8FD2-041F-1537-CD9C5C22B4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C9CAB506-BC40-37C5-888B-CB20C3C21F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ACCCD23-001D-DEC6-9EB2-CCB88B53AC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22872A2-5D1C-B4E0-278B-CAB1D47C9A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6AB71E3-14FC-2AC1-7C35-5D41E8E34D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611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5D628EF-0D7A-4A03-1E1A-F961E1324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75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FB4F9D8-1801-C5A6-0792-BA8CDF8BF5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64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2CEB012-B048-8F8C-DC22-515657843E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9250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5A1B391-BF9C-1834-841E-A9175622AC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08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144F95B-3CEB-2C4E-639E-68603FC0F8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9847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90E1FB15-E782-351B-2FC9-E7A820784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61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5E9DF40-E9B0-A598-B380-B6342F3FCC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897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621DFE0-9768-4B36-2185-72BDF6F84E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D0DCBE59-9761-12EF-292F-0FCB5560F1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DA2E947B-D2A3-72BE-6767-8E89C36932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CEFF6AD-B574-AE2F-71F5-72B3AC34A7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AE4F14-0E55-F1CC-6EED-A0CD9007D468}"/>
                </a:ext>
              </a:extLst>
            </p:cNvPr>
            <p:cNvSpPr/>
            <p:nvPr/>
          </p:nvSpPr>
          <p:spPr>
            <a:xfrm>
              <a:off x="6977611" y="4856192"/>
              <a:ext cx="4278103" cy="922867"/>
            </a:xfrm>
            <a:custGeom>
              <a:avLst/>
              <a:gdLst>
                <a:gd name="csX0" fmla="*/ 0 w 5748866"/>
                <a:gd name="csY0" fmla="*/ 943841 h 943841"/>
                <a:gd name="csX1" fmla="*/ 516466 w 5748866"/>
                <a:gd name="csY1" fmla="*/ 706774 h 943841"/>
                <a:gd name="csX2" fmla="*/ 1151466 w 5748866"/>
                <a:gd name="csY2" fmla="*/ 469708 h 943841"/>
                <a:gd name="csX3" fmla="*/ 1828800 w 5748866"/>
                <a:gd name="csY3" fmla="*/ 291908 h 943841"/>
                <a:gd name="csX4" fmla="*/ 3200400 w 5748866"/>
                <a:gd name="csY4" fmla="*/ 147974 h 943841"/>
                <a:gd name="csX5" fmla="*/ 5748866 w 5748866"/>
                <a:gd name="csY5" fmla="*/ 20974 h 943841"/>
                <a:gd name="csX0" fmla="*/ 0 w 5748866"/>
                <a:gd name="csY0" fmla="*/ 931977 h 931977"/>
                <a:gd name="csX1" fmla="*/ 516466 w 5748866"/>
                <a:gd name="csY1" fmla="*/ 694910 h 931977"/>
                <a:gd name="csX2" fmla="*/ 1151466 w 5748866"/>
                <a:gd name="csY2" fmla="*/ 457844 h 931977"/>
                <a:gd name="csX3" fmla="*/ 1828800 w 5748866"/>
                <a:gd name="csY3" fmla="*/ 280044 h 931977"/>
                <a:gd name="csX4" fmla="*/ 3200400 w 5748866"/>
                <a:gd name="csY4" fmla="*/ 136110 h 931977"/>
                <a:gd name="csX5" fmla="*/ 5748866 w 5748866"/>
                <a:gd name="csY5" fmla="*/ 9110 h 931977"/>
                <a:gd name="csX0" fmla="*/ 0 w 5748866"/>
                <a:gd name="csY0" fmla="*/ 922867 h 922867"/>
                <a:gd name="csX1" fmla="*/ 516466 w 5748866"/>
                <a:gd name="csY1" fmla="*/ 685800 h 922867"/>
                <a:gd name="csX2" fmla="*/ 1151466 w 5748866"/>
                <a:gd name="csY2" fmla="*/ 448734 h 922867"/>
                <a:gd name="csX3" fmla="*/ 1828800 w 5748866"/>
                <a:gd name="csY3" fmla="*/ 270934 h 922867"/>
                <a:gd name="csX4" fmla="*/ 3200400 w 5748866"/>
                <a:gd name="csY4" fmla="*/ 127000 h 922867"/>
                <a:gd name="csX5" fmla="*/ 5748866 w 5748866"/>
                <a:gd name="csY5" fmla="*/ 0 h 922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48866" h="922867">
                  <a:moveTo>
                    <a:pt x="0" y="922867"/>
                  </a:moveTo>
                  <a:cubicBezTo>
                    <a:pt x="162277" y="843844"/>
                    <a:pt x="324555" y="764822"/>
                    <a:pt x="516466" y="685800"/>
                  </a:cubicBezTo>
                  <a:cubicBezTo>
                    <a:pt x="708377" y="606778"/>
                    <a:pt x="932744" y="517878"/>
                    <a:pt x="1151466" y="448734"/>
                  </a:cubicBezTo>
                  <a:cubicBezTo>
                    <a:pt x="1370188" y="379590"/>
                    <a:pt x="1487311" y="324556"/>
                    <a:pt x="1828800" y="270934"/>
                  </a:cubicBezTo>
                  <a:cubicBezTo>
                    <a:pt x="2170289" y="217312"/>
                    <a:pt x="2547056" y="172156"/>
                    <a:pt x="3200400" y="127000"/>
                  </a:cubicBezTo>
                  <a:cubicBezTo>
                    <a:pt x="3853744" y="81844"/>
                    <a:pt x="5280941" y="24836"/>
                    <a:pt x="5748866" y="0"/>
                  </a:cubicBezTo>
                </a:path>
              </a:pathLst>
            </a:custGeom>
            <a:noFill/>
            <a:ln w="12700" cap="flat" cmpd="sng" algn="ctr">
              <a:solidFill>
                <a:srgbClr val="0F9E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C6E9F7-BF2B-03CB-206D-8EC42894AB75}"/>
                </a:ext>
              </a:extLst>
            </p:cNvPr>
            <p:cNvSpPr/>
            <p:nvPr/>
          </p:nvSpPr>
          <p:spPr>
            <a:xfrm>
              <a:off x="7622005" y="4051968"/>
              <a:ext cx="3637275" cy="1737619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1522F2D-CC15-416D-6749-FACAB1F47C15}"/>
                </a:ext>
              </a:extLst>
            </p:cNvPr>
            <p:cNvCxnSpPr>
              <a:cxnSpLocks/>
            </p:cNvCxnSpPr>
            <p:nvPr/>
          </p:nvCxnSpPr>
          <p:spPr>
            <a:xfrm>
              <a:off x="8505736" y="5689722"/>
              <a:ext cx="14602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CFCB2E7-8948-B602-3397-D01AB8AFBBFD}"/>
                    </a:ext>
                  </a:extLst>
                </p:cNvPr>
                <p:cNvSpPr txBox="1"/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CFCB2E7-8948-B602-3397-D01AB8AFB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6F41002-998C-28D2-CFBA-3EC7A12817D8}"/>
                </a:ext>
              </a:extLst>
            </p:cNvPr>
            <p:cNvGrpSpPr/>
            <p:nvPr/>
          </p:nvGrpSpPr>
          <p:grpSpPr>
            <a:xfrm>
              <a:off x="6425640" y="4051058"/>
              <a:ext cx="236109" cy="1697474"/>
              <a:chOff x="959194" y="1218399"/>
              <a:chExt cx="236109" cy="1697474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AB2E9B73-CCFB-4BF5-D6E3-382F123D1C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FE78470-B64C-07CC-FFDD-B59E7DE045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C7B10328-AEC8-EEB7-D000-F978C54FB3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E44B424-941F-A350-E807-23397A50AE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F5B3F1FD-9931-EEAB-6424-A6248AF4A5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0A8BE017-89FE-382D-F35E-BE62BD6C06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0484657C-960C-08BA-5970-D52E8F2914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9157AE83-C9F4-9304-F706-DEDB075237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DAC4816B-DACB-7119-4A2A-6EA2C5BC8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C534584-7A5B-6F1D-D2BE-2C2C9F19CA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155BD3F3-D661-A6B1-B68F-320548E310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63B3BE75-A9AC-6357-9342-40164857F0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27E04A1E-DF05-A11B-3209-7E8522FB2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80BA3F4-8252-CFB7-6D33-09B5F501A2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F0F039B-1E29-B58D-8318-D779B2D07F05}"/>
                </a:ext>
              </a:extLst>
            </p:cNvPr>
            <p:cNvCxnSpPr/>
            <p:nvPr/>
          </p:nvCxnSpPr>
          <p:spPr>
            <a:xfrm>
              <a:off x="5955861" y="6168618"/>
              <a:ext cx="48101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AB2954D-2517-F9F7-413C-5B29150C4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5861" y="5765394"/>
              <a:ext cx="0" cy="40322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F865655-DAAA-CA3F-77CC-043897F42A4A}"/>
                    </a:ext>
                  </a:extLst>
                </p:cNvPr>
                <p:cNvSpPr txBox="1"/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F865655-DAAA-CA3F-77CC-043897F42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BB47616-F0AA-8CE1-CE3A-4DC06839C7E4}"/>
                    </a:ext>
                  </a:extLst>
                </p:cNvPr>
                <p:cNvSpPr txBox="1"/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BB47616-F0AA-8CE1-CE3A-4DC06839C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2D34A69-072C-CE41-1CFC-DE869193AEFA}"/>
                    </a:ext>
                  </a:extLst>
                </p:cNvPr>
                <p:cNvSpPr txBox="1"/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2D34A69-072C-CE41-1CFC-DE869193AE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6D2C13A-F32B-A329-332F-0EADED0E7B8A}"/>
                </a:ext>
              </a:extLst>
            </p:cNvPr>
            <p:cNvCxnSpPr>
              <a:cxnSpLocks/>
            </p:cNvCxnSpPr>
            <p:nvPr/>
          </p:nvCxnSpPr>
          <p:spPr>
            <a:xfrm>
              <a:off x="9067034" y="610530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2C894E7-6B88-1A37-CDC5-25BEC5778F8F}"/>
                </a:ext>
              </a:extLst>
            </p:cNvPr>
            <p:cNvCxnSpPr>
              <a:cxnSpLocks/>
            </p:cNvCxnSpPr>
            <p:nvPr/>
          </p:nvCxnSpPr>
          <p:spPr>
            <a:xfrm>
              <a:off x="7642900" y="609237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67B8FD0-0AE9-7F3B-29CD-59990C4C0BDC}"/>
                    </a:ext>
                  </a:extLst>
                </p:cNvPr>
                <p:cNvSpPr txBox="1"/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67B8FD0-0AE9-7F3B-29CD-59990C4C0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2619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A225EB6-966C-2034-0334-A7C6AC42717E}"/>
                </a:ext>
              </a:extLst>
            </p:cNvPr>
            <p:cNvSpPr/>
            <p:nvPr/>
          </p:nvSpPr>
          <p:spPr>
            <a:xfrm>
              <a:off x="8520188" y="5100428"/>
              <a:ext cx="169330" cy="675324"/>
            </a:xfrm>
            <a:custGeom>
              <a:avLst/>
              <a:gdLst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76200 w 311614"/>
                <a:gd name="csY4" fmla="*/ 123825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55596 w 195760"/>
                <a:gd name="csY0" fmla="*/ 498475 h 498475"/>
                <a:gd name="csX1" fmla="*/ 195296 w 195760"/>
                <a:gd name="csY1" fmla="*/ 400050 h 498475"/>
                <a:gd name="csX2" fmla="*/ 7971 w 195760"/>
                <a:gd name="csY2" fmla="*/ 317500 h 498475"/>
                <a:gd name="csX3" fmla="*/ 50833 w 195760"/>
                <a:gd name="csY3" fmla="*/ 207168 h 498475"/>
                <a:gd name="csX4" fmla="*/ 84171 w 195760"/>
                <a:gd name="csY4" fmla="*/ 0 h 498475"/>
                <a:gd name="csX0" fmla="*/ 65121 w 196011"/>
                <a:gd name="csY0" fmla="*/ 546100 h 546100"/>
                <a:gd name="csX1" fmla="*/ 195296 w 196011"/>
                <a:gd name="csY1" fmla="*/ 400050 h 546100"/>
                <a:gd name="csX2" fmla="*/ 7971 w 196011"/>
                <a:gd name="csY2" fmla="*/ 317500 h 546100"/>
                <a:gd name="csX3" fmla="*/ 50833 w 196011"/>
                <a:gd name="csY3" fmla="*/ 207168 h 546100"/>
                <a:gd name="csX4" fmla="*/ 84171 w 196011"/>
                <a:gd name="csY4" fmla="*/ 0 h 546100"/>
                <a:gd name="csX0" fmla="*/ 59818 w 112053"/>
                <a:gd name="csY0" fmla="*/ 546100 h 546100"/>
                <a:gd name="csX1" fmla="*/ 108319 w 112053"/>
                <a:gd name="csY1" fmla="*/ 447675 h 546100"/>
                <a:gd name="csX2" fmla="*/ 2668 w 112053"/>
                <a:gd name="csY2" fmla="*/ 317500 h 546100"/>
                <a:gd name="csX3" fmla="*/ 45530 w 112053"/>
                <a:gd name="csY3" fmla="*/ 207168 h 546100"/>
                <a:gd name="csX4" fmla="*/ 78868 w 112053"/>
                <a:gd name="csY4" fmla="*/ 0 h 546100"/>
                <a:gd name="csX0" fmla="*/ 190375 w 252171"/>
                <a:gd name="csY0" fmla="*/ 546100 h 546100"/>
                <a:gd name="csX1" fmla="*/ 238876 w 252171"/>
                <a:gd name="csY1" fmla="*/ 447675 h 546100"/>
                <a:gd name="csX2" fmla="*/ 506 w 252171"/>
                <a:gd name="csY2" fmla="*/ 310357 h 546100"/>
                <a:gd name="csX3" fmla="*/ 176087 w 252171"/>
                <a:gd name="csY3" fmla="*/ 207168 h 546100"/>
                <a:gd name="csX4" fmla="*/ 209425 w 252171"/>
                <a:gd name="csY4" fmla="*/ 0 h 546100"/>
                <a:gd name="csX0" fmla="*/ 366155 w 427951"/>
                <a:gd name="csY0" fmla="*/ 546100 h 546100"/>
                <a:gd name="csX1" fmla="*/ 414656 w 427951"/>
                <a:gd name="csY1" fmla="*/ 447675 h 546100"/>
                <a:gd name="csX2" fmla="*/ 176286 w 427951"/>
                <a:gd name="csY2" fmla="*/ 310357 h 546100"/>
                <a:gd name="csX3" fmla="*/ 4759 w 427951"/>
                <a:gd name="csY3" fmla="*/ 171450 h 546100"/>
                <a:gd name="csX4" fmla="*/ 385205 w 427951"/>
                <a:gd name="csY4" fmla="*/ 0 h 546100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86998"/>
                <a:gd name="csY0" fmla="*/ 538957 h 538957"/>
                <a:gd name="csX1" fmla="*/ 580747 w 586998"/>
                <a:gd name="csY1" fmla="*/ 440532 h 538957"/>
                <a:gd name="csX2" fmla="*/ 342377 w 586998"/>
                <a:gd name="csY2" fmla="*/ 303214 h 538957"/>
                <a:gd name="csX3" fmla="*/ 170850 w 586998"/>
                <a:gd name="csY3" fmla="*/ 164307 h 538957"/>
                <a:gd name="csX4" fmla="*/ 0 w 586998"/>
                <a:gd name="csY4" fmla="*/ 0 h 538957"/>
                <a:gd name="csX0" fmla="*/ 532246 w 588198"/>
                <a:gd name="csY0" fmla="*/ 538957 h 538957"/>
                <a:gd name="csX1" fmla="*/ 580747 w 588198"/>
                <a:gd name="csY1" fmla="*/ 440532 h 538957"/>
                <a:gd name="csX2" fmla="*/ 342377 w 588198"/>
                <a:gd name="csY2" fmla="*/ 303214 h 538957"/>
                <a:gd name="csX3" fmla="*/ 170850 w 588198"/>
                <a:gd name="csY3" fmla="*/ 164307 h 538957"/>
                <a:gd name="csX4" fmla="*/ 0 w 588198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170850 w 544656"/>
                <a:gd name="csY3" fmla="*/ 164307 h 538957"/>
                <a:gd name="csX4" fmla="*/ 0 w 544656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0 w 544656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481201 w 504930"/>
                <a:gd name="csY0" fmla="*/ 534194 h 534194"/>
                <a:gd name="csX1" fmla="*/ 478657 w 504930"/>
                <a:gd name="csY1" fmla="*/ 433388 h 534194"/>
                <a:gd name="csX2" fmla="*/ 138193 w 504930"/>
                <a:gd name="csY2" fmla="*/ 298451 h 534194"/>
                <a:gd name="csX3" fmla="*/ 0 w 504930"/>
                <a:gd name="csY3" fmla="*/ 0 h 534194"/>
                <a:gd name="csX0" fmla="*/ 490745 w 514474"/>
                <a:gd name="csY0" fmla="*/ 534194 h 534194"/>
                <a:gd name="csX1" fmla="*/ 488201 w 514474"/>
                <a:gd name="csY1" fmla="*/ 433388 h 534194"/>
                <a:gd name="csX2" fmla="*/ 147737 w 514474"/>
                <a:gd name="csY2" fmla="*/ 298451 h 534194"/>
                <a:gd name="csX3" fmla="*/ 9544 w 514474"/>
                <a:gd name="csY3" fmla="*/ 0 h 534194"/>
                <a:gd name="csX0" fmla="*/ 481171 w 504900"/>
                <a:gd name="csY0" fmla="*/ 538957 h 538957"/>
                <a:gd name="csX1" fmla="*/ 478627 w 504900"/>
                <a:gd name="csY1" fmla="*/ 438151 h 538957"/>
                <a:gd name="csX2" fmla="*/ 138163 w 504900"/>
                <a:gd name="csY2" fmla="*/ 303214 h 538957"/>
                <a:gd name="csX3" fmla="*/ 10178 w 504900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03214 h 538957"/>
                <a:gd name="csX3" fmla="*/ 21754 w 516476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53221 h 538957"/>
                <a:gd name="csX3" fmla="*/ 21754 w 516476"/>
                <a:gd name="csY3" fmla="*/ 0 h 538957"/>
                <a:gd name="csX0" fmla="*/ 533296 w 557025"/>
                <a:gd name="csY0" fmla="*/ 538957 h 538957"/>
                <a:gd name="csX1" fmla="*/ 530752 w 557025"/>
                <a:gd name="csY1" fmla="*/ 438151 h 538957"/>
                <a:gd name="csX2" fmla="*/ 190288 w 557025"/>
                <a:gd name="csY2" fmla="*/ 353221 h 538957"/>
                <a:gd name="csX3" fmla="*/ 62303 w 557025"/>
                <a:gd name="csY3" fmla="*/ 0 h 538957"/>
                <a:gd name="csX0" fmla="*/ 496970 w 706875"/>
                <a:gd name="csY0" fmla="*/ 538957 h 538957"/>
                <a:gd name="csX1" fmla="*/ 698610 w 706875"/>
                <a:gd name="csY1" fmla="*/ 440532 h 538957"/>
                <a:gd name="csX2" fmla="*/ 153962 w 706875"/>
                <a:gd name="csY2" fmla="*/ 353221 h 538957"/>
                <a:gd name="csX3" fmla="*/ 25977 w 706875"/>
                <a:gd name="csY3" fmla="*/ 0 h 538957"/>
                <a:gd name="csX0" fmla="*/ 741988 w 757457"/>
                <a:gd name="csY0" fmla="*/ 538957 h 538957"/>
                <a:gd name="csX1" fmla="*/ 698610 w 757457"/>
                <a:gd name="csY1" fmla="*/ 440532 h 538957"/>
                <a:gd name="csX2" fmla="*/ 153962 w 757457"/>
                <a:gd name="csY2" fmla="*/ 353221 h 538957"/>
                <a:gd name="csX3" fmla="*/ 25977 w 757457"/>
                <a:gd name="csY3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89020 w 789020"/>
                <a:gd name="csY0" fmla="*/ 538957 h 538957"/>
                <a:gd name="csX1" fmla="*/ 200994 w 789020"/>
                <a:gd name="csY1" fmla="*/ 353221 h 538957"/>
                <a:gd name="csX2" fmla="*/ 73009 w 789020"/>
                <a:gd name="csY2" fmla="*/ 0 h 538957"/>
                <a:gd name="csX0" fmla="*/ 746400 w 746400"/>
                <a:gd name="csY0" fmla="*/ 538957 h 538957"/>
                <a:gd name="csX1" fmla="*/ 158374 w 746400"/>
                <a:gd name="csY1" fmla="*/ 353221 h 538957"/>
                <a:gd name="csX2" fmla="*/ 30389 w 746400"/>
                <a:gd name="csY2" fmla="*/ 0 h 538957"/>
                <a:gd name="csX0" fmla="*/ 757346 w 757346"/>
                <a:gd name="csY0" fmla="*/ 538957 h 538957"/>
                <a:gd name="csX1" fmla="*/ 169320 w 757346"/>
                <a:gd name="csY1" fmla="*/ 353221 h 538957"/>
                <a:gd name="csX2" fmla="*/ 41335 w 757346"/>
                <a:gd name="csY2" fmla="*/ 0 h 538957"/>
                <a:gd name="csX0" fmla="*/ 725971 w 725971"/>
                <a:gd name="csY0" fmla="*/ 538957 h 538957"/>
                <a:gd name="csX1" fmla="*/ 137945 w 725971"/>
                <a:gd name="csY1" fmla="*/ 353221 h 538957"/>
                <a:gd name="csX2" fmla="*/ 9960 w 725971"/>
                <a:gd name="csY2" fmla="*/ 0 h 538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5971" h="538957">
                  <a:moveTo>
                    <a:pt x="725971" y="538957"/>
                  </a:moveTo>
                  <a:cubicBezTo>
                    <a:pt x="695347" y="433587"/>
                    <a:pt x="328747" y="428760"/>
                    <a:pt x="137945" y="353221"/>
                  </a:cubicBezTo>
                  <a:cubicBezTo>
                    <a:pt x="-52857" y="277682"/>
                    <a:pt x="9822" y="146515"/>
                    <a:pt x="9960" y="0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D6077BD-0C7C-41BF-E589-8F859DA1E845}"/>
                    </a:ext>
                  </a:extLst>
                </p:cNvPr>
                <p:cNvSpPr txBox="1"/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D6077BD-0C7C-41BF-E589-8F859DA1E8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A7A5B9-3F1C-3C43-244E-780D0F10CD3C}"/>
                </a:ext>
              </a:extLst>
            </p:cNvPr>
            <p:cNvCxnSpPr>
              <a:cxnSpLocks/>
            </p:cNvCxnSpPr>
            <p:nvPr/>
          </p:nvCxnSpPr>
          <p:spPr>
            <a:xfrm>
              <a:off x="8500802" y="5099462"/>
              <a:ext cx="0" cy="67532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4BFA391-0B60-213A-A9B6-E0E72B086FC0}"/>
                </a:ext>
              </a:extLst>
            </p:cNvPr>
            <p:cNvCxnSpPr>
              <a:cxnSpLocks/>
            </p:cNvCxnSpPr>
            <p:nvPr/>
          </p:nvCxnSpPr>
          <p:spPr>
            <a:xfrm>
              <a:off x="8505074" y="5635679"/>
              <a:ext cx="9144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718392F-C77D-D204-BE19-BBA642DCFE6A}"/>
                </a:ext>
              </a:extLst>
            </p:cNvPr>
            <p:cNvCxnSpPr>
              <a:cxnSpLocks/>
            </p:cNvCxnSpPr>
            <p:nvPr/>
          </p:nvCxnSpPr>
          <p:spPr>
            <a:xfrm>
              <a:off x="8497627" y="5745217"/>
              <a:ext cx="182685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38EE194-9FBF-6F30-8C4C-8406BCEEEFFF}"/>
                </a:ext>
              </a:extLst>
            </p:cNvPr>
            <p:cNvGrpSpPr/>
            <p:nvPr/>
          </p:nvGrpSpPr>
          <p:grpSpPr>
            <a:xfrm flipH="1">
              <a:off x="8505071" y="5522992"/>
              <a:ext cx="50178" cy="59119"/>
              <a:chOff x="2454818" y="2635951"/>
              <a:chExt cx="132334" cy="47181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EFEB2FFB-E709-E9A5-3882-3D399A3EFE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642" y="2635951"/>
                <a:ext cx="8951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6C8A04F3-2D78-DEFE-60B1-72F2B99ED0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818" y="2683132"/>
                <a:ext cx="13233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24ECF8E-C8A0-4C07-26FA-CDB2D125D42A}"/>
                </a:ext>
              </a:extLst>
            </p:cNvPr>
            <p:cNvSpPr/>
            <p:nvPr/>
          </p:nvSpPr>
          <p:spPr>
            <a:xfrm>
              <a:off x="8877319" y="5532937"/>
              <a:ext cx="366713" cy="242947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 cap="flat" cmpd="sng" algn="ctr">
              <a:solidFill>
                <a:srgbClr val="4EA72E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55D6920-1B0F-137D-D0DF-F0A1BCA3F7BD}"/>
                </a:ext>
              </a:extLst>
            </p:cNvPr>
            <p:cNvGrpSpPr/>
            <p:nvPr/>
          </p:nvGrpSpPr>
          <p:grpSpPr>
            <a:xfrm>
              <a:off x="8910221" y="5551498"/>
              <a:ext cx="109538" cy="221843"/>
              <a:chOff x="2702479" y="3807697"/>
              <a:chExt cx="109538" cy="182685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18F156A2-2191-7F76-BA7B-B3272D28A3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83512" y="390927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6A258D7-A285-9923-4B80-37AB634D84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56758" y="393722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F1F9EEF0-AE73-72B5-7EE3-5A6B717B1DE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720674" y="389904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303A120-8BA4-E5D6-3033-C6999DD76D69}"/>
                </a:ext>
              </a:extLst>
            </p:cNvPr>
            <p:cNvGrpSpPr/>
            <p:nvPr/>
          </p:nvGrpSpPr>
          <p:grpSpPr>
            <a:xfrm flipH="1">
              <a:off x="9080477" y="5529086"/>
              <a:ext cx="121866" cy="251159"/>
              <a:chOff x="2980732" y="3826755"/>
              <a:chExt cx="109538" cy="182685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70C2D3C3-ECB9-9ABE-5BD4-9FF2E303216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1765" y="392832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0128B00-9774-DD7B-E4B4-A80E7DF0584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5011" y="395627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642245E0-3401-2FD1-2DFD-5B371075AD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98927" y="391809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B52F752-C7B8-82F8-0A7E-6DD87503651A}"/>
                    </a:ext>
                  </a:extLst>
                </p:cNvPr>
                <p:cNvSpPr txBox="1"/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200" dirty="0">
                    <a:solidFill>
                      <a:srgbClr val="0F9ED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B52F752-C7B8-82F8-0A7E-6DD8750365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2275A26-583A-77AF-0B1A-39E7D51FBEDA}"/>
                </a:ext>
              </a:extLst>
            </p:cNvPr>
            <p:cNvSpPr txBox="1"/>
            <p:nvPr/>
          </p:nvSpPr>
          <p:spPr>
            <a:xfrm>
              <a:off x="7923252" y="4430368"/>
              <a:ext cx="980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ptos" panose="02110004020202020204"/>
                </a:rPr>
                <a:t>TS wave</a:t>
              </a:r>
              <a:endParaRPr lang="en-NL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C32ECB8-E538-27D3-6A05-CE78FFE91F75}"/>
                </a:ext>
              </a:extLst>
            </p:cNvPr>
            <p:cNvSpPr/>
            <p:nvPr/>
          </p:nvSpPr>
          <p:spPr>
            <a:xfrm>
              <a:off x="7697734" y="5417466"/>
              <a:ext cx="539727" cy="154700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9DDE01C-BA91-0D1B-B0FB-1B9B9AC3741E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 flipH="1">
              <a:off x="8061344" y="4799700"/>
              <a:ext cx="352235" cy="530905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734670F-1614-70AD-0242-05D9882E981A}"/>
                </a:ext>
              </a:extLst>
            </p:cNvPr>
            <p:cNvCxnSpPr>
              <a:cxnSpLocks/>
            </p:cNvCxnSpPr>
            <p:nvPr/>
          </p:nvCxnSpPr>
          <p:spPr>
            <a:xfrm>
              <a:off x="10214827" y="6097976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A7CBFE49-E1A7-CB74-A1F9-30260E8EEB76}"/>
                    </a:ext>
                  </a:extLst>
                </p:cNvPr>
                <p:cNvSpPr txBox="1"/>
                <p:nvPr/>
              </p:nvSpPr>
              <p:spPr>
                <a:xfrm>
                  <a:off x="10000312" y="6172572"/>
                  <a:ext cx="274373" cy="2816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A7CBFE49-E1A7-CB74-A1F9-30260E8EE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0312" y="6172572"/>
                  <a:ext cx="274373" cy="28166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0DCE3822-92A8-4E3D-35D8-09C65F7001B3}"/>
                  </a:ext>
                </a:extLst>
              </p:cNvPr>
              <p:cNvSpPr txBox="1"/>
              <p:nvPr/>
            </p:nvSpPr>
            <p:spPr>
              <a:xfrm>
                <a:off x="3122873" y="2204352"/>
                <a:ext cx="436466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b>
                      </m:sSub>
                    </m:oMath>
                  </m:oMathPara>
                </a14:m>
                <a:endParaRPr lang="en-NL" sz="12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0DCE3822-92A8-4E3D-35D8-09C65F700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873" y="2204352"/>
                <a:ext cx="436466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63DBA9-F837-1F58-0723-9012ED84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60" y="57201"/>
            <a:ext cx="6204074" cy="481873"/>
          </a:xfrm>
        </p:spPr>
        <p:txBody>
          <a:bodyPr>
            <a:normAutofit fontScale="90000"/>
          </a:bodyPr>
          <a:lstStyle/>
          <a:p>
            <a:r>
              <a:rPr lang="en-US" dirty="0"/>
              <a:t>Scale separation limit</a:t>
            </a:r>
            <a:endParaRPr lang="en-NL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41E42B5-C8B1-5DB8-96DA-6E6F7080F0C0}"/>
              </a:ext>
            </a:extLst>
          </p:cNvPr>
          <p:cNvSpPr/>
          <p:nvPr/>
        </p:nvSpPr>
        <p:spPr>
          <a:xfrm>
            <a:off x="2803064" y="2625282"/>
            <a:ext cx="369570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L" sz="16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12896D-9179-F228-D287-EA09D6F63426}"/>
              </a:ext>
            </a:extLst>
          </p:cNvPr>
          <p:cNvSpPr txBox="1"/>
          <p:nvPr/>
        </p:nvSpPr>
        <p:spPr>
          <a:xfrm>
            <a:off x="2751737" y="2575990"/>
            <a:ext cx="751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Act</a:t>
            </a:r>
            <a:endParaRPr lang="en-NL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8149E0A-9753-72E4-136A-AABC4B87456B}"/>
                  </a:ext>
                </a:extLst>
              </p:cNvPr>
              <p:cNvSpPr txBox="1"/>
              <p:nvPr/>
            </p:nvSpPr>
            <p:spPr>
              <a:xfrm>
                <a:off x="2695272" y="3004611"/>
                <a:ext cx="5426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b>
                      </m:sSub>
                    </m:oMath>
                  </m:oMathPara>
                </a14:m>
                <a:endParaRPr lang="en-NL" sz="12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8149E0A-9753-72E4-136A-AABC4B874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72" y="3004611"/>
                <a:ext cx="54267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2094DCF5-19B2-D99A-3167-8F87291DEB2D}"/>
              </a:ext>
            </a:extLst>
          </p:cNvPr>
          <p:cNvGrpSpPr/>
          <p:nvPr/>
        </p:nvGrpSpPr>
        <p:grpSpPr>
          <a:xfrm>
            <a:off x="6228668" y="908099"/>
            <a:ext cx="4340532" cy="1049595"/>
            <a:chOff x="438445" y="5430416"/>
            <a:chExt cx="5166597" cy="1049595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8E53CE48-F770-B111-1A36-0920D17ABAC7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AE89252-A7DC-404E-647D-1A87EAABB642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#2: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Must be tuned to operate at a subwavelength scale</a:t>
                  </a:r>
                  <a:r>
                    <a:rPr lang="en-US" sz="1600" dirty="0">
                      <a:solidFill>
                        <a:schemeClr val="tx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𝑤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&lt;?</m:t>
                      </m:r>
                    </m:oMath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AE89252-A7DC-404E-647D-1A87EAABB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14"/>
                  <a:stretch>
                    <a:fillRect l="-2911" t="-8589" r="-1601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D32B922-1041-BBEB-CF76-2D9FD9AB56B4}"/>
              </a:ext>
            </a:extLst>
          </p:cNvPr>
          <p:cNvCxnSpPr/>
          <p:nvPr/>
        </p:nvCxnSpPr>
        <p:spPr>
          <a:xfrm>
            <a:off x="7002106" y="1755859"/>
            <a:ext cx="727788" cy="0"/>
          </a:xfrm>
          <a:prstGeom prst="line">
            <a:avLst/>
          </a:prstGeom>
          <a:ln w="28575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92B8AA6-A457-B028-050E-18BA34538408}"/>
              </a:ext>
            </a:extLst>
          </p:cNvPr>
          <p:cNvSpPr txBox="1"/>
          <p:nvPr/>
        </p:nvSpPr>
        <p:spPr>
          <a:xfrm>
            <a:off x="5609951" y="710230"/>
            <a:ext cx="5572121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Velocity at the wall is assigned independent of local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 separation implies that the TS waves must be indifferent to local variations </a:t>
            </a:r>
            <a:endParaRPr lang="en-NL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A50B97A-DE25-BFFC-EE39-453511F1D4A0}"/>
              </a:ext>
            </a:extLst>
          </p:cNvPr>
          <p:cNvGrpSpPr/>
          <p:nvPr/>
        </p:nvGrpSpPr>
        <p:grpSpPr>
          <a:xfrm>
            <a:off x="234048" y="3543751"/>
            <a:ext cx="4386061" cy="3085543"/>
            <a:chOff x="234048" y="3543751"/>
            <a:chExt cx="4386061" cy="30855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E1F5F45-F575-831E-0689-52BAB985A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4048" y="3543751"/>
              <a:ext cx="4386061" cy="3085543"/>
            </a:xfrm>
            <a:prstGeom prst="rect">
              <a:avLst/>
            </a:prstGeom>
            <a:ln w="28575">
              <a:solidFill>
                <a:schemeClr val="tx1"/>
              </a:solidFill>
              <a:prstDash val="dash"/>
            </a:ln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9AADD21-751F-9CC5-B4C9-B65B5364B99E}"/>
                </a:ext>
              </a:extLst>
            </p:cNvPr>
            <p:cNvSpPr/>
            <p:nvPr/>
          </p:nvSpPr>
          <p:spPr>
            <a:xfrm>
              <a:off x="1693333" y="5300133"/>
              <a:ext cx="1032934" cy="5461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Type-A</a:t>
              </a:r>
              <a:endParaRPr lang="en-NL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6226F52-D411-5D51-9097-AAE60AE1D833}"/>
                </a:ext>
              </a:extLst>
            </p:cNvPr>
            <p:cNvSpPr txBox="1"/>
            <p:nvPr/>
          </p:nvSpPr>
          <p:spPr>
            <a:xfrm>
              <a:off x="1620582" y="4464644"/>
              <a:ext cx="1552052" cy="331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Const. phase</a:t>
              </a:r>
              <a:endParaRPr lang="en-NL" sz="1600" dirty="0" err="1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7F15804-F261-5D66-F9BA-034A76E8354C}"/>
              </a:ext>
            </a:extLst>
          </p:cNvPr>
          <p:cNvGrpSpPr/>
          <p:nvPr/>
        </p:nvGrpSpPr>
        <p:grpSpPr>
          <a:xfrm>
            <a:off x="5285504" y="3512038"/>
            <a:ext cx="4160992" cy="3148968"/>
            <a:chOff x="5250301" y="3370282"/>
            <a:chExt cx="4160992" cy="314896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DA00274-4C6B-2646-EADE-3FAEBD964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50301" y="3370282"/>
              <a:ext cx="4160992" cy="3148968"/>
            </a:xfrm>
            <a:prstGeom prst="rect">
              <a:avLst/>
            </a:prstGeom>
            <a:ln w="28575">
              <a:solidFill>
                <a:schemeClr val="tx1"/>
              </a:solidFill>
              <a:prstDash val="dash"/>
            </a:ln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2A9B191-0D9A-B2D8-A4FB-DD01039FE305}"/>
                </a:ext>
              </a:extLst>
            </p:cNvPr>
            <p:cNvSpPr/>
            <p:nvPr/>
          </p:nvSpPr>
          <p:spPr>
            <a:xfrm>
              <a:off x="6940979" y="5253338"/>
              <a:ext cx="1032934" cy="54613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Type-B</a:t>
              </a:r>
              <a:endParaRPr lang="en-NL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939E8D6-5953-0CC3-2AFE-7125FD6B9F65}"/>
                </a:ext>
              </a:extLst>
            </p:cNvPr>
            <p:cNvSpPr txBox="1"/>
            <p:nvPr/>
          </p:nvSpPr>
          <p:spPr>
            <a:xfrm>
              <a:off x="6499400" y="4507552"/>
              <a:ext cx="1552052" cy="331968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Linearly growing phase</a:t>
              </a:r>
              <a:endParaRPr lang="en-NL" sz="1600" dirty="0" err="1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B0713A4-3024-7591-FE37-B0B275652F52}"/>
              </a:ext>
            </a:extLst>
          </p:cNvPr>
          <p:cNvSpPr txBox="1"/>
          <p:nvPr/>
        </p:nvSpPr>
        <p:spPr>
          <a:xfrm>
            <a:off x="10041603" y="4117936"/>
            <a:ext cx="1916349" cy="9338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Average velocity phase is same in both cases</a:t>
            </a:r>
            <a:endParaRPr lang="en-NL" sz="1600" dirty="0" err="1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E48038E-2504-D202-0212-81FE150871D0}"/>
              </a:ext>
            </a:extLst>
          </p:cNvPr>
          <p:cNvSpPr/>
          <p:nvPr/>
        </p:nvSpPr>
        <p:spPr>
          <a:xfrm>
            <a:off x="2679807" y="2226227"/>
            <a:ext cx="808845" cy="444519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A4F15B0-FBC8-6623-C4DB-7A5C7D204D75}"/>
              </a:ext>
            </a:extLst>
          </p:cNvPr>
          <p:cNvCxnSpPr>
            <a:stCxn id="105" idx="3"/>
            <a:endCxn id="7" idx="0"/>
          </p:cNvCxnSpPr>
          <p:nvPr/>
        </p:nvCxnSpPr>
        <p:spPr>
          <a:xfrm flipH="1">
            <a:off x="2427079" y="2605648"/>
            <a:ext cx="371181" cy="9381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87223DE-86A3-5B51-D8FD-4AC678CC309A}"/>
              </a:ext>
            </a:extLst>
          </p:cNvPr>
          <p:cNvCxnSpPr>
            <a:cxnSpLocks/>
            <a:stCxn id="105" idx="5"/>
            <a:endCxn id="10" idx="0"/>
          </p:cNvCxnSpPr>
          <p:nvPr/>
        </p:nvCxnSpPr>
        <p:spPr>
          <a:xfrm>
            <a:off x="3370199" y="2605648"/>
            <a:ext cx="3995801" cy="90639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0A31EB77-52F4-DAA0-C3D1-BCCE04A86460}"/>
              </a:ext>
            </a:extLst>
          </p:cNvPr>
          <p:cNvSpPr txBox="1"/>
          <p:nvPr/>
        </p:nvSpPr>
        <p:spPr>
          <a:xfrm>
            <a:off x="3370199" y="556631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L</a:t>
            </a:r>
            <a:endParaRPr lang="en-NL" sz="12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15" name="Slide Number Placeholder 1">
            <a:extLst>
              <a:ext uri="{FF2B5EF4-FFF2-40B4-BE49-F238E27FC236}">
                <a16:creationId xmlns:a16="http://schemas.microsoft.com/office/drawing/2014/main" id="{3CA1BE8E-5A8F-53AB-4B4B-CCB6ED33BF9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82210" y="6405669"/>
            <a:ext cx="187552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547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88" grpId="0" animBg="1"/>
      <p:bldP spid="90" grpId="0"/>
      <p:bldP spid="97" grpId="0" animBg="1"/>
      <p:bldP spid="102" grpId="0"/>
      <p:bldP spid="10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601D3FF1-26EE-FBEC-DE4E-52CD5F4D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78" y="108146"/>
            <a:ext cx="6204074" cy="481873"/>
          </a:xfrm>
        </p:spPr>
        <p:txBody>
          <a:bodyPr>
            <a:normAutofit fontScale="90000"/>
          </a:bodyPr>
          <a:lstStyle/>
          <a:p>
            <a:r>
              <a:rPr lang="en-US" dirty="0"/>
              <a:t>Scale separation limit</a:t>
            </a:r>
            <a:endParaRPr lang="en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D7A053-E34D-8BF0-6121-C163D1E41338}"/>
              </a:ext>
            </a:extLst>
          </p:cNvPr>
          <p:cNvSpPr txBox="1"/>
          <p:nvPr/>
        </p:nvSpPr>
        <p:spPr>
          <a:xfrm>
            <a:off x="6302354" y="365103"/>
            <a:ext cx="5281540" cy="46350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Modulation of TS wave amplitude measured downstream</a:t>
            </a:r>
            <a:endParaRPr lang="en-NL" sz="1600" dirty="0" err="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62D7B2-54DA-DDB1-8680-7AA95799CFA5}"/>
              </a:ext>
            </a:extLst>
          </p:cNvPr>
          <p:cNvGrpSpPr/>
          <p:nvPr/>
        </p:nvGrpSpPr>
        <p:grpSpPr>
          <a:xfrm>
            <a:off x="6045837" y="782595"/>
            <a:ext cx="5094401" cy="4657684"/>
            <a:chOff x="428266" y="1646023"/>
            <a:chExt cx="5094401" cy="46576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0390450-64BA-3240-D278-A6CF86B5D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266" y="1646023"/>
              <a:ext cx="5094401" cy="3989667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EA1DBF9-5D27-14A4-DDEA-666BAA3354F0}"/>
                </a:ext>
              </a:extLst>
            </p:cNvPr>
            <p:cNvCxnSpPr>
              <a:cxnSpLocks/>
            </p:cNvCxnSpPr>
            <p:nvPr/>
          </p:nvCxnSpPr>
          <p:spPr>
            <a:xfrm>
              <a:off x="1866122" y="1925942"/>
              <a:ext cx="0" cy="32004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F6A5D5D-3D8A-7B47-D9E5-2B44B374E52B}"/>
                    </a:ext>
                  </a:extLst>
                </p:cNvPr>
                <p:cNvSpPr/>
                <p:nvPr/>
              </p:nvSpPr>
              <p:spPr>
                <a:xfrm>
                  <a:off x="1674845" y="5275632"/>
                  <a:ext cx="382554" cy="4427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𝑇𝑆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NL" sz="1600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F6A5D5D-3D8A-7B47-D9E5-2B44B374E5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845" y="5275632"/>
                  <a:ext cx="382554" cy="442736"/>
                </a:xfrm>
                <a:prstGeom prst="rect">
                  <a:avLst/>
                </a:prstGeom>
                <a:blipFill>
                  <a:blip r:embed="rId4"/>
                  <a:stretch>
                    <a:fillRect t="-13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CB4065D-1323-EA4D-7A89-5FD5D6D24B42}"/>
                </a:ext>
              </a:extLst>
            </p:cNvPr>
            <p:cNvCxnSpPr/>
            <p:nvPr/>
          </p:nvCxnSpPr>
          <p:spPr>
            <a:xfrm>
              <a:off x="1365368" y="5867388"/>
              <a:ext cx="3646025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0F8353-59D3-0143-4B26-1D13878210D6}"/>
                </a:ext>
              </a:extLst>
            </p:cNvPr>
            <p:cNvSpPr txBox="1"/>
            <p:nvPr/>
          </p:nvSpPr>
          <p:spPr>
            <a:xfrm>
              <a:off x="2580413" y="5957708"/>
              <a:ext cx="1711012" cy="345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Width of actuator</a:t>
              </a:r>
              <a:endParaRPr lang="en-NL" sz="1600" dirty="0" err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4C6D5A1-EEEE-0ABC-E6AE-7531DADE3D27}"/>
                    </a:ext>
                  </a:extLst>
                </p:cNvPr>
                <p:cNvSpPr txBox="1"/>
                <p:nvPr/>
              </p:nvSpPr>
              <p:spPr>
                <a:xfrm>
                  <a:off x="2880795" y="5272692"/>
                  <a:ext cx="914400" cy="35535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𝑇𝑆</m:t>
                            </m:r>
                          </m:sub>
                        </m:sSub>
                      </m:oMath>
                    </m:oMathPara>
                  </a14:m>
                  <a:endParaRPr lang="en-NL" sz="1600" dirty="0" err="1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4C6D5A1-EEEE-0ABC-E6AE-7531DADE3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795" y="5272692"/>
                  <a:ext cx="914400" cy="355357"/>
                </a:xfrm>
                <a:prstGeom prst="rect">
                  <a:avLst/>
                </a:prstGeom>
                <a:blipFill>
                  <a:blip r:embed="rId5"/>
                  <a:stretch>
                    <a:fillRect t="-508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F3A0933-5FE6-3967-3548-4E1205CE664F}"/>
              </a:ext>
            </a:extLst>
          </p:cNvPr>
          <p:cNvGrpSpPr/>
          <p:nvPr/>
        </p:nvGrpSpPr>
        <p:grpSpPr>
          <a:xfrm>
            <a:off x="-59462" y="741939"/>
            <a:ext cx="5572122" cy="2550627"/>
            <a:chOff x="5848554" y="3860618"/>
            <a:chExt cx="5883023" cy="2593622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8F8A461-4060-C93C-FF38-134166BDD0B6}"/>
                </a:ext>
              </a:extLst>
            </p:cNvPr>
            <p:cNvSpPr txBox="1"/>
            <p:nvPr/>
          </p:nvSpPr>
          <p:spPr>
            <a:xfrm>
              <a:off x="7143872" y="4250045"/>
              <a:ext cx="3616037" cy="3325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NL" sz="1600" dirty="0" err="1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BF30F6F-6B29-061F-E11B-1549A3F3F4A0}"/>
                </a:ext>
              </a:extLst>
            </p:cNvPr>
            <p:cNvSpPr/>
            <p:nvPr/>
          </p:nvSpPr>
          <p:spPr>
            <a:xfrm>
              <a:off x="7004108" y="5779570"/>
              <a:ext cx="4278102" cy="314453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6B73302-83CA-99EC-103E-CC6A0AF87A9A}"/>
                </a:ext>
              </a:extLst>
            </p:cNvPr>
            <p:cNvSpPr/>
            <p:nvPr/>
          </p:nvSpPr>
          <p:spPr>
            <a:xfrm>
              <a:off x="6994954" y="4060545"/>
              <a:ext cx="4264326" cy="1728003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C36EA3D-7A9E-E929-F22D-5284427D5472}"/>
                </a:ext>
              </a:extLst>
            </p:cNvPr>
            <p:cNvSpPr/>
            <p:nvPr/>
          </p:nvSpPr>
          <p:spPr>
            <a:xfrm>
              <a:off x="8881512" y="5779058"/>
              <a:ext cx="365377" cy="318008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AF1183F-C99C-CC2F-57B2-0E5053DFC3F2}"/>
                </a:ext>
              </a:extLst>
            </p:cNvPr>
            <p:cNvCxnSpPr>
              <a:cxnSpLocks/>
            </p:cNvCxnSpPr>
            <p:nvPr/>
          </p:nvCxnSpPr>
          <p:spPr>
            <a:xfrm>
              <a:off x="7849677" y="3928922"/>
              <a:ext cx="34060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23BD08D-E563-867D-B009-F423AF9F96B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140" y="4029580"/>
              <a:ext cx="0" cy="179892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F199AEF-5564-A3C3-ED1C-312243604C9F}"/>
                </a:ext>
              </a:extLst>
            </p:cNvPr>
            <p:cNvSpPr txBox="1"/>
            <p:nvPr/>
          </p:nvSpPr>
          <p:spPr>
            <a:xfrm rot="5400000">
              <a:off x="11416135" y="4838144"/>
              <a:ext cx="3538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Aptos" panose="02110004020202020204"/>
                </a:rPr>
                <a:t>H</a:t>
              </a:r>
              <a:endParaRPr lang="en-NL" sz="12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A1AC0B8-65EB-9DB1-F43C-2EEEC84E46C0}"/>
                </a:ext>
              </a:extLst>
            </p:cNvPr>
            <p:cNvSpPr/>
            <p:nvPr/>
          </p:nvSpPr>
          <p:spPr>
            <a:xfrm>
              <a:off x="8805310" y="5777304"/>
              <a:ext cx="517779" cy="320672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LRU</a:t>
              </a:r>
              <a:endParaRPr kumimoji="0" lang="en-NL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8AF57F5-A840-6FC1-7E3D-95FD8640E50A}"/>
                </a:ext>
              </a:extLst>
            </p:cNvPr>
            <p:cNvCxnSpPr>
              <a:cxnSpLocks/>
            </p:cNvCxnSpPr>
            <p:nvPr/>
          </p:nvCxnSpPr>
          <p:spPr>
            <a:xfrm>
              <a:off x="7622005" y="5779059"/>
              <a:ext cx="363371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7187902A-A425-1463-390B-D695C3C3825C}"/>
                </a:ext>
              </a:extLst>
            </p:cNvPr>
            <p:cNvGrpSpPr/>
            <p:nvPr/>
          </p:nvGrpSpPr>
          <p:grpSpPr>
            <a:xfrm>
              <a:off x="6992178" y="5773979"/>
              <a:ext cx="4172259" cy="167639"/>
              <a:chOff x="1496234" y="2941320"/>
              <a:chExt cx="4172259" cy="167639"/>
            </a:xfrm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5E974B3E-9199-C645-AE09-6A9F56C2F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2D5E2E61-BC32-F973-499E-064A5C45FD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2D39D8A4-1DC2-939D-78D4-4B06ACEAE1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1B3261DF-A243-7C32-A83F-C944F79706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12021A7-FC7F-A3F1-B566-DF74BB0031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611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174D9E56-81F4-6198-F34A-B9F0E5E20B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75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006FC88E-6C0B-7D20-4291-D90E0E3E45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64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80999645-1D60-B5E9-7C37-C98EC0F734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9250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821D9D2-DF3B-3F61-9243-44FFC4A6FC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08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9A6B8D53-72E4-6250-A762-0907E1B051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9847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7FDF632D-C691-B40D-082C-B03EBF5CAB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61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F38FD559-A798-6DC3-BA03-1565AEAAD5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897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587C1EA9-8898-0213-A78F-B6D0F7AB28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16949D45-CA20-C533-54E2-1ADCA08163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AC4D5529-09D4-172C-456A-D13ED13A3F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93C1B8F1-7B4D-30DA-14EC-69481C895E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1A52FCC-2490-603B-657F-08B2D87DEDAB}"/>
                </a:ext>
              </a:extLst>
            </p:cNvPr>
            <p:cNvSpPr/>
            <p:nvPr/>
          </p:nvSpPr>
          <p:spPr>
            <a:xfrm>
              <a:off x="6977611" y="4856192"/>
              <a:ext cx="4278103" cy="922867"/>
            </a:xfrm>
            <a:custGeom>
              <a:avLst/>
              <a:gdLst>
                <a:gd name="csX0" fmla="*/ 0 w 5748866"/>
                <a:gd name="csY0" fmla="*/ 943841 h 943841"/>
                <a:gd name="csX1" fmla="*/ 516466 w 5748866"/>
                <a:gd name="csY1" fmla="*/ 706774 h 943841"/>
                <a:gd name="csX2" fmla="*/ 1151466 w 5748866"/>
                <a:gd name="csY2" fmla="*/ 469708 h 943841"/>
                <a:gd name="csX3" fmla="*/ 1828800 w 5748866"/>
                <a:gd name="csY3" fmla="*/ 291908 h 943841"/>
                <a:gd name="csX4" fmla="*/ 3200400 w 5748866"/>
                <a:gd name="csY4" fmla="*/ 147974 h 943841"/>
                <a:gd name="csX5" fmla="*/ 5748866 w 5748866"/>
                <a:gd name="csY5" fmla="*/ 20974 h 943841"/>
                <a:gd name="csX0" fmla="*/ 0 w 5748866"/>
                <a:gd name="csY0" fmla="*/ 931977 h 931977"/>
                <a:gd name="csX1" fmla="*/ 516466 w 5748866"/>
                <a:gd name="csY1" fmla="*/ 694910 h 931977"/>
                <a:gd name="csX2" fmla="*/ 1151466 w 5748866"/>
                <a:gd name="csY2" fmla="*/ 457844 h 931977"/>
                <a:gd name="csX3" fmla="*/ 1828800 w 5748866"/>
                <a:gd name="csY3" fmla="*/ 280044 h 931977"/>
                <a:gd name="csX4" fmla="*/ 3200400 w 5748866"/>
                <a:gd name="csY4" fmla="*/ 136110 h 931977"/>
                <a:gd name="csX5" fmla="*/ 5748866 w 5748866"/>
                <a:gd name="csY5" fmla="*/ 9110 h 931977"/>
                <a:gd name="csX0" fmla="*/ 0 w 5748866"/>
                <a:gd name="csY0" fmla="*/ 922867 h 922867"/>
                <a:gd name="csX1" fmla="*/ 516466 w 5748866"/>
                <a:gd name="csY1" fmla="*/ 685800 h 922867"/>
                <a:gd name="csX2" fmla="*/ 1151466 w 5748866"/>
                <a:gd name="csY2" fmla="*/ 448734 h 922867"/>
                <a:gd name="csX3" fmla="*/ 1828800 w 5748866"/>
                <a:gd name="csY3" fmla="*/ 270934 h 922867"/>
                <a:gd name="csX4" fmla="*/ 3200400 w 5748866"/>
                <a:gd name="csY4" fmla="*/ 127000 h 922867"/>
                <a:gd name="csX5" fmla="*/ 5748866 w 5748866"/>
                <a:gd name="csY5" fmla="*/ 0 h 922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48866" h="922867">
                  <a:moveTo>
                    <a:pt x="0" y="922867"/>
                  </a:moveTo>
                  <a:cubicBezTo>
                    <a:pt x="162277" y="843844"/>
                    <a:pt x="324555" y="764822"/>
                    <a:pt x="516466" y="685800"/>
                  </a:cubicBezTo>
                  <a:cubicBezTo>
                    <a:pt x="708377" y="606778"/>
                    <a:pt x="932744" y="517878"/>
                    <a:pt x="1151466" y="448734"/>
                  </a:cubicBezTo>
                  <a:cubicBezTo>
                    <a:pt x="1370188" y="379590"/>
                    <a:pt x="1487311" y="324556"/>
                    <a:pt x="1828800" y="270934"/>
                  </a:cubicBezTo>
                  <a:cubicBezTo>
                    <a:pt x="2170289" y="217312"/>
                    <a:pt x="2547056" y="172156"/>
                    <a:pt x="3200400" y="127000"/>
                  </a:cubicBezTo>
                  <a:cubicBezTo>
                    <a:pt x="3853744" y="81844"/>
                    <a:pt x="5280941" y="24836"/>
                    <a:pt x="5748866" y="0"/>
                  </a:cubicBezTo>
                </a:path>
              </a:pathLst>
            </a:custGeom>
            <a:noFill/>
            <a:ln w="12700" cap="flat" cmpd="sng" algn="ctr">
              <a:solidFill>
                <a:srgbClr val="0F9E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018902B-9555-6E04-82E5-D0C5714BA7D8}"/>
                </a:ext>
              </a:extLst>
            </p:cNvPr>
            <p:cNvSpPr/>
            <p:nvPr/>
          </p:nvSpPr>
          <p:spPr>
            <a:xfrm>
              <a:off x="7622005" y="4051968"/>
              <a:ext cx="3637275" cy="1737619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BAF63BE-DB68-7E3D-DA94-50F917765735}"/>
                </a:ext>
              </a:extLst>
            </p:cNvPr>
            <p:cNvCxnSpPr>
              <a:cxnSpLocks/>
            </p:cNvCxnSpPr>
            <p:nvPr/>
          </p:nvCxnSpPr>
          <p:spPr>
            <a:xfrm>
              <a:off x="8505736" y="5689722"/>
              <a:ext cx="14602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0748D7F-1296-50D4-4979-C1E2CCF8A819}"/>
                    </a:ext>
                  </a:extLst>
                </p:cNvPr>
                <p:cNvSpPr txBox="1"/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0748D7F-1296-50D4-4979-C1E2CCF8A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FEDA364-2107-625D-CC16-1A8D13877377}"/>
                </a:ext>
              </a:extLst>
            </p:cNvPr>
            <p:cNvGrpSpPr/>
            <p:nvPr/>
          </p:nvGrpSpPr>
          <p:grpSpPr>
            <a:xfrm>
              <a:off x="6425640" y="4051058"/>
              <a:ext cx="236109" cy="1697474"/>
              <a:chOff x="959194" y="1218399"/>
              <a:chExt cx="236109" cy="1697474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4EF5FA0B-3278-D238-0B6D-37EB3A8B63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CEF846BA-ADB2-F45A-9287-C90F795AD1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8285107C-3F23-FA12-5C6E-70A2AC2E90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6A1170C8-2BDC-04BB-AC2B-9792A2594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37" name="Straight Arrow Connector 136">
                <a:extLst>
                  <a:ext uri="{FF2B5EF4-FFF2-40B4-BE49-F238E27FC236}">
                    <a16:creationId xmlns:a16="http://schemas.microsoft.com/office/drawing/2014/main" id="{E191FCF3-6A8B-C114-8F6A-5196BEF49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BEA83A9F-C2FB-8C27-D459-BAF46B03CE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343851BE-74A1-8AF0-FF21-2E04CB961B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701F23BD-DEAA-E17F-52DE-5745A98291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C7C37C28-43D7-287A-850A-A5CFAB601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618EF567-2830-BDAD-6E84-E7A240323C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1D9EED1F-1148-64EA-8404-96DC71DB03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C952522-9B76-C96B-5D5C-E1A2746A5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4D1D4687-30C0-DF49-E65A-833E387C4C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E0E3DD40-815F-1420-6235-0BD7AFEF7F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1930858-0348-F669-2BF6-1550211E2177}"/>
                </a:ext>
              </a:extLst>
            </p:cNvPr>
            <p:cNvCxnSpPr/>
            <p:nvPr/>
          </p:nvCxnSpPr>
          <p:spPr>
            <a:xfrm>
              <a:off x="5955861" y="6168618"/>
              <a:ext cx="48101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B87E94F8-CFE5-8419-84DF-936CF2F61C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5861" y="5765394"/>
              <a:ext cx="0" cy="40322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62F54C6D-A4DD-A00D-5AC8-3120F83C6395}"/>
                    </a:ext>
                  </a:extLst>
                </p:cNvPr>
                <p:cNvSpPr txBox="1"/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62F54C6D-A4DD-A00D-5AC8-3120F83C6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E34BB5A0-6BEF-B153-90CB-25646F8F15FE}"/>
                    </a:ext>
                  </a:extLst>
                </p:cNvPr>
                <p:cNvSpPr txBox="1"/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E34BB5A0-6BEF-B153-90CB-25646F8F1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11DC0CB3-2469-D6DB-39F8-A99CD864BDE2}"/>
                    </a:ext>
                  </a:extLst>
                </p:cNvPr>
                <p:cNvSpPr txBox="1"/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11DC0CB3-2469-D6DB-39F8-A99CD864B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0A62DD5-5F96-B6F1-6D79-26171AA2DF75}"/>
                </a:ext>
              </a:extLst>
            </p:cNvPr>
            <p:cNvCxnSpPr>
              <a:cxnSpLocks/>
            </p:cNvCxnSpPr>
            <p:nvPr/>
          </p:nvCxnSpPr>
          <p:spPr>
            <a:xfrm>
              <a:off x="9067034" y="610530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9B9A11F-F7BA-98B4-D900-6651D7BC9088}"/>
                </a:ext>
              </a:extLst>
            </p:cNvPr>
            <p:cNvCxnSpPr>
              <a:cxnSpLocks/>
            </p:cNvCxnSpPr>
            <p:nvPr/>
          </p:nvCxnSpPr>
          <p:spPr>
            <a:xfrm>
              <a:off x="7642900" y="609237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8D47C80-6B9F-DC43-7A0F-60BF5EEEA871}"/>
                    </a:ext>
                  </a:extLst>
                </p:cNvPr>
                <p:cNvSpPr txBox="1"/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8D47C80-6B9F-DC43-7A0F-60BF5EEEA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blipFill>
                  <a:blip r:embed="rId10"/>
                  <a:stretch>
                    <a:fillRect r="-2619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EA79D9F-9E8A-8629-EE6D-551C7EDE01A9}"/>
                </a:ext>
              </a:extLst>
            </p:cNvPr>
            <p:cNvSpPr/>
            <p:nvPr/>
          </p:nvSpPr>
          <p:spPr>
            <a:xfrm>
              <a:off x="8520188" y="5100428"/>
              <a:ext cx="169330" cy="675324"/>
            </a:xfrm>
            <a:custGeom>
              <a:avLst/>
              <a:gdLst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76200 w 311614"/>
                <a:gd name="csY4" fmla="*/ 123825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55596 w 195760"/>
                <a:gd name="csY0" fmla="*/ 498475 h 498475"/>
                <a:gd name="csX1" fmla="*/ 195296 w 195760"/>
                <a:gd name="csY1" fmla="*/ 400050 h 498475"/>
                <a:gd name="csX2" fmla="*/ 7971 w 195760"/>
                <a:gd name="csY2" fmla="*/ 317500 h 498475"/>
                <a:gd name="csX3" fmla="*/ 50833 w 195760"/>
                <a:gd name="csY3" fmla="*/ 207168 h 498475"/>
                <a:gd name="csX4" fmla="*/ 84171 w 195760"/>
                <a:gd name="csY4" fmla="*/ 0 h 498475"/>
                <a:gd name="csX0" fmla="*/ 65121 w 196011"/>
                <a:gd name="csY0" fmla="*/ 546100 h 546100"/>
                <a:gd name="csX1" fmla="*/ 195296 w 196011"/>
                <a:gd name="csY1" fmla="*/ 400050 h 546100"/>
                <a:gd name="csX2" fmla="*/ 7971 w 196011"/>
                <a:gd name="csY2" fmla="*/ 317500 h 546100"/>
                <a:gd name="csX3" fmla="*/ 50833 w 196011"/>
                <a:gd name="csY3" fmla="*/ 207168 h 546100"/>
                <a:gd name="csX4" fmla="*/ 84171 w 196011"/>
                <a:gd name="csY4" fmla="*/ 0 h 546100"/>
                <a:gd name="csX0" fmla="*/ 59818 w 112053"/>
                <a:gd name="csY0" fmla="*/ 546100 h 546100"/>
                <a:gd name="csX1" fmla="*/ 108319 w 112053"/>
                <a:gd name="csY1" fmla="*/ 447675 h 546100"/>
                <a:gd name="csX2" fmla="*/ 2668 w 112053"/>
                <a:gd name="csY2" fmla="*/ 317500 h 546100"/>
                <a:gd name="csX3" fmla="*/ 45530 w 112053"/>
                <a:gd name="csY3" fmla="*/ 207168 h 546100"/>
                <a:gd name="csX4" fmla="*/ 78868 w 112053"/>
                <a:gd name="csY4" fmla="*/ 0 h 546100"/>
                <a:gd name="csX0" fmla="*/ 190375 w 252171"/>
                <a:gd name="csY0" fmla="*/ 546100 h 546100"/>
                <a:gd name="csX1" fmla="*/ 238876 w 252171"/>
                <a:gd name="csY1" fmla="*/ 447675 h 546100"/>
                <a:gd name="csX2" fmla="*/ 506 w 252171"/>
                <a:gd name="csY2" fmla="*/ 310357 h 546100"/>
                <a:gd name="csX3" fmla="*/ 176087 w 252171"/>
                <a:gd name="csY3" fmla="*/ 207168 h 546100"/>
                <a:gd name="csX4" fmla="*/ 209425 w 252171"/>
                <a:gd name="csY4" fmla="*/ 0 h 546100"/>
                <a:gd name="csX0" fmla="*/ 366155 w 427951"/>
                <a:gd name="csY0" fmla="*/ 546100 h 546100"/>
                <a:gd name="csX1" fmla="*/ 414656 w 427951"/>
                <a:gd name="csY1" fmla="*/ 447675 h 546100"/>
                <a:gd name="csX2" fmla="*/ 176286 w 427951"/>
                <a:gd name="csY2" fmla="*/ 310357 h 546100"/>
                <a:gd name="csX3" fmla="*/ 4759 w 427951"/>
                <a:gd name="csY3" fmla="*/ 171450 h 546100"/>
                <a:gd name="csX4" fmla="*/ 385205 w 427951"/>
                <a:gd name="csY4" fmla="*/ 0 h 546100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86998"/>
                <a:gd name="csY0" fmla="*/ 538957 h 538957"/>
                <a:gd name="csX1" fmla="*/ 580747 w 586998"/>
                <a:gd name="csY1" fmla="*/ 440532 h 538957"/>
                <a:gd name="csX2" fmla="*/ 342377 w 586998"/>
                <a:gd name="csY2" fmla="*/ 303214 h 538957"/>
                <a:gd name="csX3" fmla="*/ 170850 w 586998"/>
                <a:gd name="csY3" fmla="*/ 164307 h 538957"/>
                <a:gd name="csX4" fmla="*/ 0 w 586998"/>
                <a:gd name="csY4" fmla="*/ 0 h 538957"/>
                <a:gd name="csX0" fmla="*/ 532246 w 588198"/>
                <a:gd name="csY0" fmla="*/ 538957 h 538957"/>
                <a:gd name="csX1" fmla="*/ 580747 w 588198"/>
                <a:gd name="csY1" fmla="*/ 440532 h 538957"/>
                <a:gd name="csX2" fmla="*/ 342377 w 588198"/>
                <a:gd name="csY2" fmla="*/ 303214 h 538957"/>
                <a:gd name="csX3" fmla="*/ 170850 w 588198"/>
                <a:gd name="csY3" fmla="*/ 164307 h 538957"/>
                <a:gd name="csX4" fmla="*/ 0 w 588198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170850 w 544656"/>
                <a:gd name="csY3" fmla="*/ 164307 h 538957"/>
                <a:gd name="csX4" fmla="*/ 0 w 544656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0 w 544656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481201 w 504930"/>
                <a:gd name="csY0" fmla="*/ 534194 h 534194"/>
                <a:gd name="csX1" fmla="*/ 478657 w 504930"/>
                <a:gd name="csY1" fmla="*/ 433388 h 534194"/>
                <a:gd name="csX2" fmla="*/ 138193 w 504930"/>
                <a:gd name="csY2" fmla="*/ 298451 h 534194"/>
                <a:gd name="csX3" fmla="*/ 0 w 504930"/>
                <a:gd name="csY3" fmla="*/ 0 h 534194"/>
                <a:gd name="csX0" fmla="*/ 490745 w 514474"/>
                <a:gd name="csY0" fmla="*/ 534194 h 534194"/>
                <a:gd name="csX1" fmla="*/ 488201 w 514474"/>
                <a:gd name="csY1" fmla="*/ 433388 h 534194"/>
                <a:gd name="csX2" fmla="*/ 147737 w 514474"/>
                <a:gd name="csY2" fmla="*/ 298451 h 534194"/>
                <a:gd name="csX3" fmla="*/ 9544 w 514474"/>
                <a:gd name="csY3" fmla="*/ 0 h 534194"/>
                <a:gd name="csX0" fmla="*/ 481171 w 504900"/>
                <a:gd name="csY0" fmla="*/ 538957 h 538957"/>
                <a:gd name="csX1" fmla="*/ 478627 w 504900"/>
                <a:gd name="csY1" fmla="*/ 438151 h 538957"/>
                <a:gd name="csX2" fmla="*/ 138163 w 504900"/>
                <a:gd name="csY2" fmla="*/ 303214 h 538957"/>
                <a:gd name="csX3" fmla="*/ 10178 w 504900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03214 h 538957"/>
                <a:gd name="csX3" fmla="*/ 21754 w 516476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53221 h 538957"/>
                <a:gd name="csX3" fmla="*/ 21754 w 516476"/>
                <a:gd name="csY3" fmla="*/ 0 h 538957"/>
                <a:gd name="csX0" fmla="*/ 533296 w 557025"/>
                <a:gd name="csY0" fmla="*/ 538957 h 538957"/>
                <a:gd name="csX1" fmla="*/ 530752 w 557025"/>
                <a:gd name="csY1" fmla="*/ 438151 h 538957"/>
                <a:gd name="csX2" fmla="*/ 190288 w 557025"/>
                <a:gd name="csY2" fmla="*/ 353221 h 538957"/>
                <a:gd name="csX3" fmla="*/ 62303 w 557025"/>
                <a:gd name="csY3" fmla="*/ 0 h 538957"/>
                <a:gd name="csX0" fmla="*/ 496970 w 706875"/>
                <a:gd name="csY0" fmla="*/ 538957 h 538957"/>
                <a:gd name="csX1" fmla="*/ 698610 w 706875"/>
                <a:gd name="csY1" fmla="*/ 440532 h 538957"/>
                <a:gd name="csX2" fmla="*/ 153962 w 706875"/>
                <a:gd name="csY2" fmla="*/ 353221 h 538957"/>
                <a:gd name="csX3" fmla="*/ 25977 w 706875"/>
                <a:gd name="csY3" fmla="*/ 0 h 538957"/>
                <a:gd name="csX0" fmla="*/ 741988 w 757457"/>
                <a:gd name="csY0" fmla="*/ 538957 h 538957"/>
                <a:gd name="csX1" fmla="*/ 698610 w 757457"/>
                <a:gd name="csY1" fmla="*/ 440532 h 538957"/>
                <a:gd name="csX2" fmla="*/ 153962 w 757457"/>
                <a:gd name="csY2" fmla="*/ 353221 h 538957"/>
                <a:gd name="csX3" fmla="*/ 25977 w 757457"/>
                <a:gd name="csY3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89020 w 789020"/>
                <a:gd name="csY0" fmla="*/ 538957 h 538957"/>
                <a:gd name="csX1" fmla="*/ 200994 w 789020"/>
                <a:gd name="csY1" fmla="*/ 353221 h 538957"/>
                <a:gd name="csX2" fmla="*/ 73009 w 789020"/>
                <a:gd name="csY2" fmla="*/ 0 h 538957"/>
                <a:gd name="csX0" fmla="*/ 746400 w 746400"/>
                <a:gd name="csY0" fmla="*/ 538957 h 538957"/>
                <a:gd name="csX1" fmla="*/ 158374 w 746400"/>
                <a:gd name="csY1" fmla="*/ 353221 h 538957"/>
                <a:gd name="csX2" fmla="*/ 30389 w 746400"/>
                <a:gd name="csY2" fmla="*/ 0 h 538957"/>
                <a:gd name="csX0" fmla="*/ 757346 w 757346"/>
                <a:gd name="csY0" fmla="*/ 538957 h 538957"/>
                <a:gd name="csX1" fmla="*/ 169320 w 757346"/>
                <a:gd name="csY1" fmla="*/ 353221 h 538957"/>
                <a:gd name="csX2" fmla="*/ 41335 w 757346"/>
                <a:gd name="csY2" fmla="*/ 0 h 538957"/>
                <a:gd name="csX0" fmla="*/ 725971 w 725971"/>
                <a:gd name="csY0" fmla="*/ 538957 h 538957"/>
                <a:gd name="csX1" fmla="*/ 137945 w 725971"/>
                <a:gd name="csY1" fmla="*/ 353221 h 538957"/>
                <a:gd name="csX2" fmla="*/ 9960 w 725971"/>
                <a:gd name="csY2" fmla="*/ 0 h 538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5971" h="538957">
                  <a:moveTo>
                    <a:pt x="725971" y="538957"/>
                  </a:moveTo>
                  <a:cubicBezTo>
                    <a:pt x="695347" y="433587"/>
                    <a:pt x="328747" y="428760"/>
                    <a:pt x="137945" y="353221"/>
                  </a:cubicBezTo>
                  <a:cubicBezTo>
                    <a:pt x="-52857" y="277682"/>
                    <a:pt x="9822" y="146515"/>
                    <a:pt x="9960" y="0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81F40F5-4EAC-4EDB-3F1E-A9453E8A4E49}"/>
                    </a:ext>
                  </a:extLst>
                </p:cNvPr>
                <p:cNvSpPr txBox="1"/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81F40F5-4EAC-4EDB-3F1E-A9453E8A4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1B58A24-0CFD-D1E1-5B01-A8658F3FCF00}"/>
                </a:ext>
              </a:extLst>
            </p:cNvPr>
            <p:cNvCxnSpPr>
              <a:cxnSpLocks/>
            </p:cNvCxnSpPr>
            <p:nvPr/>
          </p:nvCxnSpPr>
          <p:spPr>
            <a:xfrm>
              <a:off x="8500802" y="5099462"/>
              <a:ext cx="0" cy="67532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29C30CC3-DC0F-C3A9-502E-187C5E937218}"/>
                </a:ext>
              </a:extLst>
            </p:cNvPr>
            <p:cNvCxnSpPr>
              <a:cxnSpLocks/>
            </p:cNvCxnSpPr>
            <p:nvPr/>
          </p:nvCxnSpPr>
          <p:spPr>
            <a:xfrm>
              <a:off x="8505074" y="5635679"/>
              <a:ext cx="9144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00CAB45-45E0-0182-6FA4-A82292EA70B0}"/>
                </a:ext>
              </a:extLst>
            </p:cNvPr>
            <p:cNvCxnSpPr>
              <a:cxnSpLocks/>
            </p:cNvCxnSpPr>
            <p:nvPr/>
          </p:nvCxnSpPr>
          <p:spPr>
            <a:xfrm>
              <a:off x="8497627" y="5745217"/>
              <a:ext cx="182685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300230DE-988D-F12F-A068-25E836C74F60}"/>
                </a:ext>
              </a:extLst>
            </p:cNvPr>
            <p:cNvGrpSpPr/>
            <p:nvPr/>
          </p:nvGrpSpPr>
          <p:grpSpPr>
            <a:xfrm flipH="1">
              <a:off x="8505071" y="5522992"/>
              <a:ext cx="50178" cy="59119"/>
              <a:chOff x="2454818" y="2635951"/>
              <a:chExt cx="132334" cy="47181"/>
            </a:xfrm>
          </p:grpSpPr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815549F1-F7AF-0224-8BB0-DB80541F81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642" y="2635951"/>
                <a:ext cx="8951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BEC666C1-1E66-10DE-09DC-FB5466F59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818" y="2683132"/>
                <a:ext cx="13233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B9E01E1-61C1-F5DA-9A43-58FC4ECFD9E5}"/>
                </a:ext>
              </a:extLst>
            </p:cNvPr>
            <p:cNvSpPr/>
            <p:nvPr/>
          </p:nvSpPr>
          <p:spPr>
            <a:xfrm>
              <a:off x="8877319" y="5532937"/>
              <a:ext cx="366713" cy="242947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 cap="flat" cmpd="sng" algn="ctr">
              <a:solidFill>
                <a:srgbClr val="4EA72E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E4F38A0E-B278-E120-FD29-702767D524B7}"/>
                </a:ext>
              </a:extLst>
            </p:cNvPr>
            <p:cNvGrpSpPr/>
            <p:nvPr/>
          </p:nvGrpSpPr>
          <p:grpSpPr>
            <a:xfrm>
              <a:off x="8910221" y="5551498"/>
              <a:ext cx="109538" cy="221843"/>
              <a:chOff x="2702479" y="3807697"/>
              <a:chExt cx="109538" cy="182685"/>
            </a:xfrm>
          </p:grpSpPr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2EA36D22-4EA3-383F-A496-88A58A2AA14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83512" y="390927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D7C2FBA0-E07F-C298-F9C2-03473147442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56758" y="393722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D0A8973-B572-DB23-2EFA-3CC5C0A094B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720674" y="389904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BFB1C2F-0F50-84B9-539B-2024A9AC1D6E}"/>
                </a:ext>
              </a:extLst>
            </p:cNvPr>
            <p:cNvGrpSpPr/>
            <p:nvPr/>
          </p:nvGrpSpPr>
          <p:grpSpPr>
            <a:xfrm flipH="1">
              <a:off x="9080477" y="5529086"/>
              <a:ext cx="121866" cy="251159"/>
              <a:chOff x="2980732" y="3826755"/>
              <a:chExt cx="109538" cy="182685"/>
            </a:xfrm>
          </p:grpSpPr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9C89D415-4945-8933-35EB-0B88EBACB5E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1765" y="392832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1A169784-71F0-B2E4-2AD7-A8E08A5480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5011" y="395627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27" name="Straight Arrow Connector 126">
                <a:extLst>
                  <a:ext uri="{FF2B5EF4-FFF2-40B4-BE49-F238E27FC236}">
                    <a16:creationId xmlns:a16="http://schemas.microsoft.com/office/drawing/2014/main" id="{977AF790-13DE-89AE-7ED3-FDDBC55CAD4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98927" y="391809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69A89B5-4CE4-1F61-F21F-9AD8CC667F78}"/>
                    </a:ext>
                  </a:extLst>
                </p:cNvPr>
                <p:cNvSpPr txBox="1"/>
                <p:nvPr/>
              </p:nvSpPr>
              <p:spPr>
                <a:xfrm>
                  <a:off x="9098418" y="5387780"/>
                  <a:ext cx="460818" cy="2503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69A89B5-4CE4-1F61-F21F-9AD8CC667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8418" y="5387780"/>
                  <a:ext cx="460818" cy="25037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30F477F-0262-13D3-F9C7-B3343D097825}"/>
                    </a:ext>
                  </a:extLst>
                </p:cNvPr>
                <p:cNvSpPr txBox="1"/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200" dirty="0">
                    <a:solidFill>
                      <a:srgbClr val="0F9ED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30F477F-0262-13D3-F9C7-B3343D097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A1EEA7B-4188-15CF-13D0-6B80A59A8899}"/>
                </a:ext>
              </a:extLst>
            </p:cNvPr>
            <p:cNvSpPr txBox="1"/>
            <p:nvPr/>
          </p:nvSpPr>
          <p:spPr>
            <a:xfrm>
              <a:off x="7923252" y="4430368"/>
              <a:ext cx="980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ptos" panose="02110004020202020204"/>
                </a:rPr>
                <a:t>TS wave</a:t>
              </a:r>
              <a:endParaRPr lang="en-NL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26AEDCD-53B6-1960-2A8D-03956DC266B2}"/>
                </a:ext>
              </a:extLst>
            </p:cNvPr>
            <p:cNvSpPr/>
            <p:nvPr/>
          </p:nvSpPr>
          <p:spPr>
            <a:xfrm>
              <a:off x="7697734" y="5417466"/>
              <a:ext cx="539727" cy="154700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A018EFAF-F4D1-DFC5-E5FB-BF2F8DEC768D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 flipH="1">
              <a:off x="8061344" y="4799700"/>
              <a:ext cx="352235" cy="530905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1663D07-B1C2-6AC1-59CC-AC8A04CB7BEF}"/>
                </a:ext>
              </a:extLst>
            </p:cNvPr>
            <p:cNvCxnSpPr>
              <a:cxnSpLocks/>
            </p:cNvCxnSpPr>
            <p:nvPr/>
          </p:nvCxnSpPr>
          <p:spPr>
            <a:xfrm>
              <a:off x="10214827" y="6097976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FD22F4A-AC56-2169-5349-2E77BA136D75}"/>
                    </a:ext>
                  </a:extLst>
                </p:cNvPr>
                <p:cNvSpPr txBox="1"/>
                <p:nvPr/>
              </p:nvSpPr>
              <p:spPr>
                <a:xfrm>
                  <a:off x="10000312" y="6172572"/>
                  <a:ext cx="274373" cy="2816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FD22F4A-AC56-2169-5349-2E77BA136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0312" y="6172572"/>
                  <a:ext cx="274373" cy="28166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260ACC5-E70E-47A8-D812-F95138424F03}"/>
              </a:ext>
            </a:extLst>
          </p:cNvPr>
          <p:cNvSpPr/>
          <p:nvPr/>
        </p:nvSpPr>
        <p:spPr>
          <a:xfrm>
            <a:off x="2803064" y="2625282"/>
            <a:ext cx="369570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L" sz="160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E409F95-E178-1C46-6F19-41CC8D8197F5}"/>
              </a:ext>
            </a:extLst>
          </p:cNvPr>
          <p:cNvSpPr txBox="1"/>
          <p:nvPr/>
        </p:nvSpPr>
        <p:spPr>
          <a:xfrm>
            <a:off x="2751737" y="2575990"/>
            <a:ext cx="751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Act</a:t>
            </a:r>
            <a:endParaRPr lang="en-NL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9A5D294-D921-7833-5A51-1DB54903437A}"/>
                  </a:ext>
                </a:extLst>
              </p:cNvPr>
              <p:cNvSpPr txBox="1"/>
              <p:nvPr/>
            </p:nvSpPr>
            <p:spPr>
              <a:xfrm>
                <a:off x="2695272" y="3004611"/>
                <a:ext cx="5426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b>
                      </m:sSub>
                    </m:oMath>
                  </m:oMathPara>
                </a14:m>
                <a:endParaRPr lang="en-NL" sz="12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9A5D294-D921-7833-5A51-1DB549034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72" y="3004611"/>
                <a:ext cx="54267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Slide Number Placeholder 1">
            <a:extLst>
              <a:ext uri="{FF2B5EF4-FFF2-40B4-BE49-F238E27FC236}">
                <a16:creationId xmlns:a16="http://schemas.microsoft.com/office/drawing/2014/main" id="{11C731D6-E42D-5E61-3025-EE4B7A7A584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82210" y="6405669"/>
            <a:ext cx="187552" cy="184666"/>
          </a:xfrm>
        </p:spPr>
        <p:txBody>
          <a:bodyPr/>
          <a:lstStyle/>
          <a:p>
            <a:fld id="{9E843DB9-9987-4157-AB9C-CEA8D7D910BB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F2292C2C-504A-3446-B2CA-C8B7406089B4}"/>
              </a:ext>
            </a:extLst>
          </p:cNvPr>
          <p:cNvSpPr/>
          <p:nvPr/>
        </p:nvSpPr>
        <p:spPr>
          <a:xfrm>
            <a:off x="3721276" y="2328665"/>
            <a:ext cx="808845" cy="98198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20312A54-91F4-BB00-E3F5-1F56BC773BAA}"/>
              </a:ext>
            </a:extLst>
          </p:cNvPr>
          <p:cNvGrpSpPr/>
          <p:nvPr/>
        </p:nvGrpSpPr>
        <p:grpSpPr>
          <a:xfrm>
            <a:off x="160168" y="3695969"/>
            <a:ext cx="4732557" cy="1849950"/>
            <a:chOff x="160168" y="3695969"/>
            <a:chExt cx="4732557" cy="1849950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7915E013-9F02-75D9-5CD9-967C16F59C28}"/>
                </a:ext>
              </a:extLst>
            </p:cNvPr>
            <p:cNvSpPr/>
            <p:nvPr/>
          </p:nvSpPr>
          <p:spPr>
            <a:xfrm>
              <a:off x="2203198" y="5103183"/>
              <a:ext cx="382554" cy="4427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C33E8E0B-3BCA-8721-DFC2-A96DE75C7DD9}"/>
                </a:ext>
              </a:extLst>
            </p:cNvPr>
            <p:cNvGrpSpPr/>
            <p:nvPr/>
          </p:nvGrpSpPr>
          <p:grpSpPr>
            <a:xfrm>
              <a:off x="160168" y="3695969"/>
              <a:ext cx="4732557" cy="1592033"/>
              <a:chOff x="438445" y="5430416"/>
              <a:chExt cx="5166597" cy="1049595"/>
            </a:xfrm>
          </p:grpSpPr>
          <p:sp>
            <p:nvSpPr>
              <p:cNvPr id="193" name="Rectangle: Rounded Corners 192">
                <a:extLst>
                  <a:ext uri="{FF2B5EF4-FFF2-40B4-BE49-F238E27FC236}">
                    <a16:creationId xmlns:a16="http://schemas.microsoft.com/office/drawing/2014/main" id="{AB1EE2D3-22E8-5D88-BBEA-9E089292452E}"/>
                  </a:ext>
                </a:extLst>
              </p:cNvPr>
              <p:cNvSpPr/>
              <p:nvPr/>
            </p:nvSpPr>
            <p:spPr>
              <a:xfrm>
                <a:off x="438445" y="5430416"/>
                <a:ext cx="5043796" cy="99371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lang="en-NL" dirty="0" err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1FAF15A9-7AD6-CA53-6583-959B1351919C}"/>
                      </a:ext>
                    </a:extLst>
                  </p:cNvPr>
                  <p:cNvSpPr txBox="1"/>
                  <p:nvPr/>
                </p:nvSpPr>
                <p:spPr>
                  <a:xfrm>
                    <a:off x="623037" y="5486300"/>
                    <a:ext cx="4982005" cy="99371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l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US" b="1" dirty="0">
                        <a:solidFill>
                          <a:schemeClr val="tx1"/>
                        </a:solidFill>
                      </a:rPr>
                      <a:t>Design requirement #2: </a:t>
                    </a:r>
                  </a:p>
                  <a:p>
                    <a:pPr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Must be tuned to operate at a subwavelength scale</a:t>
                    </a:r>
                    <a:r>
                      <a:rPr lang="en-US" dirty="0">
                        <a:solidFill>
                          <a:schemeClr val="tx1"/>
                        </a:solidFill>
                        <a:sym typeface="Wingdings" panose="05000000000000000000" pitchFamily="2" charset="2"/>
                      </a:rPr>
                      <a:t>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𝑇𝑆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1FAF15A9-7AD6-CA53-6583-959B135191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3037" y="5486300"/>
                    <a:ext cx="4982005" cy="99371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3071" t="-6883"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1AF57CE3-7370-8E2E-FB32-4BEA51707C09}"/>
                </a:ext>
              </a:extLst>
            </p:cNvPr>
            <p:cNvSpPr/>
            <p:nvPr/>
          </p:nvSpPr>
          <p:spPr>
            <a:xfrm>
              <a:off x="2622646" y="4389951"/>
              <a:ext cx="1121269" cy="7132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E4A9F83-08F1-5CEF-D2DB-3851E46291E3}"/>
              </a:ext>
            </a:extLst>
          </p:cNvPr>
          <p:cNvGrpSpPr/>
          <p:nvPr/>
        </p:nvGrpSpPr>
        <p:grpSpPr>
          <a:xfrm>
            <a:off x="6749247" y="4976861"/>
            <a:ext cx="1785576" cy="1712962"/>
            <a:chOff x="6153878" y="4435415"/>
            <a:chExt cx="1785576" cy="1712962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805EE333-44AC-E4AF-0E19-770F3CCE01B8}"/>
                </a:ext>
              </a:extLst>
            </p:cNvPr>
            <p:cNvGrpSpPr/>
            <p:nvPr/>
          </p:nvGrpSpPr>
          <p:grpSpPr>
            <a:xfrm>
              <a:off x="6153878" y="5448385"/>
              <a:ext cx="1776784" cy="699992"/>
              <a:chOff x="6153878" y="5448385"/>
              <a:chExt cx="1776784" cy="699992"/>
            </a:xfrm>
          </p:grpSpPr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63CB3F9-9E91-BAEC-653F-EA50E7A89818}"/>
                  </a:ext>
                </a:extLst>
              </p:cNvPr>
              <p:cNvSpPr txBox="1"/>
              <p:nvPr/>
            </p:nvSpPr>
            <p:spPr>
              <a:xfrm>
                <a:off x="6153878" y="5448385"/>
                <a:ext cx="1345264" cy="699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NL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BE82BC1F-AA9C-CAF6-2422-F5252FFE37AF}"/>
                  </a:ext>
                </a:extLst>
              </p:cNvPr>
              <p:cNvSpPr/>
              <p:nvPr/>
            </p:nvSpPr>
            <p:spPr>
              <a:xfrm>
                <a:off x="6259432" y="5532507"/>
                <a:ext cx="353719" cy="3200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NL" sz="1000" dirty="0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F1745D6-9B77-D594-60EB-BAA565350496}"/>
                  </a:ext>
                </a:extLst>
              </p:cNvPr>
              <p:cNvSpPr txBox="1"/>
              <p:nvPr/>
            </p:nvSpPr>
            <p:spPr>
              <a:xfrm>
                <a:off x="6288150" y="5567800"/>
                <a:ext cx="336499" cy="2865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bg1"/>
                    </a:solidFill>
                  </a:rPr>
                  <a:t>act</a:t>
                </a:r>
                <a:endParaRPr lang="en-NL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53DC328-6874-FD95-4858-CEBD87D1A93D}"/>
                  </a:ext>
                </a:extLst>
              </p:cNvPr>
              <p:cNvSpPr txBox="1"/>
              <p:nvPr/>
            </p:nvSpPr>
            <p:spPr>
              <a:xfrm>
                <a:off x="6677761" y="5532507"/>
                <a:ext cx="1252901" cy="3200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NL" sz="1600" dirty="0" err="1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97" name="Picture 196">
              <a:extLst>
                <a:ext uri="{FF2B5EF4-FFF2-40B4-BE49-F238E27FC236}">
                  <a16:creationId xmlns:a16="http://schemas.microsoft.com/office/drawing/2014/main" id="{0121338C-E536-24C4-527E-5D5107548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171461" y="4435415"/>
              <a:ext cx="1767993" cy="1082134"/>
            </a:xfrm>
            <a:prstGeom prst="rect">
              <a:avLst/>
            </a:prstGeom>
          </p:spPr>
        </p:pic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8267A3FE-2511-643F-4A08-772193D4694E}"/>
                </a:ext>
              </a:extLst>
            </p:cNvPr>
            <p:cNvCxnSpPr/>
            <p:nvPr/>
          </p:nvCxnSpPr>
          <p:spPr>
            <a:xfrm>
              <a:off x="6246240" y="5020471"/>
              <a:ext cx="1693214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EFD2FF9-F441-BC70-1E5B-1698E911181D}"/>
              </a:ext>
            </a:extLst>
          </p:cNvPr>
          <p:cNvGrpSpPr/>
          <p:nvPr/>
        </p:nvGrpSpPr>
        <p:grpSpPr>
          <a:xfrm>
            <a:off x="9997871" y="4882039"/>
            <a:ext cx="1776785" cy="1335196"/>
            <a:chOff x="6162669" y="4484746"/>
            <a:chExt cx="1776785" cy="1335196"/>
          </a:xfrm>
        </p:grpSpPr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6FE1598F-2873-5777-7069-DE45DDB8A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162669" y="4484746"/>
              <a:ext cx="1767993" cy="1082134"/>
            </a:xfrm>
            <a:prstGeom prst="rect">
              <a:avLst/>
            </a:prstGeom>
          </p:spPr>
        </p:pic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D38B402D-A6F7-F226-0B0A-19C98E263F5A}"/>
                </a:ext>
              </a:extLst>
            </p:cNvPr>
            <p:cNvCxnSpPr/>
            <p:nvPr/>
          </p:nvCxnSpPr>
          <p:spPr>
            <a:xfrm>
              <a:off x="6246240" y="5020471"/>
              <a:ext cx="1693214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A336CD5B-1EC4-5C43-7602-0115A829A5E4}"/>
                </a:ext>
              </a:extLst>
            </p:cNvPr>
            <p:cNvGrpSpPr/>
            <p:nvPr/>
          </p:nvGrpSpPr>
          <p:grpSpPr>
            <a:xfrm>
              <a:off x="6266371" y="5492465"/>
              <a:ext cx="1629314" cy="327477"/>
              <a:chOff x="6244029" y="4531458"/>
              <a:chExt cx="409537" cy="327477"/>
            </a:xfrm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FE0D6E20-802B-A7A6-644D-9C754F7E6AD4}"/>
                  </a:ext>
                </a:extLst>
              </p:cNvPr>
              <p:cNvSpPr/>
              <p:nvPr/>
            </p:nvSpPr>
            <p:spPr>
              <a:xfrm>
                <a:off x="6244029" y="4531458"/>
                <a:ext cx="409537" cy="3200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NL" sz="1000" dirty="0"/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82D4C9-9285-A8BA-2F1D-D596C9F229D2}"/>
                  </a:ext>
                </a:extLst>
              </p:cNvPr>
              <p:cNvSpPr txBox="1"/>
              <p:nvPr/>
            </p:nvSpPr>
            <p:spPr>
              <a:xfrm>
                <a:off x="6265674" y="4572365"/>
                <a:ext cx="336499" cy="2865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bg1"/>
                    </a:solidFill>
                  </a:rPr>
                  <a:t>act</a:t>
                </a:r>
                <a:endParaRPr lang="en-NL" sz="1600" dirty="0" err="1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780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28B3-9102-EE2D-F086-6B7536FA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3437FC-9CD7-EDA8-ACE5-D69AF7EC7BD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454AEFE-786A-DCEA-935D-04DF23C05924}"/>
              </a:ext>
            </a:extLst>
          </p:cNvPr>
          <p:cNvSpPr/>
          <p:nvPr/>
        </p:nvSpPr>
        <p:spPr>
          <a:xfrm>
            <a:off x="4588088" y="954779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8FF0462-FCAC-08AF-2A90-FF544B4DAE37}"/>
              </a:ext>
            </a:extLst>
          </p:cNvPr>
          <p:cNvSpPr/>
          <p:nvPr/>
        </p:nvSpPr>
        <p:spPr>
          <a:xfrm>
            <a:off x="4588088" y="1670823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E6FAE590-19DE-B8D5-930D-A1635DD6713E}"/>
              </a:ext>
            </a:extLst>
          </p:cNvPr>
          <p:cNvSpPr/>
          <p:nvPr/>
        </p:nvSpPr>
        <p:spPr>
          <a:xfrm>
            <a:off x="4588088" y="2386867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0055D16-4298-4065-7B5E-6B8FCB8C6B6B}"/>
              </a:ext>
            </a:extLst>
          </p:cNvPr>
          <p:cNvSpPr/>
          <p:nvPr/>
        </p:nvSpPr>
        <p:spPr>
          <a:xfrm>
            <a:off x="4588088" y="3102911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NL" sz="1800" kern="1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48F58B-4B3A-7541-4E81-2A335409C406}"/>
              </a:ext>
            </a:extLst>
          </p:cNvPr>
          <p:cNvCxnSpPr>
            <a:cxnSpLocks/>
          </p:cNvCxnSpPr>
          <p:nvPr/>
        </p:nvCxnSpPr>
        <p:spPr>
          <a:xfrm>
            <a:off x="9134096" y="976704"/>
            <a:ext cx="0" cy="5019915"/>
          </a:xfrm>
          <a:prstGeom prst="line">
            <a:avLst/>
          </a:prstGeom>
          <a:ln w="635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8000">
                  <a:schemeClr val="accent1"/>
                </a:gs>
                <a:gs pos="38000">
                  <a:srgbClr val="00B0F0"/>
                </a:gs>
                <a:gs pos="100000">
                  <a:schemeClr val="bg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CEAB3BA-15E9-042E-7E0F-FF6AB43AC230}"/>
              </a:ext>
            </a:extLst>
          </p:cNvPr>
          <p:cNvSpPr/>
          <p:nvPr/>
        </p:nvSpPr>
        <p:spPr>
          <a:xfrm>
            <a:off x="768450" y="984311"/>
            <a:ext cx="8183868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tx1">
                    <a:alpha val="25000"/>
                  </a:schemeClr>
                </a:solidFill>
              </a:rPr>
              <a:t>Background and </a:t>
            </a:r>
            <a:r>
              <a:rPr lang="en-US" sz="2000" b="1">
                <a:solidFill>
                  <a:schemeClr val="tx1">
                    <a:alpha val="25000"/>
                  </a:schemeClr>
                </a:solidFill>
              </a:rPr>
              <a:t>research gap</a:t>
            </a:r>
            <a:endParaRPr lang="en-NL" sz="2000" b="1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D4ACD7F-57E7-4FA6-C7FA-8CBEA61170D4}"/>
              </a:ext>
            </a:extLst>
          </p:cNvPr>
          <p:cNvSpPr/>
          <p:nvPr/>
        </p:nvSpPr>
        <p:spPr>
          <a:xfrm>
            <a:off x="5169446" y="170035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Research questions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9E73A-2B1F-C575-3D9B-EF731D426769}"/>
              </a:ext>
            </a:extLst>
          </p:cNvPr>
          <p:cNvSpPr/>
          <p:nvPr/>
        </p:nvSpPr>
        <p:spPr>
          <a:xfrm>
            <a:off x="5169446" y="2416399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tx1">
                    <a:alpha val="25000"/>
                  </a:schemeClr>
                </a:solidFill>
              </a:rPr>
              <a:t>Methodology</a:t>
            </a:r>
            <a:endParaRPr lang="en-NL" sz="2000" b="1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E67B7EB-0B9F-1BE1-B40B-58F43AF4D0A1}"/>
              </a:ext>
            </a:extLst>
          </p:cNvPr>
          <p:cNvSpPr/>
          <p:nvPr/>
        </p:nvSpPr>
        <p:spPr>
          <a:xfrm>
            <a:off x="5169446" y="3132443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schemeClr val="tx1"/>
                </a:solidFill>
              </a:rPr>
              <a:t>Stage-I</a:t>
            </a:r>
            <a:endParaRPr lang="en-NL" sz="4000" b="1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EEA0BF7-C8F3-6477-CAC1-69F3408F5AC7}"/>
              </a:ext>
            </a:extLst>
          </p:cNvPr>
          <p:cNvSpPr/>
          <p:nvPr/>
        </p:nvSpPr>
        <p:spPr>
          <a:xfrm>
            <a:off x="5169446" y="3848487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 dirty="0">
                <a:solidFill>
                  <a:schemeClr val="tx1">
                    <a:alpha val="25000"/>
                  </a:schemeClr>
                </a:solidFill>
              </a:rPr>
              <a:t>Stage-II</a:t>
            </a:r>
            <a:endParaRPr lang="en-NL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DF428CF-B96F-3E9F-034B-CBAD9BE636E1}"/>
              </a:ext>
            </a:extLst>
          </p:cNvPr>
          <p:cNvSpPr/>
          <p:nvPr/>
        </p:nvSpPr>
        <p:spPr>
          <a:xfrm>
            <a:off x="5169446" y="4564531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Stage-III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723228E-17ED-4E56-2551-29F1A1AE41DB}"/>
              </a:ext>
            </a:extLst>
          </p:cNvPr>
          <p:cNvSpPr/>
          <p:nvPr/>
        </p:nvSpPr>
        <p:spPr>
          <a:xfrm>
            <a:off x="5169446" y="528057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lvl="0" indent="0"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>
                <a:solidFill>
                  <a:schemeClr val="accent1"/>
                </a:solidFill>
              </a:defRPr>
            </a:pPr>
            <a:r>
              <a:rPr lang="en-US" sz="2000" kern="1200">
                <a:solidFill>
                  <a:schemeClr val="tx1">
                    <a:alpha val="25000"/>
                  </a:schemeClr>
                </a:solidFill>
              </a:rPr>
              <a:t>Conclusions</a:t>
            </a:r>
            <a:endParaRPr lang="en-US" sz="2000" kern="1200" dirty="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43BF27-6B1F-97BF-DC68-556A4DD7A568}"/>
              </a:ext>
            </a:extLst>
          </p:cNvPr>
          <p:cNvSpPr/>
          <p:nvPr/>
        </p:nvSpPr>
        <p:spPr>
          <a:xfrm>
            <a:off x="9036941" y="3364346"/>
            <a:ext cx="184149" cy="168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360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F1C351C-E6ED-A62E-988F-168023A19FE7}"/>
              </a:ext>
            </a:extLst>
          </p:cNvPr>
          <p:cNvSpPr/>
          <p:nvPr/>
        </p:nvSpPr>
        <p:spPr>
          <a:xfrm>
            <a:off x="9076903" y="1986388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88BE8C-723C-2265-FF9B-AAE361B10AD1}"/>
              </a:ext>
            </a:extLst>
          </p:cNvPr>
          <p:cNvSpPr/>
          <p:nvPr/>
        </p:nvSpPr>
        <p:spPr>
          <a:xfrm>
            <a:off x="9076903" y="123844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3817C1-93B3-2A37-B5BE-5F8FB7661F36}"/>
              </a:ext>
            </a:extLst>
          </p:cNvPr>
          <p:cNvSpPr/>
          <p:nvPr/>
        </p:nvSpPr>
        <p:spPr>
          <a:xfrm>
            <a:off x="9071823" y="270243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19C8848-F885-B0CE-AC1B-B400298ADE2D}"/>
              </a:ext>
            </a:extLst>
          </p:cNvPr>
          <p:cNvSpPr/>
          <p:nvPr/>
        </p:nvSpPr>
        <p:spPr>
          <a:xfrm>
            <a:off x="9076903" y="4134519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68A309-DF8F-3D58-7683-0E96E427B235}"/>
              </a:ext>
            </a:extLst>
          </p:cNvPr>
          <p:cNvSpPr/>
          <p:nvPr/>
        </p:nvSpPr>
        <p:spPr>
          <a:xfrm>
            <a:off x="9076903" y="48505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9582CA-4626-38B1-1FA4-256544BFEEB2}"/>
              </a:ext>
            </a:extLst>
          </p:cNvPr>
          <p:cNvSpPr/>
          <p:nvPr/>
        </p:nvSpPr>
        <p:spPr>
          <a:xfrm>
            <a:off x="9064203" y="5566607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r"/>
            <a:endParaRPr lang="en-NL" sz="1600">
              <a:solidFill>
                <a:schemeClr val="tx1">
                  <a:alpha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76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5FBBE-AEC6-844E-C266-9D9AFCF294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2566" y="1211262"/>
            <a:ext cx="9166168" cy="4435476"/>
          </a:xfrm>
        </p:spPr>
        <p:txBody>
          <a:bodyPr vert="horz" lIns="91440" tIns="45720" rIns="91440" bIns="45720" rtlCol="0">
            <a:normAutofit/>
          </a:bodyPr>
          <a:lstStyle/>
          <a:p>
            <a:pPr marL="70485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To </a:t>
            </a:r>
            <a:r>
              <a:rPr lang="en-US" sz="1800" b="1" dirty="0">
                <a:latin typeface="Aptos" panose="020B0004020202020204" pitchFamily="34" charset="0"/>
                <a:cs typeface="Arial" panose="020B0604020202020204" pitchFamily="34" charset="0"/>
              </a:rPr>
              <a:t>examine admittance phase variation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across different vibration modes of SMCR and DMCR.</a:t>
            </a:r>
          </a:p>
          <a:p>
            <a:pPr marL="70485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To </a:t>
            </a:r>
            <a:r>
              <a:rPr lang="en-US" sz="1800" b="1" dirty="0">
                <a:latin typeface="Aptos" panose="020B0004020202020204" pitchFamily="34" charset="0"/>
                <a:cs typeface="Arial" panose="020B0604020202020204" pitchFamily="34" charset="0"/>
              </a:rPr>
              <a:t>determine how to tune them to obtain the desired admittance phase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close to resonance.</a:t>
            </a:r>
            <a:endParaRPr lang="en-NL" sz="1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CE9BFB-5E10-F3E0-710D-E87CF815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66" y="277954"/>
            <a:ext cx="3121352" cy="517913"/>
          </a:xfrm>
          <a:noFill/>
          <a:ln>
            <a:noFill/>
          </a:ln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Objectives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D3C5C88-3351-6E9A-4EE7-9D474A8AB14B}"/>
              </a:ext>
            </a:extLst>
          </p:cNvPr>
          <p:cNvSpPr txBox="1">
            <a:spLocks/>
          </p:cNvSpPr>
          <p:nvPr/>
        </p:nvSpPr>
        <p:spPr>
          <a:xfrm>
            <a:off x="11409210" y="64564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24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4582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956A6D-8F1F-8538-7880-BAA7028E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65" y="239854"/>
            <a:ext cx="6695597" cy="554477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SMCR-numerical investigation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0D295E3-F4AD-21F5-23D2-EC964067DE22}"/>
              </a:ext>
            </a:extLst>
          </p:cNvPr>
          <p:cNvGrpSpPr/>
          <p:nvPr/>
        </p:nvGrpSpPr>
        <p:grpSpPr>
          <a:xfrm>
            <a:off x="503113" y="1391395"/>
            <a:ext cx="5157975" cy="3546299"/>
            <a:chOff x="503113" y="1391395"/>
            <a:chExt cx="5157975" cy="35462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208E48-8E23-0AA5-97BC-513970936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42033" y="2376457"/>
              <a:ext cx="1993540" cy="2036879"/>
            </a:xfrm>
            <a:prstGeom prst="rect">
              <a:avLst/>
            </a:prstGeom>
            <a:noFill/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7097E66-7C7A-9BE3-4464-333869E701AF}"/>
                </a:ext>
              </a:extLst>
            </p:cNvPr>
            <p:cNvCxnSpPr/>
            <p:nvPr/>
          </p:nvCxnSpPr>
          <p:spPr bwMode="auto">
            <a:xfrm flipV="1">
              <a:off x="2496808" y="2863596"/>
              <a:ext cx="1702544" cy="400599"/>
            </a:xfrm>
            <a:prstGeom prst="straightConnector1">
              <a:avLst/>
            </a:prstGeom>
            <a:solidFill>
              <a:schemeClr val="bg1"/>
            </a:solidFill>
            <a:ln>
              <a:noFill/>
              <a:tailEnd type="triangle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DF8FC84-456E-EDC4-0CC2-58A01243F02E}"/>
                </a:ext>
              </a:extLst>
            </p:cNvPr>
            <p:cNvCxnSpPr/>
            <p:nvPr/>
          </p:nvCxnSpPr>
          <p:spPr bwMode="auto">
            <a:xfrm>
              <a:off x="1223476" y="4523219"/>
              <a:ext cx="1931458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3273075-6746-1162-DB5A-D2A5D18CD036}"/>
                    </a:ext>
                  </a:extLst>
                </p:cNvPr>
                <p:cNvSpPr txBox="1"/>
                <p:nvPr/>
              </p:nvSpPr>
              <p:spPr>
                <a:xfrm>
                  <a:off x="1978257" y="4537584"/>
                  <a:ext cx="550664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20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3273075-6746-1162-DB5A-D2A5D18CD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8257" y="4537584"/>
                  <a:ext cx="55066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A460D48-EA10-C324-76A3-57223137F60F}"/>
                </a:ext>
              </a:extLst>
            </p:cNvPr>
            <p:cNvCxnSpPr>
              <a:endCxn id="11" idx="1"/>
            </p:cNvCxnSpPr>
            <p:nvPr/>
          </p:nvCxnSpPr>
          <p:spPr bwMode="auto">
            <a:xfrm flipV="1">
              <a:off x="2424310" y="2076350"/>
              <a:ext cx="1452884" cy="372862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0DB7FC-2578-1230-291E-C46985034582}"/>
                    </a:ext>
                  </a:extLst>
                </p:cNvPr>
                <p:cNvSpPr txBox="1"/>
                <p:nvPr/>
              </p:nvSpPr>
              <p:spPr>
                <a:xfrm>
                  <a:off x="3877193" y="1876295"/>
                  <a:ext cx="393055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Γ</m:t>
                        </m:r>
                      </m:oMath>
                    </m:oMathPara>
                  </a14:m>
                  <a:endParaRPr lang="en-NL" sz="20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0DB7FC-2578-1230-291E-C46985034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7193" y="1876295"/>
                  <a:ext cx="39305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DD735C9-090C-F4BB-1172-B76967947B6F}"/>
                </a:ext>
              </a:extLst>
            </p:cNvPr>
            <p:cNvCxnSpPr/>
            <p:nvPr/>
          </p:nvCxnSpPr>
          <p:spPr bwMode="auto">
            <a:xfrm>
              <a:off x="1581930" y="1876295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6F844F7-5000-5EDF-2928-27A92FF60E89}"/>
                    </a:ext>
                  </a:extLst>
                </p:cNvPr>
                <p:cNvSpPr txBox="1"/>
                <p:nvPr/>
              </p:nvSpPr>
              <p:spPr>
                <a:xfrm>
                  <a:off x="1997646" y="1391395"/>
                  <a:ext cx="401007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oMath>
                    </m:oMathPara>
                  </a14:m>
                  <a:endParaRPr lang="en-NL" sz="20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6F844F7-5000-5EDF-2928-27A92FF60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7646" y="1391395"/>
                  <a:ext cx="401007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6CDC2CE-E330-E063-02DD-8FCCE2BE121F}"/>
                </a:ext>
              </a:extLst>
            </p:cNvPr>
            <p:cNvCxnSpPr/>
            <p:nvPr/>
          </p:nvCxnSpPr>
          <p:spPr bwMode="auto">
            <a:xfrm>
              <a:off x="1059592" y="2413686"/>
              <a:ext cx="0" cy="1927008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7E182BD-B4E9-2265-E465-53A0F039BAED}"/>
                    </a:ext>
                  </a:extLst>
                </p:cNvPr>
                <p:cNvSpPr txBox="1"/>
                <p:nvPr/>
              </p:nvSpPr>
              <p:spPr>
                <a:xfrm rot="16200000">
                  <a:off x="446816" y="3139028"/>
                  <a:ext cx="512704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20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7E182BD-B4E9-2265-E465-53A0F039B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46816" y="3139028"/>
                  <a:ext cx="512704" cy="400110"/>
                </a:xfrm>
                <a:prstGeom prst="rect">
                  <a:avLst/>
                </a:prstGeom>
                <a:blipFill>
                  <a:blip r:embed="rId7"/>
                  <a:stretch>
                    <a:fillRect r="-307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F0284A-1E4C-0C36-B3A4-20FE6A2BAC5F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 flipV="1">
              <a:off x="3180841" y="3510031"/>
              <a:ext cx="579181" cy="550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79235B7-E3BB-F17A-E835-72D0991198AF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 flipV="1">
              <a:off x="1294996" y="3510031"/>
              <a:ext cx="2465026" cy="79729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FED3F4-45B3-6A2E-9553-6A035D884722}"/>
                </a:ext>
              </a:extLst>
            </p:cNvPr>
            <p:cNvSpPr txBox="1"/>
            <p:nvPr/>
          </p:nvSpPr>
          <p:spPr>
            <a:xfrm>
              <a:off x="3760022" y="3245173"/>
              <a:ext cx="1692585" cy="5297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buNone/>
                <a:defRPr sz="16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sz="2000" dirty="0">
                  <a:latin typeface="Arial (Body)"/>
                </a:rPr>
                <a:t>Fixed sides</a:t>
              </a:r>
              <a:endParaRPr lang="en-NL" sz="2000" dirty="0">
                <a:latin typeface="Arial (Body)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73C4F20-AEDC-C8B5-CC81-EE52B0709E60}"/>
                </a:ext>
              </a:extLst>
            </p:cNvPr>
            <p:cNvCxnSpPr/>
            <p:nvPr/>
          </p:nvCxnSpPr>
          <p:spPr bwMode="auto">
            <a:xfrm>
              <a:off x="1671302" y="3403707"/>
              <a:ext cx="1128920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8ACE8C2-6561-01EF-2525-31D5915C5963}"/>
                    </a:ext>
                  </a:extLst>
                </p:cNvPr>
                <p:cNvSpPr txBox="1"/>
                <p:nvPr/>
              </p:nvSpPr>
              <p:spPr>
                <a:xfrm>
                  <a:off x="1838827" y="3063895"/>
                  <a:ext cx="433836" cy="3077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20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8ACE8C2-6561-01EF-2525-31D5915C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8827" y="3063895"/>
                  <a:ext cx="433836" cy="307778"/>
                </a:xfrm>
                <a:prstGeom prst="rect">
                  <a:avLst/>
                </a:prstGeom>
                <a:blipFill>
                  <a:blip r:embed="rId8"/>
                  <a:stretch>
                    <a:fillRect l="-21127" b="-200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86F814B-C3F5-D003-9B23-DA3469614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077" y="3044126"/>
              <a:ext cx="1225367" cy="20104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6FFA28-26F7-BD7C-DD5B-FE4284309A6C}"/>
                </a:ext>
              </a:extLst>
            </p:cNvPr>
            <p:cNvSpPr txBox="1"/>
            <p:nvPr/>
          </p:nvSpPr>
          <p:spPr>
            <a:xfrm>
              <a:off x="3851444" y="2873997"/>
              <a:ext cx="1809644" cy="39536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buNone/>
                <a:defRPr sz="16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sz="2000" dirty="0">
                  <a:latin typeface="Arial (Body)"/>
                  <a:ea typeface="+mn-ea"/>
                  <a:cs typeface="+mn-cs"/>
                </a:rPr>
                <a:t>Rigid element</a:t>
              </a:r>
              <a:endParaRPr lang="en-NL" sz="2000" dirty="0">
                <a:latin typeface="Arial (Body)"/>
                <a:ea typeface="+mn-ea"/>
                <a:cs typeface="+mn-cs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984E9AA-0DE6-E9D7-FC0B-943586C6E3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1757" y="2665914"/>
              <a:ext cx="1049813" cy="17224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307C34-E003-384A-3C6F-F5A65C9B7E2C}"/>
                </a:ext>
              </a:extLst>
            </p:cNvPr>
            <p:cNvSpPr txBox="1"/>
            <p:nvPr/>
          </p:nvSpPr>
          <p:spPr>
            <a:xfrm>
              <a:off x="3807598" y="2472590"/>
              <a:ext cx="1663159" cy="3080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buNone/>
              </a:pPr>
              <a:r>
                <a:rPr lang="en-US" sz="2000" dirty="0">
                  <a:latin typeface="Arial (Body)"/>
                  <a:ea typeface="Calibri" panose="020F0502020204030204" pitchFamily="34" charset="0"/>
                  <a:cs typeface="Calibri" panose="020F0502020204030204" pitchFamily="34" charset="0"/>
                </a:rPr>
                <a:t>Soft element</a:t>
              </a:r>
              <a:endParaRPr lang="en-NL" sz="2000" dirty="0">
                <a:latin typeface="Arial (Body)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1F1082E-A43E-CD5A-D543-3A3EB71DC38F}"/>
                </a:ext>
              </a:extLst>
            </p:cNvPr>
            <p:cNvCxnSpPr/>
            <p:nvPr/>
          </p:nvCxnSpPr>
          <p:spPr bwMode="auto">
            <a:xfrm>
              <a:off x="1845178" y="1876295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5AA7A50-CF6F-2BC4-18A6-A5CA513C13B7}"/>
                </a:ext>
              </a:extLst>
            </p:cNvPr>
            <p:cNvCxnSpPr/>
            <p:nvPr/>
          </p:nvCxnSpPr>
          <p:spPr bwMode="auto">
            <a:xfrm>
              <a:off x="2131007" y="1876295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332F2D7-0E33-D3D4-5C5D-C6C1064193AA}"/>
                </a:ext>
              </a:extLst>
            </p:cNvPr>
            <p:cNvCxnSpPr/>
            <p:nvPr/>
          </p:nvCxnSpPr>
          <p:spPr bwMode="auto">
            <a:xfrm>
              <a:off x="2401508" y="1867319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C56737C-FE2C-F0BC-A4D1-EE1EA95BBBE8}"/>
                </a:ext>
              </a:extLst>
            </p:cNvPr>
            <p:cNvCxnSpPr/>
            <p:nvPr/>
          </p:nvCxnSpPr>
          <p:spPr bwMode="auto">
            <a:xfrm>
              <a:off x="2659038" y="1867319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93701F2-467C-88FA-DFE7-A1D36A41DDDE}"/>
                </a:ext>
              </a:extLst>
            </p:cNvPr>
            <p:cNvCxnSpPr/>
            <p:nvPr/>
          </p:nvCxnSpPr>
          <p:spPr bwMode="auto">
            <a:xfrm>
              <a:off x="2928621" y="1876295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7C26D50-4AC3-C4E4-7F08-078BFF2BDEC4}"/>
                </a:ext>
              </a:extLst>
            </p:cNvPr>
            <p:cNvCxnSpPr/>
            <p:nvPr/>
          </p:nvCxnSpPr>
          <p:spPr bwMode="auto">
            <a:xfrm>
              <a:off x="3176154" y="1876295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E403631-6079-E38B-99D0-856AC8CD3987}"/>
                </a:ext>
              </a:extLst>
            </p:cNvPr>
            <p:cNvCxnSpPr/>
            <p:nvPr/>
          </p:nvCxnSpPr>
          <p:spPr bwMode="auto">
            <a:xfrm>
              <a:off x="1301949" y="1876295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936A469-B9F5-4422-B1B7-054B134D76AC}"/>
              </a:ext>
            </a:extLst>
          </p:cNvPr>
          <p:cNvGrpSpPr/>
          <p:nvPr/>
        </p:nvGrpSpPr>
        <p:grpSpPr>
          <a:xfrm>
            <a:off x="6827520" y="359156"/>
            <a:ext cx="5043887" cy="6046507"/>
            <a:chOff x="7029678" y="359157"/>
            <a:chExt cx="4841729" cy="581007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23B499-C5F4-69BA-F207-28FCA79D0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29678" y="359157"/>
              <a:ext cx="4841729" cy="5810076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D65A847-8145-9BA4-C1B7-481BF00C2D9C}"/>
                </a:ext>
              </a:extLst>
            </p:cNvPr>
            <p:cNvSpPr/>
            <p:nvPr/>
          </p:nvSpPr>
          <p:spPr>
            <a:xfrm>
              <a:off x="9372600" y="3785093"/>
              <a:ext cx="276225" cy="148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49" name="Slide Number Placeholder 1">
            <a:extLst>
              <a:ext uri="{FF2B5EF4-FFF2-40B4-BE49-F238E27FC236}">
                <a16:creationId xmlns:a16="http://schemas.microsoft.com/office/drawing/2014/main" id="{2F18FFD3-1F37-FCEA-7544-5773439A1EDB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25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82ADDD-9D99-DCB4-10EF-4EE31DDE559C}"/>
              </a:ext>
            </a:extLst>
          </p:cNvPr>
          <p:cNvCxnSpPr/>
          <p:nvPr/>
        </p:nvCxnSpPr>
        <p:spPr>
          <a:xfrm flipH="1">
            <a:off x="5882640" y="3371673"/>
            <a:ext cx="2062480" cy="1383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2DA4F5-5F19-2BD6-1AD0-198D6335BFF0}"/>
              </a:ext>
            </a:extLst>
          </p:cNvPr>
          <p:cNvSpPr txBox="1"/>
          <p:nvPr/>
        </p:nvSpPr>
        <p:spPr>
          <a:xfrm>
            <a:off x="4551719" y="4937694"/>
            <a:ext cx="1692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Favorable phase region or Stable region</a:t>
            </a:r>
            <a:endParaRPr lang="en-NL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14C15C-25B4-B9BB-6664-C12DB9C699C0}"/>
              </a:ext>
            </a:extLst>
          </p:cNvPr>
          <p:cNvGrpSpPr/>
          <p:nvPr/>
        </p:nvGrpSpPr>
        <p:grpSpPr>
          <a:xfrm>
            <a:off x="501772" y="4586530"/>
            <a:ext cx="930172" cy="970077"/>
            <a:chOff x="2911429" y="3945152"/>
            <a:chExt cx="930172" cy="970077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4B0D45-6BDE-E2C0-A352-1CE1B51A6AB3}"/>
                </a:ext>
              </a:extLst>
            </p:cNvPr>
            <p:cNvCxnSpPr/>
            <p:nvPr/>
          </p:nvCxnSpPr>
          <p:spPr>
            <a:xfrm>
              <a:off x="2911429" y="4786038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F6F2DB2-1C9F-6066-3850-650F352198F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3479" y="4460976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5101E2C-0417-2803-6413-FA3E4CE527BC}"/>
                    </a:ext>
                  </a:extLst>
                </p:cNvPr>
                <p:cNvSpPr txBox="1"/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B87A19-1FA4-F342-DE5E-2F6B82143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1E31E31-3A62-83DA-FA70-04040799BD0B}"/>
                    </a:ext>
                  </a:extLst>
                </p:cNvPr>
                <p:cNvSpPr txBox="1"/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3D1FB53-337A-9BDB-D409-1EE5E4363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085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9BAF85-E4E6-9B92-2DA5-047D02BA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6" y="61938"/>
            <a:ext cx="3853334" cy="501325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Primary Mode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17AA4-7835-82B8-7B97-4C297CD8F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373" y="4271952"/>
            <a:ext cx="3061159" cy="15795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E9A141-4F34-1424-0F8E-A11E984E5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22844" y="3937000"/>
            <a:ext cx="1993540" cy="2036879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8FC71C-D7A3-2A8C-7EB2-348CA34FD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6055" y="563263"/>
            <a:ext cx="3616703" cy="307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B6858-4FA4-7197-A6BD-E41406F6F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564" y="712604"/>
            <a:ext cx="3636720" cy="2614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FD38F9-CB05-3BF3-2C0E-51CE19565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6705" y="544292"/>
            <a:ext cx="4272097" cy="3110988"/>
          </a:xfrm>
          <a:prstGeom prst="rect">
            <a:avLst/>
          </a:prstGeom>
        </p:spPr>
      </p:pic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A69898FF-B087-B1F6-D5E1-AB1F229796B0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26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497486-83D1-31C2-48ED-5D7578D70B15}"/>
              </a:ext>
            </a:extLst>
          </p:cNvPr>
          <p:cNvGrpSpPr/>
          <p:nvPr/>
        </p:nvGrpSpPr>
        <p:grpSpPr>
          <a:xfrm>
            <a:off x="298481" y="3547980"/>
            <a:ext cx="3879287" cy="2007545"/>
            <a:chOff x="298481" y="3547980"/>
            <a:chExt cx="3879287" cy="200754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F5227AE-E342-82F3-EF22-D32CB5A4A03F}"/>
                </a:ext>
              </a:extLst>
            </p:cNvPr>
            <p:cNvGrpSpPr/>
            <p:nvPr/>
          </p:nvGrpSpPr>
          <p:grpSpPr>
            <a:xfrm>
              <a:off x="298481" y="3717523"/>
              <a:ext cx="2073304" cy="1838002"/>
              <a:chOff x="181403" y="4615427"/>
              <a:chExt cx="1801249" cy="1596823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D495FDC-2A0A-EE63-812A-A7B6B6CBD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4577" b="20352"/>
              <a:stretch>
                <a:fillRect/>
              </a:stretch>
            </p:blipFill>
            <p:spPr>
              <a:xfrm>
                <a:off x="346752" y="4615427"/>
                <a:ext cx="1635900" cy="1596823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C1039F7-246C-47D8-B4A9-407748624885}"/>
                  </a:ext>
                </a:extLst>
              </p:cNvPr>
              <p:cNvSpPr/>
              <p:nvPr/>
            </p:nvSpPr>
            <p:spPr>
              <a:xfrm>
                <a:off x="181403" y="5909215"/>
                <a:ext cx="457513" cy="3030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lang="en-NL" sz="1600" dirty="0" err="1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64A3C5-04F8-55D3-6AFC-7D7775500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8458" y="3547980"/>
              <a:ext cx="503867" cy="128722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F14755-4429-333C-1F40-03D61999D84A}"/>
                </a:ext>
              </a:extLst>
            </p:cNvPr>
            <p:cNvSpPr txBox="1"/>
            <p:nvPr/>
          </p:nvSpPr>
          <p:spPr>
            <a:xfrm>
              <a:off x="2367183" y="5208357"/>
              <a:ext cx="1810585" cy="2429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200" dirty="0"/>
                <a:t>Helmholtz resonator</a:t>
              </a:r>
              <a:endParaRPr lang="en-NL" sz="1200" dirty="0" err="1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B247AF-EE75-EA40-F75D-F4BA7C2B02B5}"/>
              </a:ext>
            </a:extLst>
          </p:cNvPr>
          <p:cNvGrpSpPr/>
          <p:nvPr/>
        </p:nvGrpSpPr>
        <p:grpSpPr>
          <a:xfrm>
            <a:off x="8757034" y="5527925"/>
            <a:ext cx="930172" cy="970077"/>
            <a:chOff x="2911429" y="3945152"/>
            <a:chExt cx="930172" cy="97007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4E2997B-F033-1F9E-432B-A930186A0BB1}"/>
                </a:ext>
              </a:extLst>
            </p:cNvPr>
            <p:cNvCxnSpPr/>
            <p:nvPr/>
          </p:nvCxnSpPr>
          <p:spPr>
            <a:xfrm>
              <a:off x="2911429" y="4786038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0C2FAA0-4577-BC3B-7553-68226428236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3479" y="4460976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AB8378-1245-D360-A0FE-9F36C079020D}"/>
                    </a:ext>
                  </a:extLst>
                </p:cNvPr>
                <p:cNvSpPr txBox="1"/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B87A19-1FA4-F342-DE5E-2F6B82143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354AFA-BEC3-872E-3C94-B2F09DF73A83}"/>
                    </a:ext>
                  </a:extLst>
                </p:cNvPr>
                <p:cNvSpPr txBox="1"/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3D1FB53-337A-9BDB-D409-1EE5E4363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17AB053-C5EE-7530-CE17-53AD63EB2FFC}"/>
              </a:ext>
            </a:extLst>
          </p:cNvPr>
          <p:cNvSpPr txBox="1"/>
          <p:nvPr/>
        </p:nvSpPr>
        <p:spPr>
          <a:xfrm>
            <a:off x="398458" y="5679275"/>
            <a:ext cx="1882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bg2">
                    <a:lumMod val="50000"/>
                  </a:schemeClr>
                </a:solidFill>
              </a:rPr>
              <a:t>Michelis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 et al.[7]</a:t>
            </a:r>
            <a:endParaRPr lang="en-NL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6A2651-6D93-1758-41D4-94CC8C14D8F4}"/>
              </a:ext>
            </a:extLst>
          </p:cNvPr>
          <p:cNvSpPr txBox="1"/>
          <p:nvPr/>
        </p:nvSpPr>
        <p:spPr>
          <a:xfrm>
            <a:off x="4756286" y="6318828"/>
            <a:ext cx="1882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bg2">
                    <a:lumMod val="50000"/>
                  </a:schemeClr>
                </a:solidFill>
              </a:rPr>
              <a:t>Hussein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 et al.[9]</a:t>
            </a:r>
            <a:endParaRPr lang="en-NL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8FC7D9-119F-AB23-23B0-532F359AC01C}"/>
              </a:ext>
            </a:extLst>
          </p:cNvPr>
          <p:cNvSpPr txBox="1"/>
          <p:nvPr/>
        </p:nvSpPr>
        <p:spPr>
          <a:xfrm>
            <a:off x="4523486" y="3516780"/>
            <a:ext cx="1882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i="1" dirty="0">
                <a:solidFill>
                  <a:schemeClr val="bg2">
                    <a:lumMod val="50000"/>
                  </a:schemeClr>
                </a:solidFill>
              </a:rPr>
              <a:t>Michelis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 et al.[8]</a:t>
            </a:r>
            <a:endParaRPr lang="en-NL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90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D730-BDCD-5326-7A44-9A013C7E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249E24-BE88-4DE9-4D91-ACADB82C5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65" y="239854"/>
            <a:ext cx="6695597" cy="554477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DMCR-numerical investigation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9E141B0-2F19-408D-36C0-BFBC1E2E27AA}"/>
              </a:ext>
            </a:extLst>
          </p:cNvPr>
          <p:cNvGrpSpPr/>
          <p:nvPr/>
        </p:nvGrpSpPr>
        <p:grpSpPr>
          <a:xfrm>
            <a:off x="6907852" y="563911"/>
            <a:ext cx="4246297" cy="3286125"/>
            <a:chOff x="7193907" y="288526"/>
            <a:chExt cx="4841729" cy="36452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6D09067-FBD5-BA56-1847-11D883594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93907" y="288526"/>
              <a:ext cx="4841729" cy="3570933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B1D6103-3568-7C27-EB6C-6D10B4A9F6A0}"/>
                </a:ext>
              </a:extLst>
            </p:cNvPr>
            <p:cNvSpPr/>
            <p:nvPr/>
          </p:nvSpPr>
          <p:spPr>
            <a:xfrm>
              <a:off x="9372600" y="3785093"/>
              <a:ext cx="276225" cy="148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94A2A16-E616-A9A9-1293-67BBD68FE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589" y="3733917"/>
            <a:ext cx="3629054" cy="269270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2AF20028-F706-2769-87B1-0B4AC1213AF8}"/>
              </a:ext>
            </a:extLst>
          </p:cNvPr>
          <p:cNvGrpSpPr/>
          <p:nvPr/>
        </p:nvGrpSpPr>
        <p:grpSpPr>
          <a:xfrm>
            <a:off x="955971" y="1322053"/>
            <a:ext cx="4264211" cy="4213894"/>
            <a:chOff x="268789" y="779565"/>
            <a:chExt cx="3659686" cy="361650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634D308-CB1C-E82F-B40D-7A622552E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970" y="1654221"/>
              <a:ext cx="1366907" cy="2403292"/>
            </a:xfrm>
            <a:custGeom>
              <a:avLst/>
              <a:gdLst>
                <a:gd name="csX0" fmla="*/ 114 w 1019175"/>
                <a:gd name="csY0" fmla="*/ 158 h 1962150"/>
                <a:gd name="csX1" fmla="*/ 1019289 w 1019175"/>
                <a:gd name="csY1" fmla="*/ 158 h 1962150"/>
                <a:gd name="csX2" fmla="*/ 1019289 w 1019175"/>
                <a:gd name="csY2" fmla="*/ 1962308 h 1962150"/>
                <a:gd name="csX3" fmla="*/ 114 w 1019175"/>
                <a:gd name="csY3" fmla="*/ 1962308 h 1962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175" h="1962150">
                  <a:moveTo>
                    <a:pt x="114" y="158"/>
                  </a:moveTo>
                  <a:lnTo>
                    <a:pt x="1019289" y="158"/>
                  </a:lnTo>
                  <a:lnTo>
                    <a:pt x="1019289" y="1962308"/>
                  </a:lnTo>
                  <a:lnTo>
                    <a:pt x="114" y="1962308"/>
                  </a:lnTo>
                  <a:close/>
                </a:path>
              </a:pathLst>
            </a:custGeom>
            <a:ln>
              <a:tailEnd type="triangle"/>
            </a:ln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8A4CD6-82DD-3C36-BB58-A906105ACAC3}"/>
                </a:ext>
              </a:extLst>
            </p:cNvPr>
            <p:cNvSpPr txBox="1"/>
            <p:nvPr/>
          </p:nvSpPr>
          <p:spPr>
            <a:xfrm>
              <a:off x="2516229" y="2338827"/>
              <a:ext cx="14122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NL" sz="1600" spc="0" baseline="0" dirty="0">
                  <a:ln/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  <a:rtl val="0"/>
                </a:rPr>
                <a:t>Rigid </a:t>
              </a:r>
              <a:r>
                <a:rPr lang="en-US" sz="1600" spc="0" baseline="0" dirty="0">
                  <a:ln/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  <a:rtl val="0"/>
                </a:rPr>
                <a:t>elements</a:t>
              </a:r>
              <a:endParaRPr lang="en-NL" sz="1600" spc="0" baseline="0" dirty="0">
                <a:ln/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  <a:rtl val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46B951A-E35C-B6F4-48AE-F29EF4DDECD8}"/>
                </a:ext>
              </a:extLst>
            </p:cNvPr>
            <p:cNvSpPr txBox="1"/>
            <p:nvPr/>
          </p:nvSpPr>
          <p:spPr>
            <a:xfrm>
              <a:off x="2488031" y="3511770"/>
              <a:ext cx="12583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NL" sz="1600" spc="0" baseline="0" dirty="0">
                  <a:ln/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  <a:rtl val="0"/>
                </a:rPr>
                <a:t>So</a:t>
              </a:r>
              <a:r>
                <a:rPr lang="en-US" sz="1600" spc="0" baseline="0" dirty="0">
                  <a:ln/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  <a:rtl val="0"/>
                </a:rPr>
                <a:t>ft</a:t>
              </a:r>
              <a:r>
                <a:rPr lang="en-NL" sz="1600" spc="0" baseline="0" dirty="0">
                  <a:ln/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  <a:rtl val="0"/>
                </a:rPr>
                <a:t> </a:t>
              </a:r>
              <a:r>
                <a:rPr lang="en-US" sz="1600" spc="0" baseline="0" dirty="0">
                  <a:ln/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  <a:rtl val="0"/>
                </a:rPr>
                <a:t>element</a:t>
              </a:r>
              <a:endParaRPr lang="en-NL" sz="1600" spc="0" baseline="0" dirty="0">
                <a:ln/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  <a:rtl val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B9ED7AF-59FD-C97C-DE04-F560CA0AAF85}"/>
                    </a:ext>
                  </a:extLst>
                </p:cNvPr>
                <p:cNvSpPr txBox="1"/>
                <p:nvPr/>
              </p:nvSpPr>
              <p:spPr>
                <a:xfrm>
                  <a:off x="1371386" y="4057513"/>
                  <a:ext cx="47173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Calibri"/>
                                <a:rtl val="0"/>
                              </a:rPr>
                            </m:ctrlPr>
                          </m:sSubPr>
                          <m:e>
                            <m: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Calibri"/>
                                <a:rtl val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Calibri"/>
                                <a:rtl val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600" spc="0" baseline="0" dirty="0">
                    <a:ln/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  <a:rtl val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B9ED7AF-59FD-C97C-DE04-F560CA0AA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386" y="4057513"/>
                  <a:ext cx="471731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5366286-4181-BFF4-80DC-AEB6D4A9D47D}"/>
                    </a:ext>
                  </a:extLst>
                </p:cNvPr>
                <p:cNvSpPr txBox="1"/>
                <p:nvPr/>
              </p:nvSpPr>
              <p:spPr>
                <a:xfrm rot="16200000">
                  <a:off x="195595" y="2670818"/>
                  <a:ext cx="48494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sym typeface="Cambria Math"/>
                                <a:rtl val="0"/>
                              </a:rPr>
                            </m:ctrlPr>
                          </m:sSubPr>
                          <m:e>
                            <m: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sym typeface="Cambria Math"/>
                                <a:rtl val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sym typeface="Cambria Math"/>
                                <a:rtl val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pc="0" baseline="0" smtClean="0">
                            <a:ln/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sym typeface="Cambria Math"/>
                            <a:rtl val="0"/>
                          </a:rPr>
                          <m:t> </m:t>
                        </m:r>
                      </m:oMath>
                    </m:oMathPara>
                  </a14:m>
                  <a:endParaRPr lang="en-NL" sz="1600" spc="0" baseline="0" dirty="0">
                    <a:ln/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mbria Math"/>
                    <a:rtl val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5366286-4181-BFF4-80DC-AEB6D4A9D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95595" y="2670818"/>
                  <a:ext cx="48494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BC6AEF9-FE55-D408-6EF1-3128CD29326F}"/>
                    </a:ext>
                  </a:extLst>
                </p:cNvPr>
                <p:cNvSpPr txBox="1"/>
                <p:nvPr/>
              </p:nvSpPr>
              <p:spPr>
                <a:xfrm>
                  <a:off x="1255719" y="3073658"/>
                  <a:ext cx="4544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NL" sz="1600" spc="0" baseline="0" dirty="0">
                      <a:ln/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  <a:sym typeface="Cambria Math"/>
                      <a:rtl val="0"/>
                    </a:rPr>
                    <a:t>2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NL" sz="1600" i="1" spc="0" baseline="0" dirty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  <a:sym typeface="Cambria Math"/>
                              <a:rtl val="0"/>
                            </a:rPr>
                          </m:ctrlPr>
                        </m:sSubPr>
                        <m:e>
                          <m:r>
                            <a:rPr lang="en-NL" sz="1600" i="1" spc="0" baseline="0" dirty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  <a:sym typeface="Cambria Math"/>
                              <a:rtl val="0"/>
                            </a:rPr>
                            <m:t>𝑟</m:t>
                          </m:r>
                        </m:e>
                        <m:sub>
                          <m:r>
                            <a:rPr lang="en-US" sz="1600" b="0" i="1" spc="0" baseline="0" dirty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  <a:sym typeface="Cambria Math"/>
                              <a:rtl val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NL" sz="1600" spc="0" baseline="0" dirty="0">
                    <a:ln/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mbria Math"/>
                    <a:rtl val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BC6AEF9-FE55-D408-6EF1-3128CD2932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719" y="3073658"/>
                  <a:ext cx="454420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5747" t="-4615" b="-461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11F4897-9D37-EE2B-7B44-4282BB01E9F7}"/>
                    </a:ext>
                  </a:extLst>
                </p:cNvPr>
                <p:cNvSpPr txBox="1"/>
                <p:nvPr/>
              </p:nvSpPr>
              <p:spPr>
                <a:xfrm rot="16200000">
                  <a:off x="504303" y="2551686"/>
                  <a:ext cx="5218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Cambria Math"/>
                                <a:rtl val="0"/>
                              </a:rPr>
                            </m:ctrlPr>
                          </m:sSubPr>
                          <m:e>
                            <m: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Cambria Math"/>
                                <a:rtl val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1600" b="0" i="1" spc="0" baseline="0" smtClean="0">
                                <a:ln/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Cambria Math"/>
                                <a:rtl val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NL" sz="1600" spc="0" baseline="0" dirty="0">
                    <a:ln/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mbria Math"/>
                    <a:rtl val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11F4897-9D37-EE2B-7B44-4282BB01E9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04303" y="2551686"/>
                  <a:ext cx="521873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FD4A431-98DC-E669-A70A-DE6C6642476D}"/>
                </a:ext>
              </a:extLst>
            </p:cNvPr>
            <p:cNvSpPr/>
            <p:nvPr/>
          </p:nvSpPr>
          <p:spPr>
            <a:xfrm>
              <a:off x="807004" y="2343525"/>
              <a:ext cx="669010" cy="254964"/>
            </a:xfrm>
            <a:custGeom>
              <a:avLst/>
              <a:gdLst>
                <a:gd name="csX0" fmla="*/ 18 w 543571"/>
                <a:gd name="csY0" fmla="*/ 27 h 9525"/>
                <a:gd name="csX1" fmla="*/ 543590 w 543571"/>
                <a:gd name="csY1" fmla="*/ 27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3571" h="9525">
                  <a:moveTo>
                    <a:pt x="18" y="27"/>
                  </a:moveTo>
                  <a:lnTo>
                    <a:pt x="543590" y="2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7032A01-FB71-8C51-0EA2-AD57B26BE7C8}"/>
                </a:ext>
              </a:extLst>
            </p:cNvPr>
            <p:cNvSpPr/>
            <p:nvPr/>
          </p:nvSpPr>
          <p:spPr>
            <a:xfrm>
              <a:off x="807004" y="3341839"/>
              <a:ext cx="635435" cy="11723"/>
            </a:xfrm>
            <a:custGeom>
              <a:avLst/>
              <a:gdLst>
                <a:gd name="csX0" fmla="*/ 18 w 516291"/>
                <a:gd name="csY0" fmla="*/ 52 h 9525"/>
                <a:gd name="csX1" fmla="*/ 516310 w 516291"/>
                <a:gd name="csY1" fmla="*/ 52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16291" h="9525">
                  <a:moveTo>
                    <a:pt x="18" y="52"/>
                  </a:moveTo>
                  <a:lnTo>
                    <a:pt x="516310" y="52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1AD35F2-A4D1-355A-90C4-D58FAE0E99E0}"/>
                    </a:ext>
                  </a:extLst>
                </p:cNvPr>
                <p:cNvSpPr txBox="1"/>
                <p:nvPr/>
              </p:nvSpPr>
              <p:spPr>
                <a:xfrm>
                  <a:off x="1246068" y="2083961"/>
                  <a:ext cx="50565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NL" sz="1600" spc="0" baseline="0" dirty="0">
                      <a:ln/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  <a:sym typeface="Cambria Math"/>
                      <a:rtl val="0"/>
                    </a:rPr>
                    <a:t>2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  <a:sym typeface="Cambria Math"/>
                              <a:rtl val="0"/>
                            </a:rPr>
                          </m:ctrlPr>
                        </m:sSubPr>
                        <m:e>
                          <m:r>
                            <a:rPr lang="en-US" sz="1600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  <a:sym typeface="Cambria Math"/>
                              <a:rtl val="0"/>
                            </a:rPr>
                            <m:t>𝑟</m:t>
                          </m:r>
                        </m:e>
                        <m:sub>
                          <m:r>
                            <a:rPr lang="en-US" sz="1600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  <a:sym typeface="Cambria Math"/>
                              <a:rtl val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600" spc="0" baseline="0" dirty="0">
                      <a:ln/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  <a:sym typeface="Cambria Math"/>
                      <a:rtl val="0"/>
                    </a:rPr>
                    <a:t> </a:t>
                  </a:r>
                  <a:endParaRPr lang="en-NL" sz="1600" spc="0" baseline="0" dirty="0">
                    <a:ln/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mbria Math"/>
                    <a:rtl val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1AD35F2-A4D1-355A-90C4-D58FAE0E9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6068" y="2083961"/>
                  <a:ext cx="505651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6250" t="-4615" b="-461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259539A-4394-5B8D-0FEB-B734FDCBFD25}"/>
                </a:ext>
              </a:extLst>
            </p:cNvPr>
            <p:cNvSpPr/>
            <p:nvPr/>
          </p:nvSpPr>
          <p:spPr>
            <a:xfrm>
              <a:off x="1229815" y="2299757"/>
              <a:ext cx="801387" cy="93783"/>
            </a:xfrm>
            <a:custGeom>
              <a:avLst/>
              <a:gdLst>
                <a:gd name="csX0" fmla="*/ 63528 w 651127"/>
                <a:gd name="csY0" fmla="*/ 33389 h 76199"/>
                <a:gd name="csX1" fmla="*/ 587605 w 651127"/>
                <a:gd name="csY1" fmla="*/ 33389 h 76199"/>
                <a:gd name="csX2" fmla="*/ 587605 w 651127"/>
                <a:gd name="csY2" fmla="*/ 42914 h 76199"/>
                <a:gd name="csX3" fmla="*/ 63528 w 651127"/>
                <a:gd name="csY3" fmla="*/ 42914 h 76199"/>
                <a:gd name="csX4" fmla="*/ 76228 w 651127"/>
                <a:gd name="csY4" fmla="*/ 76252 h 76199"/>
                <a:gd name="csX5" fmla="*/ 28 w 651127"/>
                <a:gd name="csY5" fmla="*/ 38152 h 76199"/>
                <a:gd name="csX6" fmla="*/ 76228 w 651127"/>
                <a:gd name="csY6" fmla="*/ 52 h 76199"/>
                <a:gd name="csX7" fmla="*/ 574956 w 651127"/>
                <a:gd name="csY7" fmla="*/ 52 h 76199"/>
                <a:gd name="csX8" fmla="*/ 651156 w 651127"/>
                <a:gd name="csY8" fmla="*/ 38152 h 76199"/>
                <a:gd name="csX9" fmla="*/ 574956 w 651127"/>
                <a:gd name="csY9" fmla="*/ 76252 h 76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51127" h="76199">
                  <a:moveTo>
                    <a:pt x="63528" y="33389"/>
                  </a:moveTo>
                  <a:lnTo>
                    <a:pt x="587605" y="33389"/>
                  </a:lnTo>
                  <a:lnTo>
                    <a:pt x="587605" y="42914"/>
                  </a:lnTo>
                  <a:lnTo>
                    <a:pt x="63528" y="42914"/>
                  </a:lnTo>
                  <a:close/>
                  <a:moveTo>
                    <a:pt x="76228" y="76252"/>
                  </a:moveTo>
                  <a:lnTo>
                    <a:pt x="28" y="38152"/>
                  </a:lnTo>
                  <a:lnTo>
                    <a:pt x="76228" y="52"/>
                  </a:lnTo>
                  <a:close/>
                  <a:moveTo>
                    <a:pt x="574956" y="52"/>
                  </a:moveTo>
                  <a:lnTo>
                    <a:pt x="651156" y="38152"/>
                  </a:lnTo>
                  <a:lnTo>
                    <a:pt x="574956" y="76252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C0E499C-2892-315C-EDBB-D9F279760257}"/>
                </a:ext>
              </a:extLst>
            </p:cNvPr>
            <p:cNvCxnSpPr>
              <a:endCxn id="27" idx="1"/>
            </p:cNvCxnSpPr>
            <p:nvPr/>
          </p:nvCxnSpPr>
          <p:spPr>
            <a:xfrm flipV="1">
              <a:off x="1913496" y="2508104"/>
              <a:ext cx="602733" cy="68365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037F86-4B91-262C-3F00-85864D65C224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>
              <a:off x="1879920" y="2499066"/>
              <a:ext cx="636309" cy="9038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CACF60C-E277-3E6A-7382-257A1E304C96}"/>
                </a:ext>
              </a:extLst>
            </p:cNvPr>
            <p:cNvCxnSpPr>
              <a:endCxn id="50" idx="1"/>
            </p:cNvCxnSpPr>
            <p:nvPr/>
          </p:nvCxnSpPr>
          <p:spPr bwMode="auto">
            <a:xfrm flipV="1">
              <a:off x="2055546" y="1369756"/>
              <a:ext cx="565412" cy="344726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6B1BA7B-1313-C85D-A482-25D0DADFB9B8}"/>
                    </a:ext>
                  </a:extLst>
                </p:cNvPr>
                <p:cNvSpPr txBox="1"/>
                <p:nvPr/>
              </p:nvSpPr>
              <p:spPr>
                <a:xfrm>
                  <a:off x="2620958" y="1200479"/>
                  <a:ext cx="34176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Γ</m:t>
                        </m:r>
                      </m:oMath>
                    </m:oMathPara>
                  </a14:m>
                  <a:endParaRPr lang="en-NL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6B1BA7B-1313-C85D-A482-25D0DADFB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0958" y="1200479"/>
                  <a:ext cx="341760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7CEEA6A-DDE4-2B8D-A88B-15B49EF52B0B}"/>
                </a:ext>
              </a:extLst>
            </p:cNvPr>
            <p:cNvCxnSpPr>
              <a:endCxn id="32" idx="1"/>
            </p:cNvCxnSpPr>
            <p:nvPr/>
          </p:nvCxnSpPr>
          <p:spPr>
            <a:xfrm>
              <a:off x="2031202" y="3672452"/>
              <a:ext cx="456829" cy="859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D266D74-C772-6479-E632-57275790835D}"/>
                </a:ext>
              </a:extLst>
            </p:cNvPr>
            <p:cNvCxnSpPr/>
            <p:nvPr/>
          </p:nvCxnSpPr>
          <p:spPr bwMode="auto">
            <a:xfrm>
              <a:off x="608527" y="1728535"/>
              <a:ext cx="0" cy="2231388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01E88FB-6EC9-4289-8726-38E79F8A82F3}"/>
                </a:ext>
              </a:extLst>
            </p:cNvPr>
            <p:cNvCxnSpPr/>
            <p:nvPr/>
          </p:nvCxnSpPr>
          <p:spPr bwMode="auto">
            <a:xfrm flipH="1">
              <a:off x="1002258" y="4109012"/>
              <a:ext cx="1257359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54E601D-3A58-404D-93D5-5958857F4C56}"/>
                </a:ext>
              </a:extLst>
            </p:cNvPr>
            <p:cNvSpPr/>
            <p:nvPr/>
          </p:nvSpPr>
          <p:spPr>
            <a:xfrm>
              <a:off x="431326" y="3976923"/>
              <a:ext cx="669010" cy="254964"/>
            </a:xfrm>
            <a:custGeom>
              <a:avLst/>
              <a:gdLst>
                <a:gd name="csX0" fmla="*/ 18 w 543571"/>
                <a:gd name="csY0" fmla="*/ 27 h 9525"/>
                <a:gd name="csX1" fmla="*/ 543590 w 543571"/>
                <a:gd name="csY1" fmla="*/ 27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3571" h="9525">
                  <a:moveTo>
                    <a:pt x="18" y="27"/>
                  </a:moveTo>
                  <a:lnTo>
                    <a:pt x="543590" y="2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172F48C-CD33-02DE-93C8-CF4E3082C4D3}"/>
                </a:ext>
              </a:extLst>
            </p:cNvPr>
            <p:cNvSpPr/>
            <p:nvPr/>
          </p:nvSpPr>
          <p:spPr>
            <a:xfrm>
              <a:off x="420309" y="1714947"/>
              <a:ext cx="669010" cy="254964"/>
            </a:xfrm>
            <a:custGeom>
              <a:avLst/>
              <a:gdLst>
                <a:gd name="csX0" fmla="*/ 18 w 543571"/>
                <a:gd name="csY0" fmla="*/ 27 h 9525"/>
                <a:gd name="csX1" fmla="*/ 543590 w 543571"/>
                <a:gd name="csY1" fmla="*/ 27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3571" h="9525">
                  <a:moveTo>
                    <a:pt x="18" y="27"/>
                  </a:moveTo>
                  <a:lnTo>
                    <a:pt x="543590" y="2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C727C7A-CC73-E7CA-CA9C-D0EA04B7CCF3}"/>
                </a:ext>
              </a:extLst>
            </p:cNvPr>
            <p:cNvSpPr/>
            <p:nvPr/>
          </p:nvSpPr>
          <p:spPr>
            <a:xfrm rot="5400000">
              <a:off x="661053" y="3877507"/>
              <a:ext cx="427445" cy="254964"/>
            </a:xfrm>
            <a:custGeom>
              <a:avLst/>
              <a:gdLst>
                <a:gd name="csX0" fmla="*/ 18 w 543571"/>
                <a:gd name="csY0" fmla="*/ 27 h 9525"/>
                <a:gd name="csX1" fmla="*/ 543590 w 543571"/>
                <a:gd name="csY1" fmla="*/ 27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3571" h="9525">
                  <a:moveTo>
                    <a:pt x="18" y="27"/>
                  </a:moveTo>
                  <a:lnTo>
                    <a:pt x="543590" y="2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96B2993-4303-B9EE-B88F-F6C66BF19D02}"/>
                </a:ext>
              </a:extLst>
            </p:cNvPr>
            <p:cNvSpPr/>
            <p:nvPr/>
          </p:nvSpPr>
          <p:spPr>
            <a:xfrm rot="5400000">
              <a:off x="1927095" y="3885332"/>
              <a:ext cx="419410" cy="250171"/>
            </a:xfrm>
            <a:custGeom>
              <a:avLst/>
              <a:gdLst>
                <a:gd name="csX0" fmla="*/ 18 w 543571"/>
                <a:gd name="csY0" fmla="*/ 27 h 9525"/>
                <a:gd name="csX1" fmla="*/ 543590 w 543571"/>
                <a:gd name="csY1" fmla="*/ 27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3571" h="9525">
                  <a:moveTo>
                    <a:pt x="18" y="27"/>
                  </a:moveTo>
                  <a:lnTo>
                    <a:pt x="543590" y="2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NL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E7B8201-F947-DFE9-7651-1EEC6424F7F9}"/>
                </a:ext>
              </a:extLst>
            </p:cNvPr>
            <p:cNvCxnSpPr/>
            <p:nvPr/>
          </p:nvCxnSpPr>
          <p:spPr bwMode="auto">
            <a:xfrm>
              <a:off x="933429" y="2346648"/>
              <a:ext cx="0" cy="1006623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29AF0BA-67ED-6DF2-64CD-B9CC2A88D756}"/>
                </a:ext>
              </a:extLst>
            </p:cNvPr>
            <p:cNvCxnSpPr/>
            <p:nvPr/>
          </p:nvCxnSpPr>
          <p:spPr bwMode="auto">
            <a:xfrm flipH="1">
              <a:off x="1251272" y="3341839"/>
              <a:ext cx="749012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6828214-0DC3-B8DD-06F0-F219F531B510}"/>
                </a:ext>
              </a:extLst>
            </p:cNvPr>
            <p:cNvCxnSpPr>
              <a:cxnSpLocks/>
              <a:endCxn id="62" idx="1"/>
            </p:cNvCxnSpPr>
            <p:nvPr/>
          </p:nvCxnSpPr>
          <p:spPr>
            <a:xfrm flipV="1">
              <a:off x="2259617" y="1702803"/>
              <a:ext cx="332903" cy="358702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95041503-34FA-8F15-1F9F-A7D05CEC74F7}"/>
                </a:ext>
              </a:extLst>
            </p:cNvPr>
            <p:cNvCxnSpPr>
              <a:cxnSpLocks/>
              <a:endCxn id="62" idx="1"/>
            </p:cNvCxnSpPr>
            <p:nvPr/>
          </p:nvCxnSpPr>
          <p:spPr>
            <a:xfrm flipV="1">
              <a:off x="1002258" y="1702803"/>
              <a:ext cx="1590262" cy="469289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96C9AB6-785A-E57C-1F75-9A44E3A7AB2D}"/>
                </a:ext>
              </a:extLst>
            </p:cNvPr>
            <p:cNvSpPr txBox="1"/>
            <p:nvPr/>
          </p:nvSpPr>
          <p:spPr>
            <a:xfrm>
              <a:off x="2592520" y="1533526"/>
              <a:ext cx="108177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>
                <a:buNone/>
              </a:pPr>
              <a:r>
                <a: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Fixed sides</a:t>
              </a:r>
              <a:endParaRPr lang="en-N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B5D3AD1-3E61-8C89-4059-5FDC61B21CC9}"/>
                </a:ext>
              </a:extLst>
            </p:cNvPr>
            <p:cNvCxnSpPr/>
            <p:nvPr/>
          </p:nvCxnSpPr>
          <p:spPr bwMode="auto">
            <a:xfrm>
              <a:off x="1330843" y="1094416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BC29E03-D8D0-A6E8-D56B-E61B32F897FA}"/>
                    </a:ext>
                  </a:extLst>
                </p:cNvPr>
                <p:cNvSpPr txBox="1"/>
                <p:nvPr/>
              </p:nvSpPr>
              <p:spPr>
                <a:xfrm>
                  <a:off x="1292980" y="779565"/>
                  <a:ext cx="358688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oMath>
                    </m:oMathPara>
                  </a14:m>
                  <a:endParaRPr lang="en-NL" sz="16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BC29E03-D8D0-A6E8-D56B-E61B32F89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2980" y="779565"/>
                  <a:ext cx="358688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07FDAE8-5DA0-A2F0-8B73-B23B942A5962}"/>
                </a:ext>
              </a:extLst>
            </p:cNvPr>
            <p:cNvCxnSpPr/>
            <p:nvPr/>
          </p:nvCxnSpPr>
          <p:spPr bwMode="auto">
            <a:xfrm>
              <a:off x="1594091" y="1094416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A0D4B0B-89BB-B14D-BC36-C7E55E02792C}"/>
                </a:ext>
              </a:extLst>
            </p:cNvPr>
            <p:cNvCxnSpPr/>
            <p:nvPr/>
          </p:nvCxnSpPr>
          <p:spPr bwMode="auto">
            <a:xfrm>
              <a:off x="1879920" y="1094416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EDAFE57-419C-482D-F6C4-32BBD04DF2AB}"/>
                </a:ext>
              </a:extLst>
            </p:cNvPr>
            <p:cNvCxnSpPr/>
            <p:nvPr/>
          </p:nvCxnSpPr>
          <p:spPr bwMode="auto">
            <a:xfrm>
              <a:off x="2150421" y="1085440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B21E0E1-2ECA-DDE4-1DD0-A908DF084163}"/>
                </a:ext>
              </a:extLst>
            </p:cNvPr>
            <p:cNvCxnSpPr/>
            <p:nvPr/>
          </p:nvCxnSpPr>
          <p:spPr bwMode="auto">
            <a:xfrm>
              <a:off x="1050862" y="1094416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0" name="Slide Number Placeholder 1">
            <a:extLst>
              <a:ext uri="{FF2B5EF4-FFF2-40B4-BE49-F238E27FC236}">
                <a16:creationId xmlns:a16="http://schemas.microsoft.com/office/drawing/2014/main" id="{1A153171-6285-1B38-82D4-551C64D9850D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27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54E5C8-C733-EDD4-F467-43FBE44BD7A2}"/>
              </a:ext>
            </a:extLst>
          </p:cNvPr>
          <p:cNvGrpSpPr/>
          <p:nvPr/>
        </p:nvGrpSpPr>
        <p:grpSpPr>
          <a:xfrm>
            <a:off x="451593" y="4870085"/>
            <a:ext cx="930172" cy="970077"/>
            <a:chOff x="2911429" y="3945152"/>
            <a:chExt cx="930172" cy="97007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167C971-6F34-0D02-097C-67BF8044A49D}"/>
                </a:ext>
              </a:extLst>
            </p:cNvPr>
            <p:cNvCxnSpPr/>
            <p:nvPr/>
          </p:nvCxnSpPr>
          <p:spPr>
            <a:xfrm>
              <a:off x="2911429" y="4786038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F78A68E-16CA-E049-7E03-7A44F524808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3479" y="4460976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F4D8A3E-5077-5414-55C0-86F37CC28DDE}"/>
                    </a:ext>
                  </a:extLst>
                </p:cNvPr>
                <p:cNvSpPr txBox="1"/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B87A19-1FA4-F342-DE5E-2F6B82143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9FAB4E0-B843-0627-AC76-4CD04F5A8846}"/>
                    </a:ext>
                  </a:extLst>
                </p:cNvPr>
                <p:cNvSpPr txBox="1"/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3D1FB53-337A-9BDB-D409-1EE5E4363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0330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B6755C-6CDD-1768-26FA-DA676BF5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66" y="201754"/>
            <a:ext cx="6697024" cy="389772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DMCR- Coupled resonance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BC2792-7FE8-00A4-3C1A-3A9A8E956BBC}"/>
                  </a:ext>
                </a:extLst>
              </p:cNvPr>
              <p:cNvSpPr txBox="1"/>
              <p:nvPr/>
            </p:nvSpPr>
            <p:spPr>
              <a:xfrm>
                <a:off x="6899135" y="505483"/>
                <a:ext cx="15638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</a:rPr>
                  <a:t>Increasing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endParaRPr lang="en-NL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BC2792-7FE8-00A4-3C1A-3A9A8E956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135" y="505483"/>
                <a:ext cx="1563826" cy="369332"/>
              </a:xfrm>
              <a:prstGeom prst="rect">
                <a:avLst/>
              </a:prstGeom>
              <a:blipFill>
                <a:blip r:embed="rId3"/>
                <a:stretch>
                  <a:fillRect l="-3516" t="-9836" b="-245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1667FEA5-01D3-1EE2-9157-F73D33340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055" y="874815"/>
            <a:ext cx="6697024" cy="5668188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65ADC48C-A2D1-657C-A733-C0DD5BC20CAA}"/>
              </a:ext>
            </a:extLst>
          </p:cNvPr>
          <p:cNvSpPr/>
          <p:nvPr/>
        </p:nvSpPr>
        <p:spPr>
          <a:xfrm>
            <a:off x="6229350" y="1295729"/>
            <a:ext cx="257175" cy="27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NL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834FF60-C675-6ACF-3006-F17FB91D500D}"/>
              </a:ext>
            </a:extLst>
          </p:cNvPr>
          <p:cNvSpPr/>
          <p:nvPr/>
        </p:nvSpPr>
        <p:spPr>
          <a:xfrm>
            <a:off x="8742337" y="1254577"/>
            <a:ext cx="257175" cy="27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NL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48245DE-799C-25E2-E7DC-00CA6887CBEF}"/>
              </a:ext>
            </a:extLst>
          </p:cNvPr>
          <p:cNvSpPr/>
          <p:nvPr/>
        </p:nvSpPr>
        <p:spPr>
          <a:xfrm>
            <a:off x="5321509" y="4113868"/>
            <a:ext cx="257175" cy="27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NL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A46B32F-FBD2-5E50-1C48-4595FCECD773}"/>
              </a:ext>
            </a:extLst>
          </p:cNvPr>
          <p:cNvSpPr/>
          <p:nvPr/>
        </p:nvSpPr>
        <p:spPr>
          <a:xfrm>
            <a:off x="8462961" y="4113868"/>
            <a:ext cx="257175" cy="27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NL" dirty="0"/>
          </a:p>
        </p:txBody>
      </p:sp>
      <p:sp>
        <p:nvSpPr>
          <p:cNvPr id="69" name="Slide Number Placeholder 1">
            <a:extLst>
              <a:ext uri="{FF2B5EF4-FFF2-40B4-BE49-F238E27FC236}">
                <a16:creationId xmlns:a16="http://schemas.microsoft.com/office/drawing/2014/main" id="{576BB9FF-A5E5-34D4-FD56-0FEBD73E84F1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28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05E3966-D501-EDF8-F018-1C0B2C7BD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2739" y="1990947"/>
            <a:ext cx="1635827" cy="2876106"/>
          </a:xfrm>
          <a:custGeom>
            <a:avLst/>
            <a:gdLst>
              <a:gd name="csX0" fmla="*/ 114 w 1019175"/>
              <a:gd name="csY0" fmla="*/ 158 h 1962150"/>
              <a:gd name="csX1" fmla="*/ 1019289 w 1019175"/>
              <a:gd name="csY1" fmla="*/ 158 h 1962150"/>
              <a:gd name="csX2" fmla="*/ 1019289 w 1019175"/>
              <a:gd name="csY2" fmla="*/ 1962308 h 1962150"/>
              <a:gd name="csX3" fmla="*/ 114 w 1019175"/>
              <a:gd name="csY3" fmla="*/ 1962308 h 1962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19175" h="1962150">
                <a:moveTo>
                  <a:pt x="114" y="158"/>
                </a:moveTo>
                <a:lnTo>
                  <a:pt x="1019289" y="158"/>
                </a:lnTo>
                <a:lnTo>
                  <a:pt x="1019289" y="1962308"/>
                </a:lnTo>
                <a:lnTo>
                  <a:pt x="114" y="1962308"/>
                </a:lnTo>
                <a:close/>
              </a:path>
            </a:pathLst>
          </a:custGeom>
          <a:ln>
            <a:tailEnd type="triangle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2319B22-A473-6EAF-A920-ECB0870FED28}"/>
                  </a:ext>
                </a:extLst>
              </p:cNvPr>
              <p:cNvSpPr txBox="1"/>
              <p:nvPr/>
            </p:nvSpPr>
            <p:spPr>
              <a:xfrm rot="16200000">
                <a:off x="243406" y="3194993"/>
                <a:ext cx="722179" cy="4715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Cambria Math"/>
                              <a:rtl val="0"/>
                            </a:rPr>
                          </m:ctrlPr>
                        </m:sSubPr>
                        <m:e>
                          <m:r>
                            <a:rPr lang="en-US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Cambria Math"/>
                              <a:rtl val="0"/>
                            </a:rPr>
                            <m:t>ℎ</m:t>
                          </m:r>
                        </m:e>
                        <m:sub>
                          <m:r>
                            <a:rPr lang="en-US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Cambria Math"/>
                              <a:rtl val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NL" spc="0" baseline="0" dirty="0">
                  <a:ln/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mbria Math"/>
                  <a:rtl val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2319B22-A473-6EAF-A920-ECB0870FE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43406" y="3194993"/>
                <a:ext cx="722179" cy="4715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4EBDC09C-E811-C63B-66FB-DCE3678F417D}"/>
              </a:ext>
            </a:extLst>
          </p:cNvPr>
          <p:cNvSpPr/>
          <p:nvPr/>
        </p:nvSpPr>
        <p:spPr>
          <a:xfrm>
            <a:off x="688985" y="2824712"/>
            <a:ext cx="800628" cy="305125"/>
          </a:xfrm>
          <a:custGeom>
            <a:avLst/>
            <a:gdLst>
              <a:gd name="csX0" fmla="*/ 18 w 543571"/>
              <a:gd name="csY0" fmla="*/ 27 h 9525"/>
              <a:gd name="csX1" fmla="*/ 543590 w 543571"/>
              <a:gd name="csY1" fmla="*/ 27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43571" h="9525">
                <a:moveTo>
                  <a:pt x="18" y="27"/>
                </a:moveTo>
                <a:lnTo>
                  <a:pt x="543590" y="27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FF1EA1F0-0A6E-8654-47B5-A045B0E0E0E0}"/>
              </a:ext>
            </a:extLst>
          </p:cNvPr>
          <p:cNvSpPr/>
          <p:nvPr/>
        </p:nvSpPr>
        <p:spPr>
          <a:xfrm>
            <a:off x="688985" y="4019430"/>
            <a:ext cx="760449" cy="14030"/>
          </a:xfrm>
          <a:custGeom>
            <a:avLst/>
            <a:gdLst>
              <a:gd name="csX0" fmla="*/ 18 w 516291"/>
              <a:gd name="csY0" fmla="*/ 52 h 9525"/>
              <a:gd name="csX1" fmla="*/ 516310 w 516291"/>
              <a:gd name="csY1" fmla="*/ 52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291" h="9525">
                <a:moveTo>
                  <a:pt x="18" y="52"/>
                </a:moveTo>
                <a:lnTo>
                  <a:pt x="516310" y="52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B4044A7-DDE9-502D-9FFD-80302FEB9834}"/>
              </a:ext>
            </a:extLst>
          </p:cNvPr>
          <p:cNvCxnSpPr/>
          <p:nvPr/>
        </p:nvCxnSpPr>
        <p:spPr bwMode="auto">
          <a:xfrm>
            <a:off x="840283" y="2828449"/>
            <a:ext cx="0" cy="120466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1414DB1-7BF6-506B-F11C-AE571CDC0512}"/>
              </a:ext>
            </a:extLst>
          </p:cNvPr>
          <p:cNvGrpSpPr/>
          <p:nvPr/>
        </p:nvGrpSpPr>
        <p:grpSpPr>
          <a:xfrm>
            <a:off x="519262" y="4765583"/>
            <a:ext cx="930172" cy="970077"/>
            <a:chOff x="2911429" y="3945152"/>
            <a:chExt cx="930172" cy="97007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DE16F0F-CFC3-FC9C-B695-D30D6AEA146D}"/>
                </a:ext>
              </a:extLst>
            </p:cNvPr>
            <p:cNvCxnSpPr/>
            <p:nvPr/>
          </p:nvCxnSpPr>
          <p:spPr>
            <a:xfrm>
              <a:off x="2911429" y="4786038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FD6D2DC-CAB1-98D1-B67F-0B5B9D44292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3479" y="4460976"/>
              <a:ext cx="6623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AA45115-D022-27CF-BB9A-18E933C2FFEC}"/>
                    </a:ext>
                  </a:extLst>
                </p:cNvPr>
                <p:cNvSpPr txBox="1"/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B87A19-1FA4-F342-DE5E-2F6B82143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8436" y="4607452"/>
                  <a:ext cx="323165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345CA71-4174-41EC-3401-CEB6878DC62E}"/>
                    </a:ext>
                  </a:extLst>
                </p:cNvPr>
                <p:cNvSpPr txBox="1"/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3D1FB53-337A-9BDB-D409-1EE5E4363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0038" y="3945152"/>
                  <a:ext cx="32560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FDCE4E1-03FB-412C-6B7B-4C73D1C30ED1}"/>
              </a:ext>
            </a:extLst>
          </p:cNvPr>
          <p:cNvSpPr/>
          <p:nvPr/>
        </p:nvSpPr>
        <p:spPr>
          <a:xfrm>
            <a:off x="8061334" y="982237"/>
            <a:ext cx="3223039" cy="2702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F6CE62-498A-630E-55B8-D6FCFA22E46A}"/>
              </a:ext>
            </a:extLst>
          </p:cNvPr>
          <p:cNvSpPr/>
          <p:nvPr/>
        </p:nvSpPr>
        <p:spPr>
          <a:xfrm>
            <a:off x="4617830" y="3818295"/>
            <a:ext cx="3223039" cy="2702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37023-9027-53D5-8A9C-3418037FDC0A}"/>
              </a:ext>
            </a:extLst>
          </p:cNvPr>
          <p:cNvSpPr/>
          <p:nvPr/>
        </p:nvSpPr>
        <p:spPr>
          <a:xfrm>
            <a:off x="7840813" y="3795795"/>
            <a:ext cx="3493789" cy="2702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8501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46F9-5655-A0EF-4B57-97CE35E1A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ECBCC9-F025-D7D3-7FF9-929F90BD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66" y="289145"/>
            <a:ext cx="10752610" cy="323409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Energy Transfer analysis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E3E41C-E189-68FB-97FB-5D616D138837}"/>
              </a:ext>
            </a:extLst>
          </p:cNvPr>
          <p:cNvGrpSpPr/>
          <p:nvPr/>
        </p:nvGrpSpPr>
        <p:grpSpPr>
          <a:xfrm>
            <a:off x="104804" y="1485578"/>
            <a:ext cx="5053157" cy="1419311"/>
            <a:chOff x="1316191" y="849607"/>
            <a:chExt cx="5537191" cy="15552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55D2C5-EE9E-BD6D-3F73-DEA97898EBE5}"/>
                </a:ext>
              </a:extLst>
            </p:cNvPr>
            <p:cNvSpPr/>
            <p:nvPr/>
          </p:nvSpPr>
          <p:spPr>
            <a:xfrm>
              <a:off x="3236976" y="1764792"/>
              <a:ext cx="1856232" cy="640080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LRU</a:t>
              </a: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5B60C2-B36D-4CE0-6151-C1F4B8B9D950}"/>
                </a:ext>
              </a:extLst>
            </p:cNvPr>
            <p:cNvCxnSpPr>
              <a:cxnSpLocks/>
            </p:cNvCxnSpPr>
            <p:nvPr/>
          </p:nvCxnSpPr>
          <p:spPr>
            <a:xfrm>
              <a:off x="1597891" y="1764792"/>
              <a:ext cx="1639085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C123097-B23A-1414-4197-B8E5C9723E3B}"/>
                </a:ext>
              </a:extLst>
            </p:cNvPr>
            <p:cNvCxnSpPr>
              <a:cxnSpLocks/>
            </p:cNvCxnSpPr>
            <p:nvPr/>
          </p:nvCxnSpPr>
          <p:spPr>
            <a:xfrm>
              <a:off x="5093208" y="1764792"/>
              <a:ext cx="1760174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00EFF87-F90F-5DE9-2F53-5CA98C354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116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EF9D31-B60E-6BDF-883A-F6DC85E99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4009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E23653C-8A30-84AB-9016-2ECA935CC3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19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29D3FB-59DB-5B13-0811-0479DDB3E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955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F24BEC-CB51-D703-2141-11E2E18115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2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1B3E78-99D2-A4F8-99D8-7F0FF642B2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047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307FE2-011A-B1F5-D42D-EE9CF4A86A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939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96A7C90-3003-B3D1-7222-B3A1909FE0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ACCB7D9-A9BD-6136-AAB2-EE767889ED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401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98972A3-F78A-2B47-DF84-FB2D380C8F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166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599BB86-CCDD-03F2-6550-B01DF0ED6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4509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F837255-DDD1-8754-15EC-E44AA3E944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24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477E025-D430-2561-3381-4ECC96490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005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66BA972-E8CB-FB65-B2FC-4155A7D348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7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F24CDF3-DAFF-6BC9-B122-402C67A8E298}"/>
                </a:ext>
              </a:extLst>
            </p:cNvPr>
            <p:cNvCxnSpPr>
              <a:cxnSpLocks/>
            </p:cNvCxnSpPr>
            <p:nvPr/>
          </p:nvCxnSpPr>
          <p:spPr>
            <a:xfrm>
              <a:off x="4002372" y="1072895"/>
              <a:ext cx="0" cy="691897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FE2F0C2-9D44-5C2E-0D09-D344F7B9B6D6}"/>
                    </a:ext>
                  </a:extLst>
                </p:cNvPr>
                <p:cNvSpPr txBox="1"/>
                <p:nvPr/>
              </p:nvSpPr>
              <p:spPr>
                <a:xfrm>
                  <a:off x="2539856" y="885777"/>
                  <a:ext cx="14625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8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800" dirty="0">
                    <a:solidFill>
                      <a:prstClr val="black"/>
                    </a:solidFill>
                    <a:latin typeface="Aptos" panose="02110004020202020204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FE2F0C2-9D44-5C2E-0D09-D344F7B9B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9856" y="885777"/>
                  <a:ext cx="1462516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7273" r="-6849" b="-2545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71EDC66-F212-EA56-FA15-4C75EB93A772}"/>
                </a:ext>
              </a:extLst>
            </p:cNvPr>
            <p:cNvSpPr/>
            <p:nvPr/>
          </p:nvSpPr>
          <p:spPr>
            <a:xfrm>
              <a:off x="3228975" y="1319132"/>
              <a:ext cx="1869282" cy="446167"/>
            </a:xfrm>
            <a:custGeom>
              <a:avLst/>
              <a:gdLst>
                <a:gd name="csX0" fmla="*/ 0 w 2025650"/>
                <a:gd name="csY0" fmla="*/ 450850 h 463695"/>
                <a:gd name="csX1" fmla="*/ 57150 w 2025650"/>
                <a:gd name="csY1" fmla="*/ 381000 h 463695"/>
                <a:gd name="csX2" fmla="*/ 273050 w 2025650"/>
                <a:gd name="csY2" fmla="*/ 247650 h 463695"/>
                <a:gd name="csX3" fmla="*/ 723900 w 2025650"/>
                <a:gd name="csY3" fmla="*/ 146050 h 463695"/>
                <a:gd name="csX4" fmla="*/ 1098550 w 2025650"/>
                <a:gd name="csY4" fmla="*/ 247650 h 463695"/>
                <a:gd name="csX5" fmla="*/ 1346200 w 2025650"/>
                <a:gd name="csY5" fmla="*/ 114300 h 463695"/>
                <a:gd name="csX6" fmla="*/ 1619250 w 2025650"/>
                <a:gd name="csY6" fmla="*/ 50800 h 463695"/>
                <a:gd name="csX7" fmla="*/ 1885950 w 2025650"/>
                <a:gd name="csY7" fmla="*/ 463550 h 463695"/>
                <a:gd name="csX8" fmla="*/ 2025650 w 2025650"/>
                <a:gd name="csY8" fmla="*/ 0 h 463695"/>
                <a:gd name="csX0" fmla="*/ 0 w 1885950"/>
                <a:gd name="csY0" fmla="*/ 419353 h 432198"/>
                <a:gd name="csX1" fmla="*/ 57150 w 1885950"/>
                <a:gd name="csY1" fmla="*/ 349503 h 432198"/>
                <a:gd name="csX2" fmla="*/ 273050 w 1885950"/>
                <a:gd name="csY2" fmla="*/ 216153 h 432198"/>
                <a:gd name="csX3" fmla="*/ 723900 w 1885950"/>
                <a:gd name="csY3" fmla="*/ 114553 h 432198"/>
                <a:gd name="csX4" fmla="*/ 1098550 w 1885950"/>
                <a:gd name="csY4" fmla="*/ 216153 h 432198"/>
                <a:gd name="csX5" fmla="*/ 1346200 w 1885950"/>
                <a:gd name="csY5" fmla="*/ 82803 h 432198"/>
                <a:gd name="csX6" fmla="*/ 1619250 w 1885950"/>
                <a:gd name="csY6" fmla="*/ 19303 h 432198"/>
                <a:gd name="csX7" fmla="*/ 1885950 w 1885950"/>
                <a:gd name="csY7" fmla="*/ 432053 h 432198"/>
                <a:gd name="csX0" fmla="*/ 0 w 1876425"/>
                <a:gd name="csY0" fmla="*/ 438403 h 438403"/>
                <a:gd name="csX1" fmla="*/ 47625 w 1876425"/>
                <a:gd name="csY1" fmla="*/ 349503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47625 w 1876425"/>
                <a:gd name="csY1" fmla="*/ 349503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47625 w 1876425"/>
                <a:gd name="csY1" fmla="*/ 349503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318547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318547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318547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294735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373062 w 1876425"/>
                <a:gd name="csY2" fmla="*/ 154241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373062 w 1876425"/>
                <a:gd name="csY2" fmla="*/ 154241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373062 w 1876425"/>
                <a:gd name="csY2" fmla="*/ 154241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9028 h 439028"/>
                <a:gd name="csX1" fmla="*/ 130969 w 1876425"/>
                <a:gd name="csY1" fmla="*/ 276310 h 439028"/>
                <a:gd name="csX2" fmla="*/ 373062 w 1876425"/>
                <a:gd name="csY2" fmla="*/ 154866 h 439028"/>
                <a:gd name="csX3" fmla="*/ 714375 w 1876425"/>
                <a:gd name="csY3" fmla="*/ 115178 h 439028"/>
                <a:gd name="csX4" fmla="*/ 1089025 w 1876425"/>
                <a:gd name="csY4" fmla="*/ 216778 h 439028"/>
                <a:gd name="csX5" fmla="*/ 1336675 w 1876425"/>
                <a:gd name="csY5" fmla="*/ 83428 h 439028"/>
                <a:gd name="csX6" fmla="*/ 1609725 w 1876425"/>
                <a:gd name="csY6" fmla="*/ 19928 h 439028"/>
                <a:gd name="csX7" fmla="*/ 1876425 w 1876425"/>
                <a:gd name="csY7" fmla="*/ 432678 h 439028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5731 h 435731"/>
                <a:gd name="csX1" fmla="*/ 130969 w 1876425"/>
                <a:gd name="csY1" fmla="*/ 273013 h 435731"/>
                <a:gd name="csX2" fmla="*/ 373062 w 1876425"/>
                <a:gd name="csY2" fmla="*/ 151569 h 435731"/>
                <a:gd name="csX3" fmla="*/ 714375 w 1876425"/>
                <a:gd name="csY3" fmla="*/ 111881 h 435731"/>
                <a:gd name="csX4" fmla="*/ 1089025 w 1876425"/>
                <a:gd name="csY4" fmla="*/ 213481 h 435731"/>
                <a:gd name="csX5" fmla="*/ 1336675 w 1876425"/>
                <a:gd name="csY5" fmla="*/ 80131 h 435731"/>
                <a:gd name="csX6" fmla="*/ 1609725 w 1876425"/>
                <a:gd name="csY6" fmla="*/ 16631 h 435731"/>
                <a:gd name="csX7" fmla="*/ 1876425 w 1876425"/>
                <a:gd name="csY7" fmla="*/ 429381 h 435731"/>
                <a:gd name="csX0" fmla="*/ 0 w 1876425"/>
                <a:gd name="csY0" fmla="*/ 443052 h 443052"/>
                <a:gd name="csX1" fmla="*/ 130969 w 1876425"/>
                <a:gd name="csY1" fmla="*/ 280334 h 443052"/>
                <a:gd name="csX2" fmla="*/ 373062 w 1876425"/>
                <a:gd name="csY2" fmla="*/ 158890 h 443052"/>
                <a:gd name="csX3" fmla="*/ 714375 w 1876425"/>
                <a:gd name="csY3" fmla="*/ 119202 h 443052"/>
                <a:gd name="csX4" fmla="*/ 1089025 w 1876425"/>
                <a:gd name="csY4" fmla="*/ 220802 h 443052"/>
                <a:gd name="csX5" fmla="*/ 1336675 w 1876425"/>
                <a:gd name="csY5" fmla="*/ 87452 h 443052"/>
                <a:gd name="csX6" fmla="*/ 1578769 w 1876425"/>
                <a:gd name="csY6" fmla="*/ 14427 h 443052"/>
                <a:gd name="csX7" fmla="*/ 1876425 w 1876425"/>
                <a:gd name="csY7" fmla="*/ 436702 h 443052"/>
                <a:gd name="csX0" fmla="*/ 0 w 1876425"/>
                <a:gd name="csY0" fmla="*/ 443094 h 443094"/>
                <a:gd name="csX1" fmla="*/ 130969 w 1876425"/>
                <a:gd name="csY1" fmla="*/ 280376 h 443094"/>
                <a:gd name="csX2" fmla="*/ 373062 w 1876425"/>
                <a:gd name="csY2" fmla="*/ 158932 h 443094"/>
                <a:gd name="csX3" fmla="*/ 714375 w 1876425"/>
                <a:gd name="csY3" fmla="*/ 119244 h 443094"/>
                <a:gd name="csX4" fmla="*/ 1036637 w 1876425"/>
                <a:gd name="csY4" fmla="*/ 223225 h 443094"/>
                <a:gd name="csX5" fmla="*/ 1336675 w 1876425"/>
                <a:gd name="csY5" fmla="*/ 87494 h 443094"/>
                <a:gd name="csX6" fmla="*/ 1578769 w 1876425"/>
                <a:gd name="csY6" fmla="*/ 14469 h 443094"/>
                <a:gd name="csX7" fmla="*/ 1876425 w 1876425"/>
                <a:gd name="csY7" fmla="*/ 436744 h 443094"/>
                <a:gd name="csX0" fmla="*/ 0 w 1876425"/>
                <a:gd name="csY0" fmla="*/ 445136 h 445136"/>
                <a:gd name="csX1" fmla="*/ 130969 w 1876425"/>
                <a:gd name="csY1" fmla="*/ 282418 h 445136"/>
                <a:gd name="csX2" fmla="*/ 373062 w 1876425"/>
                <a:gd name="csY2" fmla="*/ 160974 h 445136"/>
                <a:gd name="csX3" fmla="*/ 714375 w 1876425"/>
                <a:gd name="csY3" fmla="*/ 121286 h 445136"/>
                <a:gd name="csX4" fmla="*/ 1036637 w 1876425"/>
                <a:gd name="csY4" fmla="*/ 225267 h 445136"/>
                <a:gd name="csX5" fmla="*/ 1317625 w 1876425"/>
                <a:gd name="csY5" fmla="*/ 99061 h 445136"/>
                <a:gd name="csX6" fmla="*/ 1578769 w 1876425"/>
                <a:gd name="csY6" fmla="*/ 16511 h 445136"/>
                <a:gd name="csX7" fmla="*/ 1876425 w 1876425"/>
                <a:gd name="csY7" fmla="*/ 438786 h 445136"/>
                <a:gd name="csX0" fmla="*/ 0 w 1876425"/>
                <a:gd name="csY0" fmla="*/ 446167 h 446167"/>
                <a:gd name="csX1" fmla="*/ 130969 w 1876425"/>
                <a:gd name="csY1" fmla="*/ 283449 h 446167"/>
                <a:gd name="csX2" fmla="*/ 373062 w 1876425"/>
                <a:gd name="csY2" fmla="*/ 162005 h 446167"/>
                <a:gd name="csX3" fmla="*/ 714375 w 1876425"/>
                <a:gd name="csY3" fmla="*/ 122317 h 446167"/>
                <a:gd name="csX4" fmla="*/ 1036637 w 1876425"/>
                <a:gd name="csY4" fmla="*/ 226298 h 446167"/>
                <a:gd name="csX5" fmla="*/ 1317625 w 1876425"/>
                <a:gd name="csY5" fmla="*/ 100092 h 446167"/>
                <a:gd name="csX6" fmla="*/ 1578769 w 1876425"/>
                <a:gd name="csY6" fmla="*/ 17542 h 446167"/>
                <a:gd name="csX7" fmla="*/ 1876425 w 1876425"/>
                <a:gd name="csY7" fmla="*/ 439817 h 446167"/>
                <a:gd name="csX0" fmla="*/ 0 w 1876425"/>
                <a:gd name="csY0" fmla="*/ 446167 h 446167"/>
                <a:gd name="csX1" fmla="*/ 130969 w 1876425"/>
                <a:gd name="csY1" fmla="*/ 283449 h 446167"/>
                <a:gd name="csX2" fmla="*/ 373062 w 1876425"/>
                <a:gd name="csY2" fmla="*/ 162005 h 446167"/>
                <a:gd name="csX3" fmla="*/ 714375 w 1876425"/>
                <a:gd name="csY3" fmla="*/ 122317 h 446167"/>
                <a:gd name="csX4" fmla="*/ 1036637 w 1876425"/>
                <a:gd name="csY4" fmla="*/ 226298 h 446167"/>
                <a:gd name="csX5" fmla="*/ 1317625 w 1876425"/>
                <a:gd name="csY5" fmla="*/ 100092 h 446167"/>
                <a:gd name="csX6" fmla="*/ 1578769 w 1876425"/>
                <a:gd name="csY6" fmla="*/ 17542 h 446167"/>
                <a:gd name="csX7" fmla="*/ 1876425 w 1876425"/>
                <a:gd name="csY7" fmla="*/ 439817 h 446167"/>
                <a:gd name="csX0" fmla="*/ 0 w 1869282"/>
                <a:gd name="csY0" fmla="*/ 446167 h 446167"/>
                <a:gd name="csX1" fmla="*/ 130969 w 1869282"/>
                <a:gd name="csY1" fmla="*/ 283449 h 446167"/>
                <a:gd name="csX2" fmla="*/ 373062 w 1869282"/>
                <a:gd name="csY2" fmla="*/ 162005 h 446167"/>
                <a:gd name="csX3" fmla="*/ 714375 w 1869282"/>
                <a:gd name="csY3" fmla="*/ 122317 h 446167"/>
                <a:gd name="csX4" fmla="*/ 1036637 w 1869282"/>
                <a:gd name="csY4" fmla="*/ 226298 h 446167"/>
                <a:gd name="csX5" fmla="*/ 1317625 w 1869282"/>
                <a:gd name="csY5" fmla="*/ 100092 h 446167"/>
                <a:gd name="csX6" fmla="*/ 1578769 w 1869282"/>
                <a:gd name="csY6" fmla="*/ 17542 h 446167"/>
                <a:gd name="csX7" fmla="*/ 1869282 w 1869282"/>
                <a:gd name="csY7" fmla="*/ 439817 h 446167"/>
                <a:gd name="csX0" fmla="*/ 0 w 1869282"/>
                <a:gd name="csY0" fmla="*/ 446167 h 446167"/>
                <a:gd name="csX1" fmla="*/ 130969 w 1869282"/>
                <a:gd name="csY1" fmla="*/ 283449 h 446167"/>
                <a:gd name="csX2" fmla="*/ 373062 w 1869282"/>
                <a:gd name="csY2" fmla="*/ 162005 h 446167"/>
                <a:gd name="csX3" fmla="*/ 714375 w 1869282"/>
                <a:gd name="csY3" fmla="*/ 122317 h 446167"/>
                <a:gd name="csX4" fmla="*/ 1036637 w 1869282"/>
                <a:gd name="csY4" fmla="*/ 226298 h 446167"/>
                <a:gd name="csX5" fmla="*/ 1317625 w 1869282"/>
                <a:gd name="csY5" fmla="*/ 100092 h 446167"/>
                <a:gd name="csX6" fmla="*/ 1578769 w 1869282"/>
                <a:gd name="csY6" fmla="*/ 17542 h 446167"/>
                <a:gd name="csX7" fmla="*/ 1869282 w 1869282"/>
                <a:gd name="csY7" fmla="*/ 439817 h 4461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69282" h="446167">
                  <a:moveTo>
                    <a:pt x="0" y="446167"/>
                  </a:moveTo>
                  <a:cubicBezTo>
                    <a:pt x="36777" y="378169"/>
                    <a:pt x="68792" y="330809"/>
                    <a:pt x="130969" y="283449"/>
                  </a:cubicBezTo>
                  <a:cubicBezTo>
                    <a:pt x="193146" y="236089"/>
                    <a:pt x="275828" y="188860"/>
                    <a:pt x="373062" y="162005"/>
                  </a:cubicBezTo>
                  <a:cubicBezTo>
                    <a:pt x="470296" y="135150"/>
                    <a:pt x="603779" y="111602"/>
                    <a:pt x="714375" y="122317"/>
                  </a:cubicBezTo>
                  <a:cubicBezTo>
                    <a:pt x="824971" y="133033"/>
                    <a:pt x="936095" y="230002"/>
                    <a:pt x="1036637" y="226298"/>
                  </a:cubicBezTo>
                  <a:cubicBezTo>
                    <a:pt x="1137179" y="222594"/>
                    <a:pt x="1227270" y="146792"/>
                    <a:pt x="1317625" y="100092"/>
                  </a:cubicBezTo>
                  <a:cubicBezTo>
                    <a:pt x="1403638" y="55636"/>
                    <a:pt x="1486826" y="-39079"/>
                    <a:pt x="1578769" y="17542"/>
                  </a:cubicBezTo>
                  <a:cubicBezTo>
                    <a:pt x="1670712" y="74163"/>
                    <a:pt x="1825362" y="374466"/>
                    <a:pt x="1869282" y="439817"/>
                  </a:cubicBezTo>
                </a:path>
              </a:pathLst>
            </a:cu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669BADD-86A9-CCD0-93EB-1A81686648E4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3359944" y="1602581"/>
              <a:ext cx="0" cy="152147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9BB0D38-D576-45D4-A9F4-7F765BF08FD3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3602037" y="1481137"/>
              <a:ext cx="0" cy="27359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986E55B-7FCF-F97D-E407-42DA6D1BA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826" y="1440910"/>
              <a:ext cx="0" cy="313818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872841D-5A5A-3F0F-C604-5D4B2D5A9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5544" y="1496727"/>
              <a:ext cx="0" cy="25800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5A0323F-16FF-164E-3401-0D6A2C9257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4974" y="1524000"/>
              <a:ext cx="0" cy="230728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455904D-CB51-787D-1604-6AA97A0D8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3437" y="1395477"/>
              <a:ext cx="0" cy="35925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908E468-CD13-67EE-0EDB-03EFB0B2A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449" y="1404207"/>
              <a:ext cx="0" cy="35052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82D49EE-E0F5-5100-A3CD-D32DB21B2826}"/>
                    </a:ext>
                  </a:extLst>
                </p:cNvPr>
                <p:cNvSpPr txBox="1"/>
                <p:nvPr/>
              </p:nvSpPr>
              <p:spPr>
                <a:xfrm>
                  <a:off x="4407613" y="973182"/>
                  <a:ext cx="1900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d>
                          <m:dPr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8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800" dirty="0">
                    <a:solidFill>
                      <a:prstClr val="black"/>
                    </a:solidFill>
                    <a:latin typeface="Aptos" panose="02110004020202020204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82D49EE-E0F5-5100-A3CD-D32DB21B28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613" y="973182"/>
                  <a:ext cx="1900969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7273" r="-7018" b="-2545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B8797B5-8948-F270-CBFD-AB933F05BE35}"/>
                </a:ext>
              </a:extLst>
            </p:cNvPr>
            <p:cNvCxnSpPr>
              <a:cxnSpLocks/>
            </p:cNvCxnSpPr>
            <p:nvPr/>
          </p:nvCxnSpPr>
          <p:spPr>
            <a:xfrm>
              <a:off x="1597891" y="1524000"/>
              <a:ext cx="4056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36C44F2-271F-7EA1-A133-DE1206A4E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7891" y="1072895"/>
              <a:ext cx="0" cy="451105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23387B8-F7AC-B42B-ED10-30A41C4744EA}"/>
                    </a:ext>
                  </a:extLst>
                </p:cNvPr>
                <p:cNvSpPr txBox="1"/>
                <p:nvPr/>
              </p:nvSpPr>
              <p:spPr>
                <a:xfrm>
                  <a:off x="1924997" y="1318625"/>
                  <a:ext cx="3615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800" dirty="0">
                    <a:solidFill>
                      <a:prstClr val="black"/>
                    </a:solidFill>
                    <a:latin typeface="Aptos" panose="02110004020202020204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23387B8-F7AC-B42B-ED10-30A41C474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4997" y="1318625"/>
                  <a:ext cx="36157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7BF98B4-2830-ADB4-13CF-7AEDF7C8DEA5}"/>
                    </a:ext>
                  </a:extLst>
                </p:cNvPr>
                <p:cNvSpPr txBox="1"/>
                <p:nvPr/>
              </p:nvSpPr>
              <p:spPr>
                <a:xfrm>
                  <a:off x="1316191" y="849607"/>
                  <a:ext cx="364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800" dirty="0">
                    <a:solidFill>
                      <a:prstClr val="black"/>
                    </a:solidFill>
                    <a:latin typeface="Aptos" panose="02110004020202020204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7BF98B4-2830-ADB4-13CF-7AEDF7C8D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6191" y="849607"/>
                  <a:ext cx="36497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36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33059A63-BCCA-ACFE-2182-D8A1060CC7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257" y="4760857"/>
            <a:ext cx="2431152" cy="64466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A53F5DF-A477-EF96-6B48-DB348AD64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683" y="3458899"/>
            <a:ext cx="4328535" cy="13869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19E03B7-3697-BC6D-F94A-31A0387E7046}"/>
              </a:ext>
            </a:extLst>
          </p:cNvPr>
          <p:cNvSpPr txBox="1"/>
          <p:nvPr/>
        </p:nvSpPr>
        <p:spPr>
          <a:xfrm>
            <a:off x="1658486" y="3146060"/>
            <a:ext cx="3025742" cy="4019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Work done on the LRU</a:t>
            </a:r>
            <a:endParaRPr lang="en-NL" sz="1600" b="1" dirty="0" err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202240-BBB2-6D13-8CEC-C8395E71F92C}"/>
              </a:ext>
            </a:extLst>
          </p:cNvPr>
          <p:cNvSpPr txBox="1"/>
          <p:nvPr/>
        </p:nvSpPr>
        <p:spPr>
          <a:xfrm>
            <a:off x="195347" y="5505370"/>
            <a:ext cx="6258145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Aptos" panose="020B0004020202020204" pitchFamily="34" charset="0"/>
              </a:rPr>
              <a:t>Conclusion</a:t>
            </a:r>
            <a:r>
              <a:rPr lang="en-US" sz="1600" dirty="0">
                <a:latin typeface="Aptos" panose="020B0004020202020204" pitchFamily="34" charset="0"/>
              </a:rPr>
              <a:t>: Any passive linear LRU with single input single output (SISO)architecture are limited to a certain admittance phases achievable.</a:t>
            </a:r>
            <a:endParaRPr lang="en-NL" sz="1600" dirty="0" err="1">
              <a:latin typeface="Aptos" panose="020B00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5D3C023-ECF2-AE2F-ED00-208AD9708C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0066" y="3541817"/>
            <a:ext cx="3311101" cy="2813381"/>
          </a:xfrm>
          <a:prstGeom prst="rect">
            <a:avLst/>
          </a:prstGeom>
        </p:spPr>
      </p:pic>
      <p:sp>
        <p:nvSpPr>
          <p:cNvPr id="49" name="Slide Number Placeholder 1">
            <a:extLst>
              <a:ext uri="{FF2B5EF4-FFF2-40B4-BE49-F238E27FC236}">
                <a16:creationId xmlns:a16="http://schemas.microsoft.com/office/drawing/2014/main" id="{1FD3933B-9792-8F41-3A59-C4773381C8F4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29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0FFFE1-D762-475F-860F-25D69C46C4E3}"/>
              </a:ext>
            </a:extLst>
          </p:cNvPr>
          <p:cNvGrpSpPr/>
          <p:nvPr/>
        </p:nvGrpSpPr>
        <p:grpSpPr>
          <a:xfrm>
            <a:off x="6787328" y="898800"/>
            <a:ext cx="3213839" cy="2417384"/>
            <a:chOff x="8638008" y="429449"/>
            <a:chExt cx="3213839" cy="24173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641B5D2-B798-AD5E-ADF0-4D9278FB5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7973"/>
            <a:stretch>
              <a:fillRect/>
            </a:stretch>
          </p:blipFill>
          <p:spPr>
            <a:xfrm>
              <a:off x="8638008" y="429449"/>
              <a:ext cx="3213839" cy="241738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FF39CD-2531-A938-0BF6-B80A7F87B5B3}"/>
                </a:ext>
              </a:extLst>
            </p:cNvPr>
            <p:cNvSpPr/>
            <p:nvPr/>
          </p:nvSpPr>
          <p:spPr>
            <a:xfrm>
              <a:off x="9591819" y="547176"/>
              <a:ext cx="1942957" cy="2221737"/>
            </a:xfrm>
            <a:prstGeom prst="rect">
              <a:avLst/>
            </a:prstGeom>
            <a:solidFill>
              <a:srgbClr val="76F68B">
                <a:alpha val="3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Aptos" panose="020B0004020202020204" pitchFamily="34" charset="0"/>
                </a:rPr>
                <a:t>Hypothetical</a:t>
              </a:r>
            </a:p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Aptos" panose="020B0004020202020204" pitchFamily="34" charset="0"/>
                </a:rPr>
                <a:t>system</a:t>
              </a:r>
              <a:endParaRPr lang="en-NL" sz="1400" dirty="0" err="1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499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5217C53-7C21-9C9A-64F6-280D9A338FA7}"/>
              </a:ext>
            </a:extLst>
          </p:cNvPr>
          <p:cNvSpPr txBox="1">
            <a:spLocks/>
          </p:cNvSpPr>
          <p:nvPr/>
        </p:nvSpPr>
        <p:spPr>
          <a:xfrm>
            <a:off x="240300" y="225806"/>
            <a:ext cx="8751300" cy="603250"/>
          </a:xfrm>
          <a:prstGeom prst="roundRect">
            <a:avLst/>
          </a:prstGeo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>
            <a:lvl1pPr>
              <a:lnSpc>
                <a:spcPts val="3600"/>
              </a:lnSpc>
              <a:spcBef>
                <a:spcPct val="0"/>
              </a:spcBef>
              <a:buNone/>
              <a:defRPr lang="en-GB" sz="3600" b="1" dirty="0">
                <a:latin typeface="Aptos" panose="020B0004020202020204" pitchFamily="34" charset="0"/>
                <a:ea typeface="+mj-ea"/>
                <a:cs typeface="+mj-cs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Design phase points</a:t>
            </a:r>
            <a:endParaRPr lang="en-NL" dirty="0"/>
          </a:p>
          <a:p>
            <a:endParaRPr lang="en-NL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899223-5FB4-DEFB-7F69-91B22C147EBF}"/>
              </a:ext>
            </a:extLst>
          </p:cNvPr>
          <p:cNvGrpSpPr/>
          <p:nvPr/>
        </p:nvGrpSpPr>
        <p:grpSpPr>
          <a:xfrm>
            <a:off x="174910" y="1180525"/>
            <a:ext cx="3716313" cy="1105479"/>
            <a:chOff x="438445" y="5430416"/>
            <a:chExt cx="5043796" cy="99371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03D36E7-F760-2C28-D3F8-A95851DFF6EB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4F3ECF6-67D8-6422-AEB7-D2CD7260B171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#1: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Favorable admittance phase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−1.833,1.327</m:t>
                          </m:r>
                        </m:e>
                      </m:d>
                    </m:oMath>
                  </a14:m>
                  <a:r>
                    <a:rPr lang="en-US" sz="1600" b="0" dirty="0">
                      <a:solidFill>
                        <a:schemeClr val="tx1"/>
                      </a:solidFill>
                    </a:rPr>
                    <a:t> close to resonance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4F3ECF6-67D8-6422-AEB7-D2CD7260B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blipFill>
                  <a:blip r:embed="rId3"/>
                  <a:stretch>
                    <a:fillRect l="-3552" t="-961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BC51442-C8FE-8F35-0CD7-E9FFF22576BB}"/>
              </a:ext>
            </a:extLst>
          </p:cNvPr>
          <p:cNvGrpSpPr/>
          <p:nvPr/>
        </p:nvGrpSpPr>
        <p:grpSpPr>
          <a:xfrm>
            <a:off x="4390745" y="1190325"/>
            <a:ext cx="3716313" cy="1105479"/>
            <a:chOff x="438445" y="5430416"/>
            <a:chExt cx="5166597" cy="104959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8B6406-9729-8780-932F-06834A270E16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91957F1-17AA-6AFA-F4E3-5E1A737D5CA5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/>
                    <a:t>Design requirement #2: </a:t>
                  </a:r>
                </a:p>
                <a:p>
                  <a:pPr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/>
                    <a:t>Must be tuned to operate at a subwavelength scale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𝑤</m:t>
                      </m:r>
                      <m:r>
                        <a:rPr lang="en-US" sz="16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&lt;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𝑇𝑆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91957F1-17AA-6AFA-F4E3-5E1A737D5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4"/>
                  <a:stretch>
                    <a:fillRect l="-3401" t="-8721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67219F-60B7-9950-2F84-4054C3864B9F}"/>
              </a:ext>
            </a:extLst>
          </p:cNvPr>
          <p:cNvGrpSpPr/>
          <p:nvPr/>
        </p:nvGrpSpPr>
        <p:grpSpPr>
          <a:xfrm>
            <a:off x="8398106" y="1210691"/>
            <a:ext cx="3580303" cy="1105479"/>
            <a:chOff x="438445" y="5430416"/>
            <a:chExt cx="5166597" cy="104959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3E97ECE-D31B-CFC6-8B94-79ADF847485F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061A31-36D1-0AFD-A688-DEBB9FDF60EF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#3: 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Tuned to follow #1,#2 at TS wave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=0.0038(295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061A31-36D1-0AFD-A688-DEBB9FDF6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5"/>
                  <a:stretch>
                    <a:fillRect l="-3710" t="-814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1012E4-466C-9D7D-81E7-5680A2D5F140}"/>
              </a:ext>
            </a:extLst>
          </p:cNvPr>
          <p:cNvGrpSpPr/>
          <p:nvPr/>
        </p:nvGrpSpPr>
        <p:grpSpPr>
          <a:xfrm>
            <a:off x="240300" y="3155536"/>
            <a:ext cx="10410268" cy="3140886"/>
            <a:chOff x="240300" y="3155536"/>
            <a:chExt cx="10410268" cy="314088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05D274-1E64-3911-8ED6-00CC28A3C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69534" y="3258122"/>
              <a:ext cx="2832658" cy="240823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72E836-C900-54D5-3547-999B53427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67593" y="3155536"/>
              <a:ext cx="3482975" cy="249177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C426AD-4FE3-D535-AF18-93C21F57B39A}"/>
                </a:ext>
              </a:extLst>
            </p:cNvPr>
            <p:cNvSpPr txBox="1"/>
            <p:nvPr/>
          </p:nvSpPr>
          <p:spPr>
            <a:xfrm>
              <a:off x="240300" y="3634297"/>
              <a:ext cx="1529234" cy="323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latin typeface="Aptos" panose="020B0004020202020204" pitchFamily="34" charset="0"/>
                </a:rPr>
                <a:t>SMCR systems</a:t>
              </a:r>
              <a:endParaRPr lang="en-NL" sz="1600" dirty="0" err="1">
                <a:latin typeface="Aptos" panose="020B00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0F30BD-3C6E-099F-10A2-FAE010546EA7}"/>
                </a:ext>
              </a:extLst>
            </p:cNvPr>
            <p:cNvSpPr txBox="1"/>
            <p:nvPr/>
          </p:nvSpPr>
          <p:spPr>
            <a:xfrm>
              <a:off x="5615577" y="3609339"/>
              <a:ext cx="1529234" cy="323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>
                  <a:latin typeface="Aptos" panose="020B0004020202020204" pitchFamily="34" charset="0"/>
                </a:rPr>
                <a:t>DMCR systems</a:t>
              </a:r>
              <a:endParaRPr lang="en-NL" sz="1600" dirty="0" err="1">
                <a:latin typeface="Aptos" panose="020B0004020202020204" pitchFamily="34" charset="0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57C3D83-722A-BE69-518D-D2F33AA42451}"/>
                </a:ext>
              </a:extLst>
            </p:cNvPr>
            <p:cNvSpPr/>
            <p:nvPr/>
          </p:nvSpPr>
          <p:spPr>
            <a:xfrm>
              <a:off x="3628525" y="4980940"/>
              <a:ext cx="220134" cy="16933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Aptos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6A86694-8737-7D5C-B2A0-54A475FD4701}"/>
                    </a:ext>
                  </a:extLst>
                </p:cNvPr>
                <p:cNvSpPr txBox="1"/>
                <p:nvPr/>
              </p:nvSpPr>
              <p:spPr>
                <a:xfrm>
                  <a:off x="2362657" y="5927090"/>
                  <a:ext cx="164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=−1.745</m:t>
                        </m:r>
                      </m:oMath>
                    </m:oMathPara>
                  </a14:m>
                  <a:endParaRPr lang="en-NL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6A86694-8737-7D5C-B2A0-54A475FD47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657" y="5927090"/>
                  <a:ext cx="16464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0ADC9B6-2FD9-C607-DDA1-E410857BCC4F}"/>
                </a:ext>
              </a:extLst>
            </p:cNvPr>
            <p:cNvCxnSpPr/>
            <p:nvPr/>
          </p:nvCxnSpPr>
          <p:spPr>
            <a:xfrm flipV="1">
              <a:off x="3738592" y="4856480"/>
              <a:ext cx="995968" cy="2091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4E00A5F-FA98-C455-297B-CB870FA52AF9}"/>
                </a:ext>
              </a:extLst>
            </p:cNvPr>
            <p:cNvSpPr txBox="1"/>
            <p:nvPr/>
          </p:nvSpPr>
          <p:spPr>
            <a:xfrm>
              <a:off x="4718018" y="4617489"/>
              <a:ext cx="19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Design phase point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E9DFF55-D215-8E33-3608-6450DDE40DB8}"/>
              </a:ext>
            </a:extLst>
          </p:cNvPr>
          <p:cNvGrpSpPr/>
          <p:nvPr/>
        </p:nvGrpSpPr>
        <p:grpSpPr>
          <a:xfrm>
            <a:off x="174910" y="1176900"/>
            <a:ext cx="3716313" cy="1105479"/>
            <a:chOff x="438445" y="5430416"/>
            <a:chExt cx="5043796" cy="99371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A12B42D-72C9-47CF-20AA-3247B221C684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5C0DE2E-03BE-8853-E331-3A3114B02924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#1: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Favorable admittance phase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−1.833,1.327</m:t>
                          </m:r>
                        </m:e>
                      </m:d>
                    </m:oMath>
                  </a14:m>
                  <a:r>
                    <a:rPr lang="en-US" sz="1600" b="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600" b="0" dirty="0">
                      <a:solidFill>
                        <a:schemeClr val="tx1"/>
                      </a:solidFill>
                      <a:highlight>
                        <a:srgbClr val="FF0000"/>
                      </a:highlight>
                    </a:rPr>
                    <a:t>close to resonance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5C0DE2E-03BE-8853-E331-3A3114B02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blipFill>
                  <a:blip r:embed="rId9"/>
                  <a:stretch>
                    <a:fillRect l="-3552" t="-891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Slide Number Placeholder 1">
            <a:extLst>
              <a:ext uri="{FF2B5EF4-FFF2-40B4-BE49-F238E27FC236}">
                <a16:creationId xmlns:a16="http://schemas.microsoft.com/office/drawing/2014/main" id="{44830097-B8A5-EE0A-5953-26712AE396BB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30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9274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78A1-20A8-672B-49F3-89BE5994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F98C1B-B244-A3A0-DDBC-92C5AA678BD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Segoe UI Light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1C56CB2-30DC-0FD5-F1E6-601D2EC3E510}"/>
              </a:ext>
            </a:extLst>
          </p:cNvPr>
          <p:cNvSpPr/>
          <p:nvPr/>
        </p:nvSpPr>
        <p:spPr>
          <a:xfrm>
            <a:off x="4588088" y="954779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79039B2-C099-24E3-2D53-16E85CB82D89}"/>
              </a:ext>
            </a:extLst>
          </p:cNvPr>
          <p:cNvSpPr/>
          <p:nvPr/>
        </p:nvSpPr>
        <p:spPr>
          <a:xfrm>
            <a:off x="4588088" y="1670823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A91908A-9FF4-5380-9401-8B06C2AB55F6}"/>
              </a:ext>
            </a:extLst>
          </p:cNvPr>
          <p:cNvSpPr/>
          <p:nvPr/>
        </p:nvSpPr>
        <p:spPr>
          <a:xfrm>
            <a:off x="4588088" y="2386867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A2D2DBB-8202-83B9-DD0E-B52C113BB72B}"/>
              </a:ext>
            </a:extLst>
          </p:cNvPr>
          <p:cNvSpPr/>
          <p:nvPr/>
        </p:nvSpPr>
        <p:spPr>
          <a:xfrm>
            <a:off x="4588088" y="3102911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8388B-56BA-C1DC-5894-D4389807D3AE}"/>
              </a:ext>
            </a:extLst>
          </p:cNvPr>
          <p:cNvCxnSpPr>
            <a:cxnSpLocks/>
          </p:cNvCxnSpPr>
          <p:nvPr/>
        </p:nvCxnSpPr>
        <p:spPr>
          <a:xfrm>
            <a:off x="9134096" y="976704"/>
            <a:ext cx="0" cy="5019915"/>
          </a:xfrm>
          <a:prstGeom prst="line">
            <a:avLst/>
          </a:prstGeom>
          <a:ln w="635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8000">
                  <a:schemeClr val="accent1"/>
                </a:gs>
                <a:gs pos="38000">
                  <a:srgbClr val="00B0F0"/>
                </a:gs>
                <a:gs pos="100000">
                  <a:schemeClr val="bg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24FCDF-1296-6E62-E2B3-FD75401A1782}"/>
              </a:ext>
            </a:extLst>
          </p:cNvPr>
          <p:cNvSpPr/>
          <p:nvPr/>
        </p:nvSpPr>
        <p:spPr>
          <a:xfrm>
            <a:off x="768450" y="984311"/>
            <a:ext cx="8183868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Background and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research gap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E3687F-FF1A-A371-C605-362ED6D55F7C}"/>
              </a:ext>
            </a:extLst>
          </p:cNvPr>
          <p:cNvSpPr/>
          <p:nvPr/>
        </p:nvSpPr>
        <p:spPr>
          <a:xfrm>
            <a:off x="5169446" y="170035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b="1">
                <a:solidFill>
                  <a:srgbClr val="00A6D6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Research questions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75C5AA-1DC5-667A-2D7E-F9B58173AA6D}"/>
              </a:ext>
            </a:extLst>
          </p:cNvPr>
          <p:cNvSpPr/>
          <p:nvPr/>
        </p:nvSpPr>
        <p:spPr>
          <a:xfrm>
            <a:off x="5169446" y="2416399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Methodology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AA9C0F6-B4B5-F7DD-D6A3-3E37AE368E6A}"/>
              </a:ext>
            </a:extLst>
          </p:cNvPr>
          <p:cNvSpPr/>
          <p:nvPr/>
        </p:nvSpPr>
        <p:spPr>
          <a:xfrm>
            <a:off x="5169446" y="3132443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rgbClr val="000000">
                    <a:alpha val="25000"/>
                  </a:srgbClr>
                </a:solidFill>
                <a:latin typeface="Arial" panose="020B0604020202020204"/>
              </a:rPr>
              <a:t>Stage-I</a:t>
            </a:r>
            <a:endParaRPr lang="en-NL" sz="2000" b="1" dirty="0">
              <a:solidFill>
                <a:srgbClr val="000000">
                  <a:alpha val="25000"/>
                </a:srgbClr>
              </a:solidFill>
              <a:latin typeface="Arial" panose="020B060402020202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78C4403-250F-3F23-2F02-DB8870B38202}"/>
              </a:ext>
            </a:extLst>
          </p:cNvPr>
          <p:cNvSpPr/>
          <p:nvPr/>
        </p:nvSpPr>
        <p:spPr>
          <a:xfrm>
            <a:off x="5169446" y="3848487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srgbClr val="000000"/>
                </a:solidFill>
                <a:latin typeface="Arial" panose="020B0604020202020204"/>
              </a:rPr>
              <a:t>Stage-II</a:t>
            </a:r>
            <a:endParaRPr lang="en-NL" sz="4000" b="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7C9C451-C6AD-6150-EB04-7AD4651E29DF}"/>
              </a:ext>
            </a:extLst>
          </p:cNvPr>
          <p:cNvSpPr/>
          <p:nvPr/>
        </p:nvSpPr>
        <p:spPr>
          <a:xfrm>
            <a:off x="5169446" y="4564531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b="1">
                <a:solidFill>
                  <a:srgbClr val="00A6D6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Stage-III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1687CF3-BFBE-D993-F3F3-D6100AC31D39}"/>
              </a:ext>
            </a:extLst>
          </p:cNvPr>
          <p:cNvSpPr/>
          <p:nvPr/>
        </p:nvSpPr>
        <p:spPr>
          <a:xfrm>
            <a:off x="5169446" y="528057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b="1">
                <a:solidFill>
                  <a:srgbClr val="00A6D6"/>
                </a:solidFill>
              </a:defRPr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Conclusions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6EED48-4379-BF9E-0A62-2415A1897E86}"/>
              </a:ext>
            </a:extLst>
          </p:cNvPr>
          <p:cNvSpPr/>
          <p:nvPr/>
        </p:nvSpPr>
        <p:spPr>
          <a:xfrm>
            <a:off x="9035628" y="4072615"/>
            <a:ext cx="184149" cy="168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5A1657-9850-39CD-27E6-51E0D65EF5AF}"/>
              </a:ext>
            </a:extLst>
          </p:cNvPr>
          <p:cNvSpPr/>
          <p:nvPr/>
        </p:nvSpPr>
        <p:spPr>
          <a:xfrm>
            <a:off x="9076903" y="1986388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21FAE83-A91F-8AF2-1F95-CF17A5C7B2AE}"/>
              </a:ext>
            </a:extLst>
          </p:cNvPr>
          <p:cNvSpPr/>
          <p:nvPr/>
        </p:nvSpPr>
        <p:spPr>
          <a:xfrm>
            <a:off x="9076903" y="123844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873D3AB-5FAC-03BB-17FD-4D5516CE8919}"/>
              </a:ext>
            </a:extLst>
          </p:cNvPr>
          <p:cNvSpPr/>
          <p:nvPr/>
        </p:nvSpPr>
        <p:spPr>
          <a:xfrm>
            <a:off x="9071823" y="270243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7BBE2E-0DB1-9140-52F7-E34C85FA8DC4}"/>
              </a:ext>
            </a:extLst>
          </p:cNvPr>
          <p:cNvSpPr/>
          <p:nvPr/>
        </p:nvSpPr>
        <p:spPr>
          <a:xfrm>
            <a:off x="9081348" y="33796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8E3A61E-1DF5-7347-ED77-CCDBECC50EC4}"/>
              </a:ext>
            </a:extLst>
          </p:cNvPr>
          <p:cNvSpPr/>
          <p:nvPr/>
        </p:nvSpPr>
        <p:spPr>
          <a:xfrm>
            <a:off x="9076903" y="48505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9FA734-455F-F277-C815-1B5E99F6A9E5}"/>
              </a:ext>
            </a:extLst>
          </p:cNvPr>
          <p:cNvSpPr/>
          <p:nvPr/>
        </p:nvSpPr>
        <p:spPr>
          <a:xfrm>
            <a:off x="9064203" y="5566607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43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D34D5-F416-20CB-43C9-EB531102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D264B7-6AC4-B5D9-2D71-76F1A9E849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2566" y="1211262"/>
            <a:ext cx="9166168" cy="4435476"/>
          </a:xfrm>
        </p:spPr>
        <p:txBody>
          <a:bodyPr vert="horz" lIns="91440" tIns="45720" rIns="91440" bIns="45720" rtlCol="0">
            <a:normAutofit/>
          </a:bodyPr>
          <a:lstStyle/>
          <a:p>
            <a:pPr marL="70485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To </a:t>
            </a:r>
            <a:r>
              <a:rPr lang="en-US" sz="1800" b="1" dirty="0">
                <a:latin typeface="Aptos" panose="020B0004020202020204" pitchFamily="34" charset="0"/>
                <a:cs typeface="Arial" panose="020B0604020202020204" pitchFamily="34" charset="0"/>
              </a:rPr>
              <a:t>tune the composite resonators such that they follow the subwavelength requirement and their design phase point is at TS wave frequency. </a:t>
            </a: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70485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Additionally tune them to increase the admittance amplitude</a:t>
            </a:r>
            <a:endParaRPr lang="en-NL" sz="1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210BEC-4AA0-4C2B-A604-AD257D06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66" y="277954"/>
            <a:ext cx="3121352" cy="517913"/>
          </a:xfrm>
          <a:noFill/>
          <a:ln>
            <a:noFill/>
          </a:ln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Objectives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D905BDE-316C-4027-54A5-8ACDE1C820A5}"/>
              </a:ext>
            </a:extLst>
          </p:cNvPr>
          <p:cNvSpPr txBox="1">
            <a:spLocks/>
          </p:cNvSpPr>
          <p:nvPr/>
        </p:nvSpPr>
        <p:spPr>
          <a:xfrm>
            <a:off x="11409210" y="64564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32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9130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6CC064B-A86C-8036-7B18-C323B81F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6" y="239854"/>
            <a:ext cx="5920444" cy="657282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1D-Analytical modelling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55B808-0854-DC66-59FA-76F60EAE3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318" y="4140298"/>
            <a:ext cx="2375752" cy="1648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65BCFA-EE2F-C73A-881F-71E7C09A2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351" y="1709977"/>
            <a:ext cx="3928844" cy="322658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A1C8658-9169-FF59-8E4C-98879548B738}"/>
              </a:ext>
            </a:extLst>
          </p:cNvPr>
          <p:cNvGrpSpPr/>
          <p:nvPr/>
        </p:nvGrpSpPr>
        <p:grpSpPr>
          <a:xfrm>
            <a:off x="5213301" y="897136"/>
            <a:ext cx="1734017" cy="2220669"/>
            <a:chOff x="458056" y="1048972"/>
            <a:chExt cx="1734017" cy="222066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C929D6F-C831-8EDE-15BD-A081ADA8E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92787" y="1635587"/>
              <a:ext cx="1599286" cy="1634054"/>
            </a:xfrm>
            <a:prstGeom prst="rect">
              <a:avLst/>
            </a:prstGeom>
            <a:noFill/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E8596BA-896C-D0AD-7AF1-9043386F6644}"/>
                </a:ext>
              </a:extLst>
            </p:cNvPr>
            <p:cNvCxnSpPr/>
            <p:nvPr/>
          </p:nvCxnSpPr>
          <p:spPr bwMode="auto">
            <a:xfrm>
              <a:off x="855276" y="1234340"/>
              <a:ext cx="0" cy="40844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4068D19-F7AA-5F5C-4BF0-8731701E81E8}"/>
                    </a:ext>
                  </a:extLst>
                </p:cNvPr>
                <p:cNvSpPr txBox="1"/>
                <p:nvPr/>
              </p:nvSpPr>
              <p:spPr>
                <a:xfrm>
                  <a:off x="458056" y="1115069"/>
                  <a:ext cx="321702" cy="32098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oMath>
                    </m:oMathPara>
                  </a14:m>
                  <a:endParaRPr lang="en-NL" sz="20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4068D19-F7AA-5F5C-4BF0-8731701E8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056" y="1115069"/>
                  <a:ext cx="321702" cy="320982"/>
                </a:xfrm>
                <a:prstGeom prst="rect">
                  <a:avLst/>
                </a:prstGeom>
                <a:blipFill>
                  <a:blip r:embed="rId6"/>
                  <a:stretch>
                    <a:fillRect l="-11321" b="-3773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23F2DF8-9047-A3B5-F293-396FEB995F33}"/>
                </a:ext>
              </a:extLst>
            </p:cNvPr>
            <p:cNvCxnSpPr/>
            <p:nvPr/>
          </p:nvCxnSpPr>
          <p:spPr bwMode="auto">
            <a:xfrm flipV="1">
              <a:off x="1239047" y="1343591"/>
              <a:ext cx="0" cy="291996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68F804C-4932-23C0-437C-B1779C5E6E7E}"/>
                    </a:ext>
                  </a:extLst>
                </p:cNvPr>
                <p:cNvSpPr txBox="1"/>
                <p:nvPr/>
              </p:nvSpPr>
              <p:spPr>
                <a:xfrm>
                  <a:off x="1309375" y="1048972"/>
                  <a:ext cx="385950" cy="32098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sz="2000" dirty="0">
                    <a:latin typeface="Arial (Body)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68F804C-4932-23C0-437C-B1779C5E6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9375" y="1048972"/>
                  <a:ext cx="385950" cy="320982"/>
                </a:xfrm>
                <a:prstGeom prst="rect">
                  <a:avLst/>
                </a:prstGeom>
                <a:blipFill>
                  <a:blip r:embed="rId7"/>
                  <a:stretch>
                    <a:fillRect l="-3125" b="-2641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Arrow: Down 34">
            <a:extLst>
              <a:ext uri="{FF2B5EF4-FFF2-40B4-BE49-F238E27FC236}">
                <a16:creationId xmlns:a16="http://schemas.microsoft.com/office/drawing/2014/main" id="{2ACD520D-4C40-9616-B2D2-55D0C8618A78}"/>
              </a:ext>
            </a:extLst>
          </p:cNvPr>
          <p:cNvSpPr/>
          <p:nvPr/>
        </p:nvSpPr>
        <p:spPr>
          <a:xfrm rot="5400000">
            <a:off x="4033624" y="4317999"/>
            <a:ext cx="457200" cy="841759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1B6EB93-E479-6E58-3E73-707664F56245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>
            <a:off x="6947318" y="2300778"/>
            <a:ext cx="1131033" cy="1022493"/>
          </a:xfrm>
          <a:prstGeom prst="bentConnector3">
            <a:avLst/>
          </a:prstGeom>
          <a:ln w="28575" cap="rnd">
            <a:solidFill>
              <a:schemeClr val="tx1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56D4924-6C48-DEE1-2611-ECB13955FD6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496070" y="3323271"/>
            <a:ext cx="582281" cy="1641268"/>
          </a:xfrm>
          <a:prstGeom prst="bentConnector3">
            <a:avLst/>
          </a:prstGeom>
          <a:ln w="28575" cap="rnd">
            <a:solidFill>
              <a:schemeClr val="tx1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02DBF96-D90D-9444-3976-DF2EBB587D6E}"/>
              </a:ext>
            </a:extLst>
          </p:cNvPr>
          <p:cNvSpPr/>
          <p:nvPr/>
        </p:nvSpPr>
        <p:spPr>
          <a:xfrm>
            <a:off x="9641840" y="3952240"/>
            <a:ext cx="229982" cy="1880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6E46C37-D5A9-957B-1A89-2B84F6423BFC}"/>
              </a:ext>
            </a:extLst>
          </p:cNvPr>
          <p:cNvCxnSpPr/>
          <p:nvPr/>
        </p:nvCxnSpPr>
        <p:spPr>
          <a:xfrm flipH="1">
            <a:off x="9347200" y="4140298"/>
            <a:ext cx="345440" cy="11632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6A8A26-D23D-52BE-A104-AAD56B55A63F}"/>
              </a:ext>
            </a:extLst>
          </p:cNvPr>
          <p:cNvSpPr txBox="1"/>
          <p:nvPr/>
        </p:nvSpPr>
        <p:spPr>
          <a:xfrm>
            <a:off x="8659551" y="5430340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phase point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CCBFBF-85AC-0063-3B8A-88F9ED52A7B7}"/>
                  </a:ext>
                </a:extLst>
              </p:cNvPr>
              <p:cNvSpPr txBox="1"/>
              <p:nvPr/>
            </p:nvSpPr>
            <p:spPr>
              <a:xfrm>
                <a:off x="1109307" y="4510278"/>
                <a:ext cx="2149756" cy="577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CCBFBF-85AC-0063-3B8A-88F9ED52A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07" y="4510278"/>
                <a:ext cx="2149756" cy="5778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7468AAC-0B73-FC91-2371-2716EB531752}"/>
              </a:ext>
            </a:extLst>
          </p:cNvPr>
          <p:cNvSpPr txBox="1"/>
          <p:nvPr/>
        </p:nvSpPr>
        <p:spPr>
          <a:xfrm>
            <a:off x="365760" y="1709976"/>
            <a:ext cx="455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Analytical parametric studies conducted to guide the numerical parametric studies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7428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3EF1B0-D5B1-6845-C8ED-12D6E042E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9361" y="1113965"/>
            <a:ext cx="3735929" cy="277378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85008E-40C3-484A-84ED-05E11E3B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87" y="136913"/>
            <a:ext cx="4942951" cy="497328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Analytical investigation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202FA-B551-5EA6-4E69-FA43B88EE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6765" y="1067908"/>
            <a:ext cx="3637459" cy="2819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56D254-C15E-86CA-4081-4A28AE9AD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88" y="1356383"/>
            <a:ext cx="2238375" cy="1552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C5253B-9672-9B89-6952-D86867E5C017}"/>
              </a:ext>
            </a:extLst>
          </p:cNvPr>
          <p:cNvSpPr txBox="1"/>
          <p:nvPr/>
        </p:nvSpPr>
        <p:spPr>
          <a:xfrm>
            <a:off x="4355233" y="790556"/>
            <a:ext cx="2432116" cy="3234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Design phase point amplitude</a:t>
            </a:r>
            <a:endParaRPr lang="en-NL" sz="1600" b="1" dirty="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5CCC14-A2F3-FAF2-F89C-90B13CF5CB8D}"/>
              </a:ext>
            </a:extLst>
          </p:cNvPr>
          <p:cNvSpPr txBox="1"/>
          <p:nvPr/>
        </p:nvSpPr>
        <p:spPr>
          <a:xfrm>
            <a:off x="8757463" y="790556"/>
            <a:ext cx="2432116" cy="3234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Design phase point frequency</a:t>
            </a:r>
            <a:endParaRPr lang="en-NL" sz="1600" b="1" dirty="0" err="1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B38EB5-2084-D5C9-7134-75B874E90D48}"/>
              </a:ext>
            </a:extLst>
          </p:cNvPr>
          <p:cNvCxnSpPr>
            <a:cxnSpLocks/>
          </p:cNvCxnSpPr>
          <p:nvPr/>
        </p:nvCxnSpPr>
        <p:spPr>
          <a:xfrm>
            <a:off x="3559578" y="1475624"/>
            <a:ext cx="0" cy="2050468"/>
          </a:xfrm>
          <a:prstGeom prst="straightConnector1">
            <a:avLst/>
          </a:prstGeom>
          <a:ln w="76200">
            <a:gradFill>
              <a:gsLst>
                <a:gs pos="0">
                  <a:schemeClr val="accent6">
                    <a:lumMod val="0"/>
                    <a:lumOff val="100000"/>
                  </a:schemeClr>
                </a:gs>
                <a:gs pos="100000">
                  <a:schemeClr val="accent6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F500A7-B855-5DFB-79DC-F216071DA9B8}"/>
              </a:ext>
            </a:extLst>
          </p:cNvPr>
          <p:cNvCxnSpPr>
            <a:cxnSpLocks/>
          </p:cNvCxnSpPr>
          <p:nvPr/>
        </p:nvCxnSpPr>
        <p:spPr>
          <a:xfrm flipH="1">
            <a:off x="4249814" y="4128498"/>
            <a:ext cx="2028183" cy="0"/>
          </a:xfrm>
          <a:prstGeom prst="straightConnector1">
            <a:avLst/>
          </a:prstGeom>
          <a:ln w="76200">
            <a:gradFill>
              <a:gsLst>
                <a:gs pos="0">
                  <a:schemeClr val="accent6">
                    <a:lumMod val="0"/>
                    <a:lumOff val="100000"/>
                  </a:schemeClr>
                </a:gs>
                <a:gs pos="100000">
                  <a:schemeClr val="accent6"/>
                </a:gs>
              </a:gsLst>
              <a:lin ang="0" scaled="0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35C7D17-86B9-F64D-0736-B984F8D3F4C6}"/>
              </a:ext>
            </a:extLst>
          </p:cNvPr>
          <p:cNvSpPr/>
          <p:nvPr/>
        </p:nvSpPr>
        <p:spPr>
          <a:xfrm>
            <a:off x="4355233" y="4689510"/>
            <a:ext cx="660717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To increase the amplitude, one cannot rely on stiffness or mass alone </a:t>
            </a:r>
            <a:endParaRPr lang="en-NL" dirty="0">
              <a:solidFill>
                <a:schemeClr val="tx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89BB82-176A-2FB0-0409-5D341B7F3F57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34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3EF93C-9D9E-D25F-06E7-A5F871B0D5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003" y="3459162"/>
            <a:ext cx="2940680" cy="2354727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69259F62-7DF6-F996-AF85-DF4D1BA9BC92}"/>
              </a:ext>
            </a:extLst>
          </p:cNvPr>
          <p:cNvSpPr/>
          <p:nvPr/>
        </p:nvSpPr>
        <p:spPr>
          <a:xfrm>
            <a:off x="1848421" y="5146710"/>
            <a:ext cx="229982" cy="1880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2C949A-55BE-DF03-F0E9-0360CD862E49}"/>
              </a:ext>
            </a:extLst>
          </p:cNvPr>
          <p:cNvSpPr txBox="1"/>
          <p:nvPr/>
        </p:nvSpPr>
        <p:spPr>
          <a:xfrm>
            <a:off x="981123" y="5965981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phase point</a:t>
            </a:r>
            <a:endParaRPr lang="en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8EBF8A-6A9C-1A05-7F39-6E103E66B3C3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>
            <a:off x="1963412" y="5334768"/>
            <a:ext cx="114991" cy="631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79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78A5-8BEF-2B6B-DF7C-72F0203B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953559-1E0C-CF9E-AA6E-D6C0DF3D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72" y="145376"/>
            <a:ext cx="10124968" cy="711874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Role of material constraints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C30D2-69A1-8942-CF2A-192596EC0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3856"/>
            <a:ext cx="6201751" cy="438865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9EFB0C-DF97-93C6-E0A5-70B817B7D72E}"/>
              </a:ext>
            </a:extLst>
          </p:cNvPr>
          <p:cNvCxnSpPr/>
          <p:nvPr/>
        </p:nvCxnSpPr>
        <p:spPr>
          <a:xfrm>
            <a:off x="3908368" y="4704080"/>
            <a:ext cx="0" cy="73152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97D14E-37F7-A991-7ADF-D31DD4C28A1F}"/>
              </a:ext>
            </a:extLst>
          </p:cNvPr>
          <p:cNvCxnSpPr>
            <a:cxnSpLocks/>
          </p:cNvCxnSpPr>
          <p:nvPr/>
        </p:nvCxnSpPr>
        <p:spPr>
          <a:xfrm flipH="1" flipV="1">
            <a:off x="1727200" y="4572000"/>
            <a:ext cx="2021840" cy="13208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3D3A487-6732-5D9F-DDA5-749E07413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974" y="1683727"/>
            <a:ext cx="3773219" cy="277378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63FAC1-36CA-C3BC-651A-39B4779CE959}"/>
              </a:ext>
            </a:extLst>
          </p:cNvPr>
          <p:cNvCxnSpPr>
            <a:cxnSpLocks/>
          </p:cNvCxnSpPr>
          <p:nvPr/>
        </p:nvCxnSpPr>
        <p:spPr>
          <a:xfrm flipH="1">
            <a:off x="7893538" y="3386797"/>
            <a:ext cx="154432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51CA5A-435B-B067-AEA3-146B510BF798}"/>
              </a:ext>
            </a:extLst>
          </p:cNvPr>
          <p:cNvCxnSpPr>
            <a:cxnSpLocks/>
          </p:cNvCxnSpPr>
          <p:nvPr/>
        </p:nvCxnSpPr>
        <p:spPr>
          <a:xfrm>
            <a:off x="7893538" y="3386797"/>
            <a:ext cx="0" cy="594360"/>
          </a:xfrm>
          <a:prstGeom prst="straightConnector1">
            <a:avLst/>
          </a:prstGeom>
          <a:ln w="381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31354E0-10FE-5AAD-9097-5BAF2BC3839E}"/>
              </a:ext>
            </a:extLst>
          </p:cNvPr>
          <p:cNvSpPr/>
          <p:nvPr/>
        </p:nvSpPr>
        <p:spPr>
          <a:xfrm>
            <a:off x="3397827" y="4338320"/>
            <a:ext cx="966355" cy="7315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9D6E2D-9E53-1D4B-10B5-D038515373A9}"/>
              </a:ext>
            </a:extLst>
          </p:cNvPr>
          <p:cNvSpPr txBox="1"/>
          <p:nvPr/>
        </p:nvSpPr>
        <p:spPr>
          <a:xfrm>
            <a:off x="5832441" y="5197107"/>
            <a:ext cx="932584" cy="3049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NL" sz="1400" i="1" dirty="0">
                <a:solidFill>
                  <a:schemeClr val="bg2">
                    <a:lumMod val="50000"/>
                  </a:schemeClr>
                </a:solidFill>
              </a:rPr>
              <a:t>Ashby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[9]</a:t>
            </a:r>
            <a:endParaRPr lang="en-NL" sz="14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66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8994CB-B089-B021-796F-1FA88D20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77" y="280013"/>
            <a:ext cx="5376861" cy="711874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Tuned design admittance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2C777-D860-985E-189F-3528FEE05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0497" y="2812435"/>
            <a:ext cx="6441419" cy="319270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3C9BCB4-20B0-6DD9-C5FE-4A526A4F07AC}"/>
              </a:ext>
            </a:extLst>
          </p:cNvPr>
          <p:cNvGrpSpPr/>
          <p:nvPr/>
        </p:nvGrpSpPr>
        <p:grpSpPr>
          <a:xfrm>
            <a:off x="4390745" y="1190325"/>
            <a:ext cx="3716313" cy="1105479"/>
            <a:chOff x="438445" y="5430416"/>
            <a:chExt cx="5166597" cy="104959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1A07285-690A-D8AB-4883-2B0921FE78FF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81DB92A-C4B5-1989-B1E1-49204971DF9B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/>
                    <a:t>Design requirement #2: </a:t>
                  </a:r>
                </a:p>
                <a:p>
                  <a:pPr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/>
                    <a:t>Must be tuned to operate at a subwavelength scale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𝑤</m:t>
                      </m:r>
                      <m:r>
                        <a:rPr lang="en-US" sz="16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&lt;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𝑇𝑆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81DB92A-C4B5-1989-B1E1-49204971D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4"/>
                  <a:stretch>
                    <a:fillRect l="-3401" t="-8721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2D628E-5A44-4CE4-C729-7017856FED53}"/>
              </a:ext>
            </a:extLst>
          </p:cNvPr>
          <p:cNvGrpSpPr/>
          <p:nvPr/>
        </p:nvGrpSpPr>
        <p:grpSpPr>
          <a:xfrm>
            <a:off x="8398106" y="1210691"/>
            <a:ext cx="3580303" cy="1105479"/>
            <a:chOff x="438445" y="5430416"/>
            <a:chExt cx="5166597" cy="104959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E59B601-42A3-9122-F502-2F1E5A552324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F4A0CC-8C3F-E9B5-FFD7-D9617D00C4DB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#3: 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Tuned to follow #1,#2 at TS wave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=0.0038(295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F4A0CC-8C3F-E9B5-FFD7-D9617D00C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5"/>
                  <a:stretch>
                    <a:fillRect l="-3710" t="-814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4FE1E4-02B4-7342-8BB4-F4B3D25CF93A}"/>
              </a:ext>
            </a:extLst>
          </p:cNvPr>
          <p:cNvGrpSpPr/>
          <p:nvPr/>
        </p:nvGrpSpPr>
        <p:grpSpPr>
          <a:xfrm>
            <a:off x="212624" y="1160894"/>
            <a:ext cx="3716313" cy="1105479"/>
            <a:chOff x="438445" y="5430416"/>
            <a:chExt cx="5043796" cy="99371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A5D84A6-1D36-334E-6D1E-2DC98C657C8E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70F6964-2E48-7234-F2A8-67BAC0FFAFA5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#1: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Favorable admittance phase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−1.833,1.327</m:t>
                          </m:r>
                        </m:e>
                      </m:d>
                    </m:oMath>
                  </a14:m>
                  <a:r>
                    <a:rPr lang="en-US" sz="1600" b="0" dirty="0">
                      <a:solidFill>
                        <a:schemeClr val="tx1"/>
                      </a:solidFill>
                    </a:rPr>
                    <a:t> close to resonance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70F6964-2E48-7234-F2A8-67BAC0FFA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blipFill>
                  <a:blip r:embed="rId6"/>
                  <a:stretch>
                    <a:fillRect l="-3552" t="-961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E1941B0-E4B0-CD66-0243-E1EB87762CAE}"/>
              </a:ext>
            </a:extLst>
          </p:cNvPr>
          <p:cNvGrpSpPr/>
          <p:nvPr/>
        </p:nvGrpSpPr>
        <p:grpSpPr>
          <a:xfrm>
            <a:off x="140084" y="2505219"/>
            <a:ext cx="5516873" cy="2152806"/>
            <a:chOff x="4917577" y="3592886"/>
            <a:chExt cx="6666547" cy="244986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3E5DF2-2D93-BBDB-99D9-7F20269E9449}"/>
                </a:ext>
              </a:extLst>
            </p:cNvPr>
            <p:cNvCxnSpPr/>
            <p:nvPr/>
          </p:nvCxnSpPr>
          <p:spPr bwMode="auto">
            <a:xfrm>
              <a:off x="7175125" y="5200694"/>
              <a:ext cx="481093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E86F97-0831-7320-594A-49657353CB44}"/>
                    </a:ext>
                  </a:extLst>
                </p:cNvPr>
                <p:cNvSpPr txBox="1"/>
                <p:nvPr/>
              </p:nvSpPr>
              <p:spPr>
                <a:xfrm>
                  <a:off x="7272461" y="5178334"/>
                  <a:ext cx="47820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F3FC6B0-EA75-3FE3-77F4-598EAE2EB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461" y="5178334"/>
                  <a:ext cx="478208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FF59298-E526-AC69-70E7-0FDFEEF45367}"/>
                </a:ext>
              </a:extLst>
            </p:cNvPr>
            <p:cNvCxnSpPr/>
            <p:nvPr/>
          </p:nvCxnSpPr>
          <p:spPr bwMode="auto">
            <a:xfrm flipV="1">
              <a:off x="7786320" y="3953890"/>
              <a:ext cx="1452884" cy="372862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B445246-0115-E211-7243-0D5B208E4517}"/>
                    </a:ext>
                  </a:extLst>
                </p:cNvPr>
                <p:cNvSpPr txBox="1"/>
                <p:nvPr/>
              </p:nvSpPr>
              <p:spPr>
                <a:xfrm>
                  <a:off x="9294877" y="3592886"/>
                  <a:ext cx="3529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Γ</m:t>
                        </m:r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9F7AE6F-B5AB-4040-326A-1BE920852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4877" y="3592886"/>
                  <a:ext cx="352981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2083" b="-408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02BC595-A647-BBDC-57F9-E5CA11B94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50471" y="4320754"/>
              <a:ext cx="3563301" cy="74393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ADD64D-8BF0-CD4F-D1B3-B4AAE2C61C5E}"/>
                </a:ext>
              </a:extLst>
            </p:cNvPr>
            <p:cNvSpPr txBox="1"/>
            <p:nvPr/>
          </p:nvSpPr>
          <p:spPr>
            <a:xfrm>
              <a:off x="9832813" y="4764335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Soft element</a:t>
              </a:r>
              <a:endParaRPr kumimoji="0" lang="en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88DEAC-7436-5BBF-85F9-841BE3CA5774}"/>
                </a:ext>
              </a:extLst>
            </p:cNvPr>
            <p:cNvSpPr txBox="1"/>
            <p:nvPr/>
          </p:nvSpPr>
          <p:spPr>
            <a:xfrm>
              <a:off x="9848133" y="3992996"/>
              <a:ext cx="1735991" cy="3852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Rigid element</a:t>
              </a:r>
              <a:endParaRPr kumimoji="0" lang="en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C1DFBEE-57D4-82A5-B1E6-43748019C752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7565836" y="4185631"/>
              <a:ext cx="2282297" cy="2649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7124225-7746-4E87-6792-9D34E3B17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8100" y="4940789"/>
              <a:ext cx="901700" cy="275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DCBEBD5-1AC3-C183-3C53-C1F775D3DC7F}"/>
                </a:ext>
              </a:extLst>
            </p:cNvPr>
            <p:cNvCxnSpPr/>
            <p:nvPr/>
          </p:nvCxnSpPr>
          <p:spPr bwMode="auto">
            <a:xfrm>
              <a:off x="6609083" y="3835211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497BA40-41A9-C16C-9660-55D31308D444}"/>
                    </a:ext>
                  </a:extLst>
                </p:cNvPr>
                <p:cNvSpPr txBox="1"/>
                <p:nvPr/>
              </p:nvSpPr>
              <p:spPr>
                <a:xfrm>
                  <a:off x="6135100" y="3686537"/>
                  <a:ext cx="358688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758A253-3567-DE2B-AA78-64464CBC7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100" y="3686537"/>
                  <a:ext cx="358688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2041" b="-20408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9F71E84-D40B-4979-859F-F04835DBFC4E}"/>
                </a:ext>
              </a:extLst>
            </p:cNvPr>
            <p:cNvCxnSpPr/>
            <p:nvPr/>
          </p:nvCxnSpPr>
          <p:spPr bwMode="auto">
            <a:xfrm flipV="1">
              <a:off x="7087460" y="3971394"/>
              <a:ext cx="0" cy="363978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CE95A25-FE3B-1293-74F2-2A43F0017893}"/>
                    </a:ext>
                  </a:extLst>
                </p:cNvPr>
                <p:cNvSpPr txBox="1"/>
                <p:nvPr/>
              </p:nvSpPr>
              <p:spPr>
                <a:xfrm>
                  <a:off x="7200228" y="3604146"/>
                  <a:ext cx="43088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67414D0-0ADA-9613-7CA7-C85ED6BE3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228" y="3604146"/>
                  <a:ext cx="430887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1821F74-C4E0-0E9A-924A-8B55DBCAFC83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9213772" y="4579970"/>
              <a:ext cx="454123" cy="23232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9F5F978-77C3-C7AD-1E4A-B6C956FC9355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5650471" y="4579970"/>
              <a:ext cx="4017424" cy="249706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7F7A2D8-D479-B274-C25A-7B30F63F51C6}"/>
                </a:ext>
              </a:extLst>
            </p:cNvPr>
            <p:cNvSpPr txBox="1"/>
            <p:nvPr/>
          </p:nvSpPr>
          <p:spPr>
            <a:xfrm>
              <a:off x="9667895" y="4315112"/>
              <a:ext cx="1692585" cy="5297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buNone/>
                <a:defRPr sz="16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Fixed sides</a:t>
              </a:r>
              <a:endParaRPr lang="en-NL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142B545-6AA6-3C71-8A18-704EFF1CC8D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68871" y="4335372"/>
              <a:ext cx="0" cy="72931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81AB829-90F5-F72E-91B6-6AF5905EC834}"/>
                    </a:ext>
                  </a:extLst>
                </p:cNvPr>
                <p:cNvSpPr txBox="1"/>
                <p:nvPr/>
              </p:nvSpPr>
              <p:spPr>
                <a:xfrm rot="16200000">
                  <a:off x="4830502" y="4542726"/>
                  <a:ext cx="51270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16DA9CF-3A95-FA78-5EDB-683348396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830502" y="4542726"/>
                  <a:ext cx="512704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956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ABE7E46-6925-3154-E39A-51BB706F8E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12460" y="5649632"/>
              <a:ext cx="3562380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6696ABE-6682-5847-F31E-B99657730CB4}"/>
                    </a:ext>
                  </a:extLst>
                </p:cNvPr>
                <p:cNvSpPr txBox="1"/>
                <p:nvPr/>
              </p:nvSpPr>
              <p:spPr>
                <a:xfrm>
                  <a:off x="7290505" y="5704201"/>
                  <a:ext cx="5506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52BDABD-EFD8-8FDA-A774-D3131609F6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505" y="5704201"/>
                  <a:ext cx="550664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8925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8802-7A6A-5ED9-D9BA-08789C5FB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0584AC-F924-3131-D136-BCAF2832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65" y="239854"/>
            <a:ext cx="8052149" cy="533451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DMCR-numerical investigation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87DD3B-E4D9-259A-7406-3C1E3220541A}"/>
              </a:ext>
            </a:extLst>
          </p:cNvPr>
          <p:cNvSpPr txBox="1"/>
          <p:nvPr/>
        </p:nvSpPr>
        <p:spPr>
          <a:xfrm>
            <a:off x="-101600" y="8890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dirty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6AB2C-94AA-84E0-C4B4-8706CE741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586" y="1099348"/>
            <a:ext cx="3932261" cy="3398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E7A414-B676-D6A9-6D55-0849BA65D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276" y="1187089"/>
            <a:ext cx="4235170" cy="3381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960477-85E0-247A-A997-FC99439F1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554" y="1164863"/>
            <a:ext cx="2183288" cy="2472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73A9AC-E4D2-74B5-4930-0D45DB4C4AAF}"/>
              </a:ext>
            </a:extLst>
          </p:cNvPr>
          <p:cNvSpPr txBox="1"/>
          <p:nvPr/>
        </p:nvSpPr>
        <p:spPr>
          <a:xfrm>
            <a:off x="4587839" y="4975939"/>
            <a:ext cx="4397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amplitude achievable is limited again by the density and stiffness constraints together.</a:t>
            </a:r>
            <a:endParaRPr lang="en-N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C0A3F8-179C-D774-F580-1516FA57A946}"/>
              </a:ext>
            </a:extLst>
          </p:cNvPr>
          <p:cNvCxnSpPr>
            <a:cxnSpLocks/>
          </p:cNvCxnSpPr>
          <p:nvPr/>
        </p:nvCxnSpPr>
        <p:spPr>
          <a:xfrm>
            <a:off x="7436985" y="2883878"/>
            <a:ext cx="0" cy="917515"/>
          </a:xfrm>
          <a:prstGeom prst="straightConnector1">
            <a:avLst/>
          </a:prstGeom>
          <a:ln w="76200">
            <a:gradFill>
              <a:gsLst>
                <a:gs pos="0">
                  <a:schemeClr val="accent6">
                    <a:lumMod val="0"/>
                    <a:lumOff val="100000"/>
                  </a:schemeClr>
                </a:gs>
                <a:gs pos="100000">
                  <a:schemeClr val="accent6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284151-EDB7-90FB-A8F1-5A3AA0EE10DF}"/>
              </a:ext>
            </a:extLst>
          </p:cNvPr>
          <p:cNvCxnSpPr>
            <a:cxnSpLocks/>
          </p:cNvCxnSpPr>
          <p:nvPr/>
        </p:nvCxnSpPr>
        <p:spPr>
          <a:xfrm flipH="1">
            <a:off x="7749152" y="4260383"/>
            <a:ext cx="1157456" cy="0"/>
          </a:xfrm>
          <a:prstGeom prst="straightConnector1">
            <a:avLst/>
          </a:prstGeom>
          <a:ln w="76200">
            <a:gradFill>
              <a:gsLst>
                <a:gs pos="0">
                  <a:schemeClr val="accent6">
                    <a:lumMod val="0"/>
                    <a:lumOff val="100000"/>
                  </a:schemeClr>
                </a:gs>
                <a:gs pos="100000">
                  <a:schemeClr val="accent6"/>
                </a:gs>
              </a:gsLst>
              <a:lin ang="0" scaled="0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712B20-5328-C114-BDE1-7EFC4B818ECB}"/>
              </a:ext>
            </a:extLst>
          </p:cNvPr>
          <p:cNvSpPr txBox="1"/>
          <p:nvPr/>
        </p:nvSpPr>
        <p:spPr>
          <a:xfrm>
            <a:off x="3312862" y="880534"/>
            <a:ext cx="347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of design phase point -3</a:t>
            </a:r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2F9120-3E55-D311-C04C-5C5D82CFE518}"/>
              </a:ext>
            </a:extLst>
          </p:cNvPr>
          <p:cNvSpPr txBox="1"/>
          <p:nvPr/>
        </p:nvSpPr>
        <p:spPr>
          <a:xfrm>
            <a:off x="7436985" y="795531"/>
            <a:ext cx="461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Admittance amplitude of design phase point -3</a:t>
            </a:r>
            <a:endParaRPr lang="en-NL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53E6781-4C60-BFF4-3755-31772E1E4D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r="51652" b="53864"/>
          <a:stretch>
            <a:fillRect/>
          </a:stretch>
        </p:blipFill>
        <p:spPr>
          <a:xfrm>
            <a:off x="0" y="3739875"/>
            <a:ext cx="3364721" cy="247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2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C71A17-8DE2-1DF1-B065-BAE58F12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19" y="2750314"/>
            <a:ext cx="4747671" cy="3467400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BEB7B7FE-2606-A193-9A0E-D8D79F82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77" y="280013"/>
            <a:ext cx="5376861" cy="711874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Tuned design admittance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023FF1-DE6D-6F38-FD61-972DCE27FE35}"/>
              </a:ext>
            </a:extLst>
          </p:cNvPr>
          <p:cNvGrpSpPr/>
          <p:nvPr/>
        </p:nvGrpSpPr>
        <p:grpSpPr>
          <a:xfrm>
            <a:off x="4390745" y="1190325"/>
            <a:ext cx="3716313" cy="1105479"/>
            <a:chOff x="438445" y="5430416"/>
            <a:chExt cx="5166597" cy="104959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CD086BB-6F4C-DE58-7334-CE719B644235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5B5922C-45EF-81F9-9E97-35EF936754B4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/>
                    <a:t>Design requirement #2: </a:t>
                  </a:r>
                </a:p>
                <a:p>
                  <a:pPr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/>
                    <a:t>Must be tuned to operate at a subwavelength scale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𝑤</m:t>
                      </m:r>
                      <m:r>
                        <a:rPr lang="en-US" sz="16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&lt;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𝑇𝑆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5B5922C-45EF-81F9-9E97-35EF93675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4"/>
                  <a:stretch>
                    <a:fillRect l="-3401" t="-8721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05D96F-BEA1-8AC2-CBEA-9019E9793914}"/>
              </a:ext>
            </a:extLst>
          </p:cNvPr>
          <p:cNvGrpSpPr/>
          <p:nvPr/>
        </p:nvGrpSpPr>
        <p:grpSpPr>
          <a:xfrm>
            <a:off x="8398106" y="1210691"/>
            <a:ext cx="3580303" cy="1105479"/>
            <a:chOff x="438445" y="5430416"/>
            <a:chExt cx="5166597" cy="104959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FC57B4D-C4FF-6265-1628-9B534465664E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63724FE-C3EE-4F89-FC8F-AADAB6D99C3D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#3: 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Tuned to follow #1,#2 at TS wave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=0.0038(295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63724FE-C3EE-4F89-FC8F-AADAB6D99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982005" cy="993711"/>
                </a:xfrm>
                <a:prstGeom prst="rect">
                  <a:avLst/>
                </a:prstGeom>
                <a:blipFill>
                  <a:blip r:embed="rId5"/>
                  <a:stretch>
                    <a:fillRect l="-3710" t="-814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759594-D256-B41A-BB75-56EC90A8D0AA}"/>
              </a:ext>
            </a:extLst>
          </p:cNvPr>
          <p:cNvGrpSpPr/>
          <p:nvPr/>
        </p:nvGrpSpPr>
        <p:grpSpPr>
          <a:xfrm>
            <a:off x="212624" y="1160894"/>
            <a:ext cx="3716313" cy="1105479"/>
            <a:chOff x="438445" y="5430416"/>
            <a:chExt cx="5043796" cy="99371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0BC2EC4-8144-584C-16C4-E5589E4755D3}"/>
                </a:ext>
              </a:extLst>
            </p:cNvPr>
            <p:cNvSpPr/>
            <p:nvPr/>
          </p:nvSpPr>
          <p:spPr>
            <a:xfrm>
              <a:off x="438445" y="5430416"/>
              <a:ext cx="5043796" cy="99371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25F2E4F-E1FB-7931-6DC4-7481E17FEFED}"/>
                    </a:ext>
                  </a:extLst>
                </p:cNvPr>
                <p:cNvSpPr txBox="1"/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</a:rPr>
                    <a:t>Design requirement #1: 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Favorable admittance phase</a:t>
                  </a:r>
                  <a:r>
                    <a:rPr lang="en-US" sz="1600" b="1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−1.833,1.327</m:t>
                          </m:r>
                        </m:e>
                      </m:d>
                    </m:oMath>
                  </a14:m>
                  <a:r>
                    <a:rPr lang="en-US" sz="1600" b="0" dirty="0">
                      <a:solidFill>
                        <a:schemeClr val="tx1"/>
                      </a:solidFill>
                    </a:rPr>
                    <a:t> close to resonance 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25F2E4F-E1FB-7931-6DC4-7481E17FE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37" y="5486300"/>
                  <a:ext cx="4655340" cy="856859"/>
                </a:xfrm>
                <a:prstGeom prst="rect">
                  <a:avLst/>
                </a:prstGeom>
                <a:blipFill>
                  <a:blip r:embed="rId6"/>
                  <a:stretch>
                    <a:fillRect l="-3552" t="-961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D84AF56E-0FCD-753F-5EEF-25BF830A4C38}"/>
              </a:ext>
            </a:extLst>
          </p:cNvPr>
          <p:cNvSpPr/>
          <p:nvPr/>
        </p:nvSpPr>
        <p:spPr>
          <a:xfrm>
            <a:off x="10930725" y="5136824"/>
            <a:ext cx="229982" cy="1880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3E44CB-EE6B-6047-13D9-21B1FC6C663B}"/>
              </a:ext>
            </a:extLst>
          </p:cNvPr>
          <p:cNvCxnSpPr>
            <a:cxnSpLocks/>
          </p:cNvCxnSpPr>
          <p:nvPr/>
        </p:nvCxnSpPr>
        <p:spPr>
          <a:xfrm flipH="1">
            <a:off x="10476847" y="5324882"/>
            <a:ext cx="504678" cy="1003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B034A6-A769-00EE-A691-D3C0E3A905E6}"/>
              </a:ext>
            </a:extLst>
          </p:cNvPr>
          <p:cNvSpPr txBox="1"/>
          <p:nvPr/>
        </p:nvSpPr>
        <p:spPr>
          <a:xfrm>
            <a:off x="8524955" y="6328084"/>
            <a:ext cx="19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Design phase point</a:t>
            </a:r>
            <a:endParaRPr lang="en-N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D2B76B-E1C0-ED18-8934-DFED53259D96}"/>
              </a:ext>
            </a:extLst>
          </p:cNvPr>
          <p:cNvSpPr txBox="1"/>
          <p:nvPr/>
        </p:nvSpPr>
        <p:spPr>
          <a:xfrm>
            <a:off x="3484659" y="3631162"/>
            <a:ext cx="3894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The coupled resonance phenomena </a:t>
            </a:r>
            <a:r>
              <a:rPr lang="en-US" dirty="0">
                <a:solidFill>
                  <a:srgbClr val="FF0000"/>
                </a:solidFill>
                <a:latin typeface="Aptos" panose="020B0004020202020204" pitchFamily="34" charset="0"/>
              </a:rPr>
              <a:t>doesn’t give us an amplitude advantage</a:t>
            </a:r>
            <a:r>
              <a:rPr lang="en-US" dirty="0">
                <a:latin typeface="Aptos" panose="020B0004020202020204" pitchFamily="34" charset="0"/>
              </a:rPr>
              <a:t> either</a:t>
            </a:r>
            <a:endParaRPr lang="en-NL" dirty="0">
              <a:latin typeface="Aptos" panose="020B0004020202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F7322D7-7C8C-7E5A-2ADF-186A06A2D738}"/>
              </a:ext>
            </a:extLst>
          </p:cNvPr>
          <p:cNvGrpSpPr/>
          <p:nvPr/>
        </p:nvGrpSpPr>
        <p:grpSpPr>
          <a:xfrm>
            <a:off x="223858" y="2435380"/>
            <a:ext cx="3361001" cy="3420132"/>
            <a:chOff x="2811210" y="842636"/>
            <a:chExt cx="5292514" cy="538562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61D67E6-3110-0FCD-4A9B-BBEFFC1C6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60197" y="1207118"/>
              <a:ext cx="1415893" cy="44836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57AF09B-8AE5-F427-7804-E3FB903410E7}"/>
                    </a:ext>
                  </a:extLst>
                </p:cNvPr>
                <p:cNvSpPr txBox="1"/>
                <p:nvPr/>
              </p:nvSpPr>
              <p:spPr>
                <a:xfrm>
                  <a:off x="4805567" y="5920486"/>
                  <a:ext cx="2046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57AF09B-8AE5-F427-7804-E3FB90341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5567" y="5920486"/>
                  <a:ext cx="204623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127273" b="-4545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9F53469-5108-723B-81D1-E12B3D3E2CF2}"/>
                </a:ext>
              </a:extLst>
            </p:cNvPr>
            <p:cNvCxnSpPr>
              <a:cxnSpLocks/>
            </p:cNvCxnSpPr>
            <p:nvPr/>
          </p:nvCxnSpPr>
          <p:spPr>
            <a:xfrm>
              <a:off x="4088960" y="1435377"/>
              <a:ext cx="0" cy="406780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D1D3A8C-A447-7E88-F693-68ADCE6FBED8}"/>
                    </a:ext>
                  </a:extLst>
                </p:cNvPr>
                <p:cNvSpPr txBox="1"/>
                <p:nvPr/>
              </p:nvSpPr>
              <p:spPr>
                <a:xfrm rot="16200000">
                  <a:off x="3857806" y="3656113"/>
                  <a:ext cx="15453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D1D3A8C-A447-7E88-F693-68ADCE6FB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857806" y="3656113"/>
                  <a:ext cx="154531" cy="307777"/>
                </a:xfrm>
                <a:prstGeom prst="rect">
                  <a:avLst/>
                </a:prstGeom>
                <a:blipFill>
                  <a:blip r:embed="rId9"/>
                  <a:stretch>
                    <a:fillRect t="-168750" r="-46875" b="-125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9051DA2-1E11-7D58-23C8-5382263C4EFA}"/>
                </a:ext>
              </a:extLst>
            </p:cNvPr>
            <p:cNvCxnSpPr>
              <a:cxnSpLocks/>
            </p:cNvCxnSpPr>
            <p:nvPr/>
          </p:nvCxnSpPr>
          <p:spPr>
            <a:xfrm>
              <a:off x="4779370" y="2213314"/>
              <a:ext cx="51816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661DF6-EF63-2F98-BFD4-1E5D56C529AB}"/>
                    </a:ext>
                  </a:extLst>
                </p:cNvPr>
                <p:cNvSpPr txBox="1"/>
                <p:nvPr/>
              </p:nvSpPr>
              <p:spPr>
                <a:xfrm>
                  <a:off x="5793936" y="1817421"/>
                  <a:ext cx="2046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661DF6-EF63-2F98-BFD4-1E5D56C5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3936" y="1817421"/>
                  <a:ext cx="204623" cy="307777"/>
                </a:xfrm>
                <a:prstGeom prst="rect">
                  <a:avLst/>
                </a:prstGeom>
                <a:blipFill>
                  <a:blip r:embed="rId10"/>
                  <a:stretch>
                    <a:fillRect r="-127273" b="-500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1639AA0-F16A-F785-EFB9-71109821BD9B}"/>
                </a:ext>
              </a:extLst>
            </p:cNvPr>
            <p:cNvCxnSpPr>
              <a:cxnSpLocks/>
            </p:cNvCxnSpPr>
            <p:nvPr/>
          </p:nvCxnSpPr>
          <p:spPr>
            <a:xfrm>
              <a:off x="4760310" y="5669413"/>
              <a:ext cx="57200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89F0A1E-31B7-A499-B52F-4DC0840FAC41}"/>
                    </a:ext>
                  </a:extLst>
                </p:cNvPr>
                <p:cNvSpPr txBox="1"/>
                <p:nvPr/>
              </p:nvSpPr>
              <p:spPr>
                <a:xfrm>
                  <a:off x="4809756" y="5619207"/>
                  <a:ext cx="2046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89F0A1E-31B7-A499-B52F-4DC0840FA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9756" y="5619207"/>
                  <a:ext cx="204623" cy="307777"/>
                </a:xfrm>
                <a:prstGeom prst="rect">
                  <a:avLst/>
                </a:prstGeom>
                <a:blipFill>
                  <a:blip r:embed="rId11"/>
                  <a:stretch>
                    <a:fillRect r="-133333" b="-500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36B4C63-E6F6-E031-71BF-BB3DDF41310F}"/>
                </a:ext>
              </a:extLst>
            </p:cNvPr>
            <p:cNvCxnSpPr>
              <a:cxnSpLocks/>
            </p:cNvCxnSpPr>
            <p:nvPr/>
          </p:nvCxnSpPr>
          <p:spPr>
            <a:xfrm>
              <a:off x="5719257" y="1453483"/>
              <a:ext cx="0" cy="47576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8C593C3-6940-8D22-A349-BD68498922A2}"/>
                    </a:ext>
                  </a:extLst>
                </p:cNvPr>
                <p:cNvSpPr txBox="1"/>
                <p:nvPr/>
              </p:nvSpPr>
              <p:spPr>
                <a:xfrm rot="16200000">
                  <a:off x="5863374" y="1601208"/>
                  <a:ext cx="19291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8C593C3-6940-8D22-A349-BD6849892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863374" y="1601208"/>
                  <a:ext cx="192916" cy="307777"/>
                </a:xfrm>
                <a:prstGeom prst="rect">
                  <a:avLst/>
                </a:prstGeom>
                <a:blipFill>
                  <a:blip r:embed="rId12"/>
                  <a:stretch>
                    <a:fillRect t="-125000" r="-4687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962D44-EA3C-8087-77E0-B65C1E6B0223}"/>
                </a:ext>
              </a:extLst>
            </p:cNvPr>
            <p:cNvCxnSpPr/>
            <p:nvPr/>
          </p:nvCxnSpPr>
          <p:spPr>
            <a:xfrm>
              <a:off x="4831957" y="1929251"/>
              <a:ext cx="1007310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E83724B-E820-35E1-1C94-E296EAA6A3A9}"/>
                </a:ext>
              </a:extLst>
            </p:cNvPr>
            <p:cNvCxnSpPr>
              <a:cxnSpLocks/>
            </p:cNvCxnSpPr>
            <p:nvPr/>
          </p:nvCxnSpPr>
          <p:spPr>
            <a:xfrm>
              <a:off x="5500485" y="1426138"/>
              <a:ext cx="338782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5CBB583-81F5-5BF2-F6B9-E5CD7A3F200C}"/>
                </a:ext>
              </a:extLst>
            </p:cNvPr>
            <p:cNvCxnSpPr>
              <a:cxnSpLocks/>
            </p:cNvCxnSpPr>
            <p:nvPr/>
          </p:nvCxnSpPr>
          <p:spPr>
            <a:xfrm>
              <a:off x="5745799" y="5178400"/>
              <a:ext cx="0" cy="39339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344F4DB-88A6-487D-D93A-D08E3DB51F4C}"/>
                    </a:ext>
                  </a:extLst>
                </p:cNvPr>
                <p:cNvSpPr txBox="1"/>
                <p:nvPr/>
              </p:nvSpPr>
              <p:spPr>
                <a:xfrm rot="16200000">
                  <a:off x="5583920" y="5221209"/>
                  <a:ext cx="51593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344F4DB-88A6-487D-D93A-D08E3DB51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583920" y="5221209"/>
                  <a:ext cx="515935" cy="307777"/>
                </a:xfrm>
                <a:prstGeom prst="rect">
                  <a:avLst/>
                </a:prstGeom>
                <a:blipFill>
                  <a:blip r:embed="rId13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8D0232D-8513-FDD6-4DF9-21D9A2FC68B8}"/>
                </a:ext>
              </a:extLst>
            </p:cNvPr>
            <p:cNvCxnSpPr>
              <a:cxnSpLocks/>
            </p:cNvCxnSpPr>
            <p:nvPr/>
          </p:nvCxnSpPr>
          <p:spPr>
            <a:xfrm>
              <a:off x="5132545" y="5178400"/>
              <a:ext cx="674574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734623D-7603-16FF-6B98-A7A569784B1C}"/>
                </a:ext>
              </a:extLst>
            </p:cNvPr>
            <p:cNvCxnSpPr>
              <a:cxnSpLocks/>
            </p:cNvCxnSpPr>
            <p:nvPr/>
          </p:nvCxnSpPr>
          <p:spPr>
            <a:xfrm>
              <a:off x="5573877" y="5592966"/>
              <a:ext cx="19671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872DEFF-CAED-2910-0C0E-A75F5520DB0A}"/>
                </a:ext>
              </a:extLst>
            </p:cNvPr>
            <p:cNvCxnSpPr>
              <a:cxnSpLocks/>
            </p:cNvCxnSpPr>
            <p:nvPr/>
          </p:nvCxnSpPr>
          <p:spPr>
            <a:xfrm>
              <a:off x="4505283" y="5972667"/>
              <a:ext cx="105750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99ACA80-CD79-83A4-8DC8-6FABD40B9C65}"/>
                </a:ext>
              </a:extLst>
            </p:cNvPr>
            <p:cNvCxnSpPr>
              <a:cxnSpLocks/>
            </p:cNvCxnSpPr>
            <p:nvPr/>
          </p:nvCxnSpPr>
          <p:spPr>
            <a:xfrm>
              <a:off x="4502574" y="5159841"/>
              <a:ext cx="0" cy="952411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605542C-E359-CB34-8B72-144BCD46E5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341" y="5176983"/>
              <a:ext cx="4347" cy="935269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D88FC83-E2B7-2745-CF61-795CD94A7910}"/>
                    </a:ext>
                  </a:extLst>
                </p:cNvPr>
                <p:cNvSpPr txBox="1"/>
                <p:nvPr/>
              </p:nvSpPr>
              <p:spPr>
                <a:xfrm>
                  <a:off x="4912068" y="842636"/>
                  <a:ext cx="3231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D88FC83-E2B7-2745-CF61-795CD94A7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068" y="842636"/>
                  <a:ext cx="323102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24242" b="-5937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90C0EC5-89CD-C720-D821-C1951FD13A43}"/>
                </a:ext>
              </a:extLst>
            </p:cNvPr>
            <p:cNvCxnSpPr/>
            <p:nvPr/>
          </p:nvCxnSpPr>
          <p:spPr>
            <a:xfrm flipH="1" flipV="1">
              <a:off x="4279083" y="1160051"/>
              <a:ext cx="290948" cy="2660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AEF82D-6D6A-1A74-CC4A-8062866AA48A}"/>
                    </a:ext>
                  </a:extLst>
                </p:cNvPr>
                <p:cNvSpPr txBox="1"/>
                <p:nvPr/>
              </p:nvSpPr>
              <p:spPr>
                <a:xfrm>
                  <a:off x="3935071" y="868277"/>
                  <a:ext cx="31771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oMath>
                    </m:oMathPara>
                  </a14:m>
                  <a:endParaRPr lang="en-NL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AEF82D-6D6A-1A74-CC4A-8062866AA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5071" y="868277"/>
                  <a:ext cx="317716" cy="307777"/>
                </a:xfrm>
                <a:prstGeom prst="rect">
                  <a:avLst/>
                </a:prstGeom>
                <a:blipFill>
                  <a:blip r:embed="rId15"/>
                  <a:stretch>
                    <a:fillRect r="-24242" b="-4062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5C482C8-89BA-E4E1-F95B-2D307501F78D}"/>
                </a:ext>
              </a:extLst>
            </p:cNvPr>
            <p:cNvCxnSpPr>
              <a:cxnSpLocks/>
            </p:cNvCxnSpPr>
            <p:nvPr/>
          </p:nvCxnSpPr>
          <p:spPr>
            <a:xfrm>
              <a:off x="4555124" y="1152130"/>
              <a:ext cx="0" cy="283249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CDD2D9B-9B72-1641-637B-E0AD3409095E}"/>
                </a:ext>
              </a:extLst>
            </p:cNvPr>
            <p:cNvCxnSpPr>
              <a:cxnSpLocks/>
            </p:cNvCxnSpPr>
            <p:nvPr/>
          </p:nvCxnSpPr>
          <p:spPr>
            <a:xfrm>
              <a:off x="4850777" y="1152130"/>
              <a:ext cx="0" cy="283249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6FA4531-BA93-616F-5736-E131E40425F0}"/>
                </a:ext>
              </a:extLst>
            </p:cNvPr>
            <p:cNvCxnSpPr>
              <a:cxnSpLocks/>
            </p:cNvCxnSpPr>
            <p:nvPr/>
          </p:nvCxnSpPr>
          <p:spPr>
            <a:xfrm>
              <a:off x="5134363" y="1152130"/>
              <a:ext cx="0" cy="283249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28FFB59-F9EC-AC6C-2407-53C986107243}"/>
                </a:ext>
              </a:extLst>
            </p:cNvPr>
            <p:cNvCxnSpPr>
              <a:cxnSpLocks/>
            </p:cNvCxnSpPr>
            <p:nvPr/>
          </p:nvCxnSpPr>
          <p:spPr>
            <a:xfrm>
              <a:off x="5458420" y="1150180"/>
              <a:ext cx="0" cy="283249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A9E3705-0EF9-83C6-6FB5-F98F0C5A1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1689" y="2213313"/>
              <a:ext cx="794311" cy="1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BAD3DF7-E684-309C-DCF1-BF316AD8E44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629" y="1755096"/>
              <a:ext cx="0" cy="556292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3DCAA53-AF0E-837B-7EDE-9DEE143D0E99}"/>
                </a:ext>
              </a:extLst>
            </p:cNvPr>
            <p:cNvCxnSpPr>
              <a:cxnSpLocks/>
            </p:cNvCxnSpPr>
            <p:nvPr/>
          </p:nvCxnSpPr>
          <p:spPr>
            <a:xfrm>
              <a:off x="5297530" y="1755096"/>
              <a:ext cx="0" cy="556292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269E289-F9B5-7CBA-61E0-2F9C0AA2E2CA}"/>
                </a:ext>
              </a:extLst>
            </p:cNvPr>
            <p:cNvCxnSpPr>
              <a:cxnSpLocks/>
            </p:cNvCxnSpPr>
            <p:nvPr/>
          </p:nvCxnSpPr>
          <p:spPr>
            <a:xfrm>
              <a:off x="3880550" y="1438313"/>
              <a:ext cx="674574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0A08C8F-DB46-BA10-8A53-EF768C2183EB}"/>
                </a:ext>
              </a:extLst>
            </p:cNvPr>
            <p:cNvCxnSpPr>
              <a:cxnSpLocks/>
            </p:cNvCxnSpPr>
            <p:nvPr/>
          </p:nvCxnSpPr>
          <p:spPr>
            <a:xfrm>
              <a:off x="3880550" y="5534243"/>
              <a:ext cx="674574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B5BBA451-446A-30B6-4FBD-5C8E516A2251}"/>
                </a:ext>
              </a:extLst>
            </p:cNvPr>
            <p:cNvCxnSpPr>
              <a:cxnSpLocks/>
              <a:endCxn id="56" idx="3"/>
            </p:cNvCxnSpPr>
            <p:nvPr/>
          </p:nvCxnSpPr>
          <p:spPr>
            <a:xfrm flipH="1">
              <a:off x="3960811" y="2900587"/>
              <a:ext cx="553243" cy="1503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3563AD1-19BC-77E6-A441-6FF68B0A5FD0}"/>
                </a:ext>
              </a:extLst>
            </p:cNvPr>
            <p:cNvCxnSpPr>
              <a:cxnSpLocks/>
            </p:cNvCxnSpPr>
            <p:nvPr/>
          </p:nvCxnSpPr>
          <p:spPr>
            <a:xfrm>
              <a:off x="5573877" y="2921174"/>
              <a:ext cx="5221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38F426E-11B5-B655-326A-E43C94ED0657}"/>
                </a:ext>
              </a:extLst>
            </p:cNvPr>
            <p:cNvSpPr txBox="1"/>
            <p:nvPr/>
          </p:nvSpPr>
          <p:spPr>
            <a:xfrm>
              <a:off x="2811210" y="2638979"/>
              <a:ext cx="1149601" cy="8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Fixed side</a:t>
              </a:r>
              <a:endParaRPr lang="en-NL" sz="14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2BD192D-E096-765C-4E59-D744E892F99C}"/>
                </a:ext>
              </a:extLst>
            </p:cNvPr>
            <p:cNvSpPr txBox="1"/>
            <p:nvPr/>
          </p:nvSpPr>
          <p:spPr>
            <a:xfrm>
              <a:off x="6066225" y="2638979"/>
              <a:ext cx="1307526" cy="8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Fixed side</a:t>
              </a:r>
              <a:endParaRPr lang="en-NL" sz="1400" dirty="0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FE5B228-E452-EC1E-ED32-7D95AF061EF7}"/>
                </a:ext>
              </a:extLst>
            </p:cNvPr>
            <p:cNvCxnSpPr>
              <a:cxnSpLocks/>
            </p:cNvCxnSpPr>
            <p:nvPr/>
          </p:nvCxnSpPr>
          <p:spPr>
            <a:xfrm>
              <a:off x="5458420" y="4012929"/>
              <a:ext cx="8986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B6D2A4A-D653-260B-3CAD-79005A319CAA}"/>
                </a:ext>
              </a:extLst>
            </p:cNvPr>
            <p:cNvSpPr txBox="1"/>
            <p:nvPr/>
          </p:nvSpPr>
          <p:spPr>
            <a:xfrm>
              <a:off x="6327285" y="3730732"/>
              <a:ext cx="1307526" cy="8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Soft element</a:t>
              </a:r>
              <a:endParaRPr lang="en-NL" sz="1400" dirty="0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F6EBDCBD-410C-9169-C4BD-B2BB3B7D5101}"/>
                </a:ext>
              </a:extLst>
            </p:cNvPr>
            <p:cNvCxnSpPr>
              <a:cxnSpLocks/>
            </p:cNvCxnSpPr>
            <p:nvPr/>
          </p:nvCxnSpPr>
          <p:spPr>
            <a:xfrm>
              <a:off x="5182368" y="1456308"/>
              <a:ext cx="1288289" cy="155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15F620-7186-C024-019E-B08D15ED776B}"/>
                </a:ext>
              </a:extLst>
            </p:cNvPr>
            <p:cNvSpPr txBox="1"/>
            <p:nvPr/>
          </p:nvSpPr>
          <p:spPr>
            <a:xfrm>
              <a:off x="6566560" y="1265028"/>
              <a:ext cx="1537164" cy="8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rigid element-2</a:t>
              </a:r>
              <a:endParaRPr lang="en-NL" sz="1400" dirty="0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9C7B8FB-2021-FA0F-4657-765DAA3766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6401" y="5017474"/>
              <a:ext cx="1296364" cy="117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0C106A6-097D-22E2-0222-5537CDBDC8EC}"/>
                </a:ext>
              </a:extLst>
            </p:cNvPr>
            <p:cNvSpPr txBox="1"/>
            <p:nvPr/>
          </p:nvSpPr>
          <p:spPr>
            <a:xfrm>
              <a:off x="6470656" y="4740157"/>
              <a:ext cx="1537164" cy="82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rigid element-1</a:t>
              </a:r>
              <a:endParaRPr lang="en-N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2947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347BA-06FA-E694-D6A7-084CEC6C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107524-B622-3614-92ED-88F0687EA19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Segoe UI Light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907EB82F-9E69-B466-7460-60D7948BA349}"/>
              </a:ext>
            </a:extLst>
          </p:cNvPr>
          <p:cNvSpPr/>
          <p:nvPr/>
        </p:nvSpPr>
        <p:spPr>
          <a:xfrm>
            <a:off x="4588088" y="954779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CF91BF7-0B2C-5036-CD93-7DE21610C7DE}"/>
              </a:ext>
            </a:extLst>
          </p:cNvPr>
          <p:cNvSpPr/>
          <p:nvPr/>
        </p:nvSpPr>
        <p:spPr>
          <a:xfrm>
            <a:off x="4588088" y="1670823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5F91F88F-483F-01F0-E905-0240B12BEFB9}"/>
              </a:ext>
            </a:extLst>
          </p:cNvPr>
          <p:cNvSpPr/>
          <p:nvPr/>
        </p:nvSpPr>
        <p:spPr>
          <a:xfrm>
            <a:off x="4588088" y="2386867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B252122F-7739-5708-3A59-6EFF9F28EDB3}"/>
              </a:ext>
            </a:extLst>
          </p:cNvPr>
          <p:cNvSpPr/>
          <p:nvPr/>
        </p:nvSpPr>
        <p:spPr>
          <a:xfrm>
            <a:off x="4588088" y="3102911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D0642F-CDD5-B7F1-320A-01D9A1EDA1DD}"/>
              </a:ext>
            </a:extLst>
          </p:cNvPr>
          <p:cNvCxnSpPr>
            <a:cxnSpLocks/>
          </p:cNvCxnSpPr>
          <p:nvPr/>
        </p:nvCxnSpPr>
        <p:spPr>
          <a:xfrm>
            <a:off x="9134096" y="976704"/>
            <a:ext cx="0" cy="5019915"/>
          </a:xfrm>
          <a:prstGeom prst="line">
            <a:avLst/>
          </a:prstGeom>
          <a:ln w="635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8000">
                  <a:schemeClr val="accent1"/>
                </a:gs>
                <a:gs pos="38000">
                  <a:srgbClr val="00B0F0"/>
                </a:gs>
                <a:gs pos="100000">
                  <a:schemeClr val="bg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B4AB9AD-391E-6ACB-7D69-D54D0E015935}"/>
              </a:ext>
            </a:extLst>
          </p:cNvPr>
          <p:cNvSpPr/>
          <p:nvPr/>
        </p:nvSpPr>
        <p:spPr>
          <a:xfrm>
            <a:off x="768450" y="984311"/>
            <a:ext cx="8183868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Background and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research gap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9C09C8-9866-EDB5-9569-19C799256C73}"/>
              </a:ext>
            </a:extLst>
          </p:cNvPr>
          <p:cNvSpPr/>
          <p:nvPr/>
        </p:nvSpPr>
        <p:spPr>
          <a:xfrm>
            <a:off x="5169446" y="170035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b="1">
                <a:solidFill>
                  <a:srgbClr val="00A6D6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Research questions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E7EC99F-CEE0-FC5E-DEDC-122A7D04DA20}"/>
              </a:ext>
            </a:extLst>
          </p:cNvPr>
          <p:cNvSpPr/>
          <p:nvPr/>
        </p:nvSpPr>
        <p:spPr>
          <a:xfrm>
            <a:off x="5169446" y="2416399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Methodology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2051805-7B46-C60E-1C91-3027CDFE9CAC}"/>
              </a:ext>
            </a:extLst>
          </p:cNvPr>
          <p:cNvSpPr/>
          <p:nvPr/>
        </p:nvSpPr>
        <p:spPr>
          <a:xfrm>
            <a:off x="5169446" y="3132443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Stage-I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D546199-8718-3AFA-F53B-EA782ED19DFD}"/>
              </a:ext>
            </a:extLst>
          </p:cNvPr>
          <p:cNvSpPr/>
          <p:nvPr/>
        </p:nvSpPr>
        <p:spPr>
          <a:xfrm>
            <a:off x="5169446" y="3848487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rgbClr val="000000">
                    <a:alpha val="25000"/>
                  </a:srgbClr>
                </a:solidFill>
                <a:latin typeface="Arial" panose="020B0604020202020204"/>
              </a:rPr>
              <a:t>Stage-II</a:t>
            </a:r>
            <a:endParaRPr lang="en-NL" sz="2000" b="1" dirty="0">
              <a:solidFill>
                <a:srgbClr val="000000">
                  <a:alpha val="25000"/>
                </a:srgbClr>
              </a:solidFill>
              <a:latin typeface="Arial" panose="020B060402020202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A919997-9A76-F92A-2ECE-1709399C7AD7}"/>
              </a:ext>
            </a:extLst>
          </p:cNvPr>
          <p:cNvSpPr/>
          <p:nvPr/>
        </p:nvSpPr>
        <p:spPr>
          <a:xfrm>
            <a:off x="5169446" y="4564531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srgbClr val="000000"/>
                </a:solidFill>
                <a:latin typeface="Arial" panose="020B0604020202020204"/>
              </a:rPr>
              <a:t>Stage-III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5F84E41-3B63-1E3B-5A0F-BF27C61472FE}"/>
              </a:ext>
            </a:extLst>
          </p:cNvPr>
          <p:cNvSpPr/>
          <p:nvPr/>
        </p:nvSpPr>
        <p:spPr>
          <a:xfrm>
            <a:off x="5169446" y="528057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b="1">
                <a:solidFill>
                  <a:srgbClr val="00A6D6"/>
                </a:solidFill>
              </a:defRPr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Conclusions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F88E11-6029-B30F-8CE2-9157C88225A4}"/>
              </a:ext>
            </a:extLst>
          </p:cNvPr>
          <p:cNvSpPr/>
          <p:nvPr/>
        </p:nvSpPr>
        <p:spPr>
          <a:xfrm>
            <a:off x="9046466" y="4812840"/>
            <a:ext cx="184149" cy="168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227AFD-401D-CCA8-A307-6A3933989FED}"/>
              </a:ext>
            </a:extLst>
          </p:cNvPr>
          <p:cNvSpPr/>
          <p:nvPr/>
        </p:nvSpPr>
        <p:spPr>
          <a:xfrm>
            <a:off x="9076903" y="1986388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11F0AE-B677-41B8-786D-80F0C66C6DF5}"/>
              </a:ext>
            </a:extLst>
          </p:cNvPr>
          <p:cNvSpPr/>
          <p:nvPr/>
        </p:nvSpPr>
        <p:spPr>
          <a:xfrm>
            <a:off x="9076903" y="123844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35235B-AA95-96AF-8CF7-BD09BCE998F4}"/>
              </a:ext>
            </a:extLst>
          </p:cNvPr>
          <p:cNvSpPr/>
          <p:nvPr/>
        </p:nvSpPr>
        <p:spPr>
          <a:xfrm>
            <a:off x="9071823" y="270243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F625B90-52CC-A3AD-B32F-728364E5340D}"/>
              </a:ext>
            </a:extLst>
          </p:cNvPr>
          <p:cNvSpPr/>
          <p:nvPr/>
        </p:nvSpPr>
        <p:spPr>
          <a:xfrm>
            <a:off x="9081348" y="33796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9FE372-0CE0-6ED8-7548-77F4400FC40A}"/>
              </a:ext>
            </a:extLst>
          </p:cNvPr>
          <p:cNvSpPr/>
          <p:nvPr/>
        </p:nvSpPr>
        <p:spPr>
          <a:xfrm>
            <a:off x="9071823" y="4142386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E44A4A-FE70-E5B0-E45A-DECB675BACCF}"/>
              </a:ext>
            </a:extLst>
          </p:cNvPr>
          <p:cNvSpPr/>
          <p:nvPr/>
        </p:nvSpPr>
        <p:spPr>
          <a:xfrm>
            <a:off x="9064203" y="5566607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57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7F90-E0D0-21A9-065D-F6E315DD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99FCC9-DCF0-848D-4AD4-DADD53D529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2566" y="1211262"/>
            <a:ext cx="9166168" cy="4435476"/>
          </a:xfrm>
        </p:spPr>
        <p:txBody>
          <a:bodyPr vert="horz" lIns="91440" tIns="45720" rIns="91440" bIns="45720" rtlCol="0">
            <a:normAutofit/>
          </a:bodyPr>
          <a:lstStyle/>
          <a:p>
            <a:pPr marL="70485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To </a:t>
            </a:r>
            <a:r>
              <a:rPr lang="en-US" sz="1800" b="1" dirty="0">
                <a:latin typeface="Aptos" panose="020B0004020202020204" pitchFamily="34" charset="0"/>
                <a:cs typeface="Arial" panose="020B0604020202020204" pitchFamily="34" charset="0"/>
              </a:rPr>
              <a:t>find the order of TS wave attenuation achievable from the composite resonators</a:t>
            </a:r>
            <a:endParaRPr lang="en-NL" sz="1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39755F-157C-88A4-B894-59030E6B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66" y="277954"/>
            <a:ext cx="3121352" cy="517913"/>
          </a:xfrm>
          <a:noFill/>
          <a:ln>
            <a:noFill/>
          </a:ln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Objectives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095D753-1B07-95F4-457A-849E7614D494}"/>
              </a:ext>
            </a:extLst>
          </p:cNvPr>
          <p:cNvSpPr txBox="1">
            <a:spLocks/>
          </p:cNvSpPr>
          <p:nvPr/>
        </p:nvSpPr>
        <p:spPr>
          <a:xfrm>
            <a:off x="11409210" y="64564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843DB9-9987-4157-AB9C-CEA8D7D910BB}" type="slidenum">
              <a:rPr lang="en-GB" smtClean="0">
                <a:solidFill>
                  <a:srgbClr val="000000"/>
                </a:solidFill>
                <a:latin typeface="Arial" panose="020B0604020202020204"/>
              </a:rPr>
              <a:pPr/>
              <a:t>40</a:t>
            </a:fld>
            <a:endParaRPr lang="en-GB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0914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0AB84C-4099-DFF5-F907-8986EC14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28" y="43950"/>
            <a:ext cx="7846223" cy="711874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TS wave attenuation </a:t>
            </a:r>
            <a:r>
              <a:rPr lang="en-US" sz="3600" b="1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from SMCR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8E049-C93F-A50B-680E-2DE8469F8D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8"/>
          <a:stretch>
            <a:fillRect/>
          </a:stretch>
        </p:blipFill>
        <p:spPr>
          <a:xfrm>
            <a:off x="1812945" y="763035"/>
            <a:ext cx="3436780" cy="246185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7BF602-CC96-4D03-2608-37BEB13EFDFC}"/>
              </a:ext>
            </a:extLst>
          </p:cNvPr>
          <p:cNvGrpSpPr/>
          <p:nvPr/>
        </p:nvGrpSpPr>
        <p:grpSpPr>
          <a:xfrm>
            <a:off x="178556" y="3771361"/>
            <a:ext cx="6355896" cy="2540530"/>
            <a:chOff x="178556" y="3771361"/>
            <a:chExt cx="6355896" cy="25405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E131312-6266-8A8F-5EB0-F5C0E6E4B545}"/>
                    </a:ext>
                  </a:extLst>
                </p:cNvPr>
                <p:cNvSpPr txBox="1"/>
                <p:nvPr/>
              </p:nvSpPr>
              <p:spPr>
                <a:xfrm>
                  <a:off x="3426389" y="6033477"/>
                  <a:ext cx="54267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E131312-6266-8A8F-5EB0-F5C0E6E4B5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389" y="6033477"/>
                  <a:ext cx="542670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B9A24A-6CFF-7D50-00E6-4C194E0F3766}"/>
                </a:ext>
              </a:extLst>
            </p:cNvPr>
            <p:cNvSpPr txBox="1"/>
            <p:nvPr/>
          </p:nvSpPr>
          <p:spPr>
            <a:xfrm>
              <a:off x="1577990" y="4154332"/>
              <a:ext cx="3906691" cy="3269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NL" sz="1600" dirty="0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AA9AAF-8118-5452-C614-4C9A099DC66F}"/>
                </a:ext>
              </a:extLst>
            </p:cNvPr>
            <p:cNvSpPr/>
            <p:nvPr/>
          </p:nvSpPr>
          <p:spPr>
            <a:xfrm>
              <a:off x="1426992" y="5658502"/>
              <a:ext cx="4621972" cy="309240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AADF0A-9B75-6174-D99E-EF9B902880BB}"/>
                </a:ext>
              </a:extLst>
            </p:cNvPr>
            <p:cNvSpPr/>
            <p:nvPr/>
          </p:nvSpPr>
          <p:spPr>
            <a:xfrm>
              <a:off x="1417103" y="3967974"/>
              <a:ext cx="4607089" cy="1699357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B69697-D337-ECAA-B053-F9CE7DB30E4D}"/>
                </a:ext>
              </a:extLst>
            </p:cNvPr>
            <p:cNvSpPr/>
            <p:nvPr/>
          </p:nvSpPr>
          <p:spPr>
            <a:xfrm>
              <a:off x="3455300" y="5657998"/>
              <a:ext cx="394746" cy="312736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3389431-590A-225B-343D-E1728B454564}"/>
                </a:ext>
              </a:extLst>
            </p:cNvPr>
            <p:cNvCxnSpPr>
              <a:cxnSpLocks/>
            </p:cNvCxnSpPr>
            <p:nvPr/>
          </p:nvCxnSpPr>
          <p:spPr>
            <a:xfrm>
              <a:off x="2340527" y="3838533"/>
              <a:ext cx="3679811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AD4A5A9-A753-B389-1D63-CCDEB2A60767}"/>
                </a:ext>
              </a:extLst>
            </p:cNvPr>
            <p:cNvCxnSpPr>
              <a:cxnSpLocks/>
            </p:cNvCxnSpPr>
            <p:nvPr/>
          </p:nvCxnSpPr>
          <p:spPr>
            <a:xfrm>
              <a:off x="6163409" y="3937522"/>
              <a:ext cx="0" cy="176910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421E47-D24E-0390-45F6-078BDC91249D}"/>
                </a:ext>
              </a:extLst>
            </p:cNvPr>
            <p:cNvSpPr txBox="1"/>
            <p:nvPr/>
          </p:nvSpPr>
          <p:spPr>
            <a:xfrm rot="5400000">
              <a:off x="6210810" y="4719254"/>
              <a:ext cx="348020" cy="299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Aptos" panose="02110004020202020204"/>
                </a:rPr>
                <a:t>H</a:t>
              </a:r>
              <a:endParaRPr lang="en-NL" sz="12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374E9F5-41DE-F14A-1D71-C4A42F355C8B}"/>
                </a:ext>
              </a:extLst>
            </p:cNvPr>
            <p:cNvSpPr/>
            <p:nvPr/>
          </p:nvSpPr>
          <p:spPr>
            <a:xfrm>
              <a:off x="3372973" y="5656274"/>
              <a:ext cx="559398" cy="31535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LRU</a:t>
              </a:r>
              <a:endParaRPr kumimoji="0" lang="en-NL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28C3494-986D-AE4A-4284-13EC5A67B8D9}"/>
                </a:ext>
              </a:extLst>
            </p:cNvPr>
            <p:cNvCxnSpPr>
              <a:cxnSpLocks/>
            </p:cNvCxnSpPr>
            <p:nvPr/>
          </p:nvCxnSpPr>
          <p:spPr>
            <a:xfrm>
              <a:off x="2094555" y="5657999"/>
              <a:ext cx="3925784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33BAB2B-9418-8244-1C3A-0691BEEFC1F6}"/>
                </a:ext>
              </a:extLst>
            </p:cNvPr>
            <p:cNvGrpSpPr/>
            <p:nvPr/>
          </p:nvGrpSpPr>
          <p:grpSpPr>
            <a:xfrm>
              <a:off x="1414103" y="5653004"/>
              <a:ext cx="4507621" cy="164860"/>
              <a:chOff x="1496234" y="2941320"/>
              <a:chExt cx="4172259" cy="167639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0CEC5202-065B-1BE7-307F-F82E2A1E96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3294FF3-7202-2117-8F2D-4E1D1695AB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BC5FA58-7184-175B-C4BF-819D539597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F6449F3-D713-3ECF-3DC1-C269E2546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097087E-114E-9ED7-4AAD-D43D61BD4D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611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CA610EA-3511-64F9-DD23-55098C1067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75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8EA4DEF-AE46-CCA4-0AF4-A7EED3D5A4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64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766AD4FD-5A9D-A698-D639-4B3D2D53FE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9250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5F86BA2E-E49F-E788-394A-A8B34C0CC0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08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333C9B7-9F56-050E-F3D5-90EE549447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9847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4AE65ED-906E-8982-5760-E685BC3C8C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61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04C9E66-D2D7-59D6-9A1F-5F3BC90846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897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51A2AEE-8BE1-4EA4-E50E-8C5F991D24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7C1BBA5C-97E5-629C-274B-15B650D958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48CE97D-58A9-7024-E650-380CAF0795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AA9C23F-8CEB-F68A-CC7B-2C638B87CD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123423D-D5A8-242B-69FB-1078F33FB580}"/>
                </a:ext>
              </a:extLst>
            </p:cNvPr>
            <p:cNvSpPr/>
            <p:nvPr/>
          </p:nvSpPr>
          <p:spPr>
            <a:xfrm>
              <a:off x="1398366" y="4750431"/>
              <a:ext cx="4621973" cy="907568"/>
            </a:xfrm>
            <a:custGeom>
              <a:avLst/>
              <a:gdLst>
                <a:gd name="csX0" fmla="*/ 0 w 5748866"/>
                <a:gd name="csY0" fmla="*/ 943841 h 943841"/>
                <a:gd name="csX1" fmla="*/ 516466 w 5748866"/>
                <a:gd name="csY1" fmla="*/ 706774 h 943841"/>
                <a:gd name="csX2" fmla="*/ 1151466 w 5748866"/>
                <a:gd name="csY2" fmla="*/ 469708 h 943841"/>
                <a:gd name="csX3" fmla="*/ 1828800 w 5748866"/>
                <a:gd name="csY3" fmla="*/ 291908 h 943841"/>
                <a:gd name="csX4" fmla="*/ 3200400 w 5748866"/>
                <a:gd name="csY4" fmla="*/ 147974 h 943841"/>
                <a:gd name="csX5" fmla="*/ 5748866 w 5748866"/>
                <a:gd name="csY5" fmla="*/ 20974 h 943841"/>
                <a:gd name="csX0" fmla="*/ 0 w 5748866"/>
                <a:gd name="csY0" fmla="*/ 931977 h 931977"/>
                <a:gd name="csX1" fmla="*/ 516466 w 5748866"/>
                <a:gd name="csY1" fmla="*/ 694910 h 931977"/>
                <a:gd name="csX2" fmla="*/ 1151466 w 5748866"/>
                <a:gd name="csY2" fmla="*/ 457844 h 931977"/>
                <a:gd name="csX3" fmla="*/ 1828800 w 5748866"/>
                <a:gd name="csY3" fmla="*/ 280044 h 931977"/>
                <a:gd name="csX4" fmla="*/ 3200400 w 5748866"/>
                <a:gd name="csY4" fmla="*/ 136110 h 931977"/>
                <a:gd name="csX5" fmla="*/ 5748866 w 5748866"/>
                <a:gd name="csY5" fmla="*/ 9110 h 931977"/>
                <a:gd name="csX0" fmla="*/ 0 w 5748866"/>
                <a:gd name="csY0" fmla="*/ 922867 h 922867"/>
                <a:gd name="csX1" fmla="*/ 516466 w 5748866"/>
                <a:gd name="csY1" fmla="*/ 685800 h 922867"/>
                <a:gd name="csX2" fmla="*/ 1151466 w 5748866"/>
                <a:gd name="csY2" fmla="*/ 448734 h 922867"/>
                <a:gd name="csX3" fmla="*/ 1828800 w 5748866"/>
                <a:gd name="csY3" fmla="*/ 270934 h 922867"/>
                <a:gd name="csX4" fmla="*/ 3200400 w 5748866"/>
                <a:gd name="csY4" fmla="*/ 127000 h 922867"/>
                <a:gd name="csX5" fmla="*/ 5748866 w 5748866"/>
                <a:gd name="csY5" fmla="*/ 0 h 922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48866" h="922867">
                  <a:moveTo>
                    <a:pt x="0" y="922867"/>
                  </a:moveTo>
                  <a:cubicBezTo>
                    <a:pt x="162277" y="843844"/>
                    <a:pt x="324555" y="764822"/>
                    <a:pt x="516466" y="685800"/>
                  </a:cubicBezTo>
                  <a:cubicBezTo>
                    <a:pt x="708377" y="606778"/>
                    <a:pt x="932744" y="517878"/>
                    <a:pt x="1151466" y="448734"/>
                  </a:cubicBezTo>
                  <a:cubicBezTo>
                    <a:pt x="1370188" y="379590"/>
                    <a:pt x="1487311" y="324556"/>
                    <a:pt x="1828800" y="270934"/>
                  </a:cubicBezTo>
                  <a:cubicBezTo>
                    <a:pt x="2170289" y="217312"/>
                    <a:pt x="2547056" y="172156"/>
                    <a:pt x="3200400" y="127000"/>
                  </a:cubicBezTo>
                  <a:cubicBezTo>
                    <a:pt x="3853744" y="81844"/>
                    <a:pt x="5280941" y="24836"/>
                    <a:pt x="5748866" y="0"/>
                  </a:cubicBezTo>
                </a:path>
              </a:pathLst>
            </a:custGeom>
            <a:noFill/>
            <a:ln w="12700" cap="flat" cmpd="sng" algn="ctr">
              <a:solidFill>
                <a:srgbClr val="0F9E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0C5213-C81B-60B7-F481-FF4818940D78}"/>
                </a:ext>
              </a:extLst>
            </p:cNvPr>
            <p:cNvSpPr/>
            <p:nvPr/>
          </p:nvSpPr>
          <p:spPr>
            <a:xfrm>
              <a:off x="2094555" y="3959539"/>
              <a:ext cx="3929636" cy="1708814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D9D7300-9A3C-ED7F-DE34-13C998E30039}"/>
                </a:ext>
              </a:extLst>
            </p:cNvPr>
            <p:cNvCxnSpPr>
              <a:cxnSpLocks/>
            </p:cNvCxnSpPr>
            <p:nvPr/>
          </p:nvCxnSpPr>
          <p:spPr>
            <a:xfrm>
              <a:off x="3049320" y="5570143"/>
              <a:ext cx="157757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D0DB2AA-32A7-04EC-1291-5E19A508CD91}"/>
                    </a:ext>
                  </a:extLst>
                </p:cNvPr>
                <p:cNvSpPr txBox="1"/>
                <p:nvPr/>
              </p:nvSpPr>
              <p:spPr>
                <a:xfrm>
                  <a:off x="937267" y="3771361"/>
                  <a:ext cx="461295" cy="2724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D0DB2AA-32A7-04EC-1291-5E19A508C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267" y="3771361"/>
                  <a:ext cx="461295" cy="2724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EE6FDE5-A27A-C574-69D0-0308F7D2388F}"/>
                </a:ext>
              </a:extLst>
            </p:cNvPr>
            <p:cNvGrpSpPr/>
            <p:nvPr/>
          </p:nvGrpSpPr>
          <p:grpSpPr>
            <a:xfrm>
              <a:off x="802028" y="3958644"/>
              <a:ext cx="255087" cy="1669334"/>
              <a:chOff x="959194" y="1218399"/>
              <a:chExt cx="236109" cy="1697474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51B72A67-6B6D-4596-D4E1-CDA5A492C9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7590B11D-0AB7-B428-9D49-A6918A623C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C402716-27AF-25CE-F87C-3AEF610694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39E3423-D451-C5DE-AFD4-D04892831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A340A85C-CA71-59E2-3B53-35A2657FC2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492934FE-DCDC-4F73-DA42-CA622C4CB8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19984AD-4B43-C2A1-2068-531E3FC99F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A25712F6-002E-2936-747F-6E181CA13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0A6C761-074E-165D-0407-77CF73548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506205DD-8AA7-4FDC-DA90-01298F4740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4C9A2A3D-136D-89BE-8DA9-426D307BB9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E91B6F8C-F055-3998-FE93-F29BE27262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3EB14E1-2355-9AD8-96BB-433ACF5218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A1799E7C-A3D7-B20F-9EDD-F93801D24E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472D12C-4D43-5549-092D-D5E7072728E2}"/>
                </a:ext>
              </a:extLst>
            </p:cNvPr>
            <p:cNvCxnSpPr/>
            <p:nvPr/>
          </p:nvCxnSpPr>
          <p:spPr>
            <a:xfrm>
              <a:off x="294488" y="6041101"/>
              <a:ext cx="519675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2C8737B-0E55-2F91-7494-5796AAAF9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88" y="5644561"/>
              <a:ext cx="0" cy="39654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46C293F-6982-7882-C4CC-9A09A96C136A}"/>
                    </a:ext>
                  </a:extLst>
                </p:cNvPr>
                <p:cNvSpPr txBox="1"/>
                <p:nvPr/>
              </p:nvSpPr>
              <p:spPr>
                <a:xfrm>
                  <a:off x="586736" y="6003632"/>
                  <a:ext cx="296427" cy="2724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46C293F-6982-7882-C4CC-9A09A96C13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36" y="6003632"/>
                  <a:ext cx="296427" cy="2724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9EA7A79-AE8A-C2FD-96F3-CB2237BFBD2E}"/>
                    </a:ext>
                  </a:extLst>
                </p:cNvPr>
                <p:cNvSpPr txBox="1"/>
                <p:nvPr/>
              </p:nvSpPr>
              <p:spPr>
                <a:xfrm>
                  <a:off x="178556" y="5434221"/>
                  <a:ext cx="432940" cy="272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9EA7A79-AE8A-C2FD-96F3-CB2237BFB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56" y="5434221"/>
                  <a:ext cx="432940" cy="2724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9C1544E-0550-9F08-9749-0431D9F16601}"/>
                    </a:ext>
                  </a:extLst>
                </p:cNvPr>
                <p:cNvSpPr txBox="1"/>
                <p:nvPr/>
              </p:nvSpPr>
              <p:spPr>
                <a:xfrm>
                  <a:off x="524120" y="5633339"/>
                  <a:ext cx="590908" cy="2724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9C1544E-0550-9F08-9749-0431D9F16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120" y="5633339"/>
                  <a:ext cx="590908" cy="272407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54CE1B-5427-667D-46B9-7F65BD749D35}"/>
                </a:ext>
              </a:extLst>
            </p:cNvPr>
            <p:cNvCxnSpPr>
              <a:cxnSpLocks/>
            </p:cNvCxnSpPr>
            <p:nvPr/>
          </p:nvCxnSpPr>
          <p:spPr>
            <a:xfrm>
              <a:off x="3655734" y="5978841"/>
              <a:ext cx="0" cy="12333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F89B3B7-B06B-7972-081D-33C6F1057E6F}"/>
                </a:ext>
              </a:extLst>
            </p:cNvPr>
            <p:cNvCxnSpPr>
              <a:cxnSpLocks/>
            </p:cNvCxnSpPr>
            <p:nvPr/>
          </p:nvCxnSpPr>
          <p:spPr>
            <a:xfrm>
              <a:off x="2117130" y="5966125"/>
              <a:ext cx="0" cy="12333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C2C1018-AF2A-AA93-90F6-47FBF86F6EC2}"/>
                    </a:ext>
                  </a:extLst>
                </p:cNvPr>
                <p:cNvSpPr txBox="1"/>
                <p:nvPr/>
              </p:nvSpPr>
              <p:spPr>
                <a:xfrm>
                  <a:off x="1885372" y="6039484"/>
                  <a:ext cx="296427" cy="2724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C2C1018-AF2A-AA93-90F6-47FBF86F6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5372" y="6039484"/>
                  <a:ext cx="296427" cy="272407"/>
                </a:xfrm>
                <a:prstGeom prst="rect">
                  <a:avLst/>
                </a:prstGeom>
                <a:blipFill>
                  <a:blip r:embed="rId8"/>
                  <a:stretch>
                    <a:fillRect r="-8163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5618C28-8B50-00B3-47C1-07DC5FEB691B}"/>
                </a:ext>
              </a:extLst>
            </p:cNvPr>
            <p:cNvSpPr/>
            <p:nvPr/>
          </p:nvSpPr>
          <p:spPr>
            <a:xfrm>
              <a:off x="3064933" y="4990618"/>
              <a:ext cx="182941" cy="664129"/>
            </a:xfrm>
            <a:custGeom>
              <a:avLst/>
              <a:gdLst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76200 w 311614"/>
                <a:gd name="csY4" fmla="*/ 123825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55596 w 195760"/>
                <a:gd name="csY0" fmla="*/ 498475 h 498475"/>
                <a:gd name="csX1" fmla="*/ 195296 w 195760"/>
                <a:gd name="csY1" fmla="*/ 400050 h 498475"/>
                <a:gd name="csX2" fmla="*/ 7971 w 195760"/>
                <a:gd name="csY2" fmla="*/ 317500 h 498475"/>
                <a:gd name="csX3" fmla="*/ 50833 w 195760"/>
                <a:gd name="csY3" fmla="*/ 207168 h 498475"/>
                <a:gd name="csX4" fmla="*/ 84171 w 195760"/>
                <a:gd name="csY4" fmla="*/ 0 h 498475"/>
                <a:gd name="csX0" fmla="*/ 65121 w 196011"/>
                <a:gd name="csY0" fmla="*/ 546100 h 546100"/>
                <a:gd name="csX1" fmla="*/ 195296 w 196011"/>
                <a:gd name="csY1" fmla="*/ 400050 h 546100"/>
                <a:gd name="csX2" fmla="*/ 7971 w 196011"/>
                <a:gd name="csY2" fmla="*/ 317500 h 546100"/>
                <a:gd name="csX3" fmla="*/ 50833 w 196011"/>
                <a:gd name="csY3" fmla="*/ 207168 h 546100"/>
                <a:gd name="csX4" fmla="*/ 84171 w 196011"/>
                <a:gd name="csY4" fmla="*/ 0 h 546100"/>
                <a:gd name="csX0" fmla="*/ 59818 w 112053"/>
                <a:gd name="csY0" fmla="*/ 546100 h 546100"/>
                <a:gd name="csX1" fmla="*/ 108319 w 112053"/>
                <a:gd name="csY1" fmla="*/ 447675 h 546100"/>
                <a:gd name="csX2" fmla="*/ 2668 w 112053"/>
                <a:gd name="csY2" fmla="*/ 317500 h 546100"/>
                <a:gd name="csX3" fmla="*/ 45530 w 112053"/>
                <a:gd name="csY3" fmla="*/ 207168 h 546100"/>
                <a:gd name="csX4" fmla="*/ 78868 w 112053"/>
                <a:gd name="csY4" fmla="*/ 0 h 546100"/>
                <a:gd name="csX0" fmla="*/ 190375 w 252171"/>
                <a:gd name="csY0" fmla="*/ 546100 h 546100"/>
                <a:gd name="csX1" fmla="*/ 238876 w 252171"/>
                <a:gd name="csY1" fmla="*/ 447675 h 546100"/>
                <a:gd name="csX2" fmla="*/ 506 w 252171"/>
                <a:gd name="csY2" fmla="*/ 310357 h 546100"/>
                <a:gd name="csX3" fmla="*/ 176087 w 252171"/>
                <a:gd name="csY3" fmla="*/ 207168 h 546100"/>
                <a:gd name="csX4" fmla="*/ 209425 w 252171"/>
                <a:gd name="csY4" fmla="*/ 0 h 546100"/>
                <a:gd name="csX0" fmla="*/ 366155 w 427951"/>
                <a:gd name="csY0" fmla="*/ 546100 h 546100"/>
                <a:gd name="csX1" fmla="*/ 414656 w 427951"/>
                <a:gd name="csY1" fmla="*/ 447675 h 546100"/>
                <a:gd name="csX2" fmla="*/ 176286 w 427951"/>
                <a:gd name="csY2" fmla="*/ 310357 h 546100"/>
                <a:gd name="csX3" fmla="*/ 4759 w 427951"/>
                <a:gd name="csY3" fmla="*/ 171450 h 546100"/>
                <a:gd name="csX4" fmla="*/ 385205 w 427951"/>
                <a:gd name="csY4" fmla="*/ 0 h 546100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86998"/>
                <a:gd name="csY0" fmla="*/ 538957 h 538957"/>
                <a:gd name="csX1" fmla="*/ 580747 w 586998"/>
                <a:gd name="csY1" fmla="*/ 440532 h 538957"/>
                <a:gd name="csX2" fmla="*/ 342377 w 586998"/>
                <a:gd name="csY2" fmla="*/ 303214 h 538957"/>
                <a:gd name="csX3" fmla="*/ 170850 w 586998"/>
                <a:gd name="csY3" fmla="*/ 164307 h 538957"/>
                <a:gd name="csX4" fmla="*/ 0 w 586998"/>
                <a:gd name="csY4" fmla="*/ 0 h 538957"/>
                <a:gd name="csX0" fmla="*/ 532246 w 588198"/>
                <a:gd name="csY0" fmla="*/ 538957 h 538957"/>
                <a:gd name="csX1" fmla="*/ 580747 w 588198"/>
                <a:gd name="csY1" fmla="*/ 440532 h 538957"/>
                <a:gd name="csX2" fmla="*/ 342377 w 588198"/>
                <a:gd name="csY2" fmla="*/ 303214 h 538957"/>
                <a:gd name="csX3" fmla="*/ 170850 w 588198"/>
                <a:gd name="csY3" fmla="*/ 164307 h 538957"/>
                <a:gd name="csX4" fmla="*/ 0 w 588198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170850 w 544656"/>
                <a:gd name="csY3" fmla="*/ 164307 h 538957"/>
                <a:gd name="csX4" fmla="*/ 0 w 544656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0 w 544656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481201 w 504930"/>
                <a:gd name="csY0" fmla="*/ 534194 h 534194"/>
                <a:gd name="csX1" fmla="*/ 478657 w 504930"/>
                <a:gd name="csY1" fmla="*/ 433388 h 534194"/>
                <a:gd name="csX2" fmla="*/ 138193 w 504930"/>
                <a:gd name="csY2" fmla="*/ 298451 h 534194"/>
                <a:gd name="csX3" fmla="*/ 0 w 504930"/>
                <a:gd name="csY3" fmla="*/ 0 h 534194"/>
                <a:gd name="csX0" fmla="*/ 490745 w 514474"/>
                <a:gd name="csY0" fmla="*/ 534194 h 534194"/>
                <a:gd name="csX1" fmla="*/ 488201 w 514474"/>
                <a:gd name="csY1" fmla="*/ 433388 h 534194"/>
                <a:gd name="csX2" fmla="*/ 147737 w 514474"/>
                <a:gd name="csY2" fmla="*/ 298451 h 534194"/>
                <a:gd name="csX3" fmla="*/ 9544 w 514474"/>
                <a:gd name="csY3" fmla="*/ 0 h 534194"/>
                <a:gd name="csX0" fmla="*/ 481171 w 504900"/>
                <a:gd name="csY0" fmla="*/ 538957 h 538957"/>
                <a:gd name="csX1" fmla="*/ 478627 w 504900"/>
                <a:gd name="csY1" fmla="*/ 438151 h 538957"/>
                <a:gd name="csX2" fmla="*/ 138163 w 504900"/>
                <a:gd name="csY2" fmla="*/ 303214 h 538957"/>
                <a:gd name="csX3" fmla="*/ 10178 w 504900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03214 h 538957"/>
                <a:gd name="csX3" fmla="*/ 21754 w 516476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53221 h 538957"/>
                <a:gd name="csX3" fmla="*/ 21754 w 516476"/>
                <a:gd name="csY3" fmla="*/ 0 h 538957"/>
                <a:gd name="csX0" fmla="*/ 533296 w 557025"/>
                <a:gd name="csY0" fmla="*/ 538957 h 538957"/>
                <a:gd name="csX1" fmla="*/ 530752 w 557025"/>
                <a:gd name="csY1" fmla="*/ 438151 h 538957"/>
                <a:gd name="csX2" fmla="*/ 190288 w 557025"/>
                <a:gd name="csY2" fmla="*/ 353221 h 538957"/>
                <a:gd name="csX3" fmla="*/ 62303 w 557025"/>
                <a:gd name="csY3" fmla="*/ 0 h 538957"/>
                <a:gd name="csX0" fmla="*/ 496970 w 706875"/>
                <a:gd name="csY0" fmla="*/ 538957 h 538957"/>
                <a:gd name="csX1" fmla="*/ 698610 w 706875"/>
                <a:gd name="csY1" fmla="*/ 440532 h 538957"/>
                <a:gd name="csX2" fmla="*/ 153962 w 706875"/>
                <a:gd name="csY2" fmla="*/ 353221 h 538957"/>
                <a:gd name="csX3" fmla="*/ 25977 w 706875"/>
                <a:gd name="csY3" fmla="*/ 0 h 538957"/>
                <a:gd name="csX0" fmla="*/ 741988 w 757457"/>
                <a:gd name="csY0" fmla="*/ 538957 h 538957"/>
                <a:gd name="csX1" fmla="*/ 698610 w 757457"/>
                <a:gd name="csY1" fmla="*/ 440532 h 538957"/>
                <a:gd name="csX2" fmla="*/ 153962 w 757457"/>
                <a:gd name="csY2" fmla="*/ 353221 h 538957"/>
                <a:gd name="csX3" fmla="*/ 25977 w 757457"/>
                <a:gd name="csY3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89020 w 789020"/>
                <a:gd name="csY0" fmla="*/ 538957 h 538957"/>
                <a:gd name="csX1" fmla="*/ 200994 w 789020"/>
                <a:gd name="csY1" fmla="*/ 353221 h 538957"/>
                <a:gd name="csX2" fmla="*/ 73009 w 789020"/>
                <a:gd name="csY2" fmla="*/ 0 h 538957"/>
                <a:gd name="csX0" fmla="*/ 746400 w 746400"/>
                <a:gd name="csY0" fmla="*/ 538957 h 538957"/>
                <a:gd name="csX1" fmla="*/ 158374 w 746400"/>
                <a:gd name="csY1" fmla="*/ 353221 h 538957"/>
                <a:gd name="csX2" fmla="*/ 30389 w 746400"/>
                <a:gd name="csY2" fmla="*/ 0 h 538957"/>
                <a:gd name="csX0" fmla="*/ 757346 w 757346"/>
                <a:gd name="csY0" fmla="*/ 538957 h 538957"/>
                <a:gd name="csX1" fmla="*/ 169320 w 757346"/>
                <a:gd name="csY1" fmla="*/ 353221 h 538957"/>
                <a:gd name="csX2" fmla="*/ 41335 w 757346"/>
                <a:gd name="csY2" fmla="*/ 0 h 538957"/>
                <a:gd name="csX0" fmla="*/ 725971 w 725971"/>
                <a:gd name="csY0" fmla="*/ 538957 h 538957"/>
                <a:gd name="csX1" fmla="*/ 137945 w 725971"/>
                <a:gd name="csY1" fmla="*/ 353221 h 538957"/>
                <a:gd name="csX2" fmla="*/ 9960 w 725971"/>
                <a:gd name="csY2" fmla="*/ 0 h 538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5971" h="538957">
                  <a:moveTo>
                    <a:pt x="725971" y="538957"/>
                  </a:moveTo>
                  <a:cubicBezTo>
                    <a:pt x="695347" y="433587"/>
                    <a:pt x="328747" y="428760"/>
                    <a:pt x="137945" y="353221"/>
                  </a:cubicBezTo>
                  <a:cubicBezTo>
                    <a:pt x="-52857" y="277682"/>
                    <a:pt x="9822" y="146515"/>
                    <a:pt x="9960" y="0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6BE29F1-3F48-81E9-BA57-6E5EA16211B7}"/>
                    </a:ext>
                  </a:extLst>
                </p:cNvPr>
                <p:cNvSpPr txBox="1"/>
                <p:nvPr/>
              </p:nvSpPr>
              <p:spPr>
                <a:xfrm>
                  <a:off x="2998083" y="4989108"/>
                  <a:ext cx="310279" cy="242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6BE29F1-3F48-81E9-BA57-6E5EA1621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083" y="4989108"/>
                  <a:ext cx="310279" cy="24213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336B3C-71FE-D7DB-24C5-74CD0934357F}"/>
                </a:ext>
              </a:extLst>
            </p:cNvPr>
            <p:cNvCxnSpPr>
              <a:cxnSpLocks/>
            </p:cNvCxnSpPr>
            <p:nvPr/>
          </p:nvCxnSpPr>
          <p:spPr>
            <a:xfrm>
              <a:off x="3043989" y="4989668"/>
              <a:ext cx="0" cy="664129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0244B25-0D1A-85C3-9A71-A2662B7012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605" y="5516996"/>
              <a:ext cx="9879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E8ED7E0-36DC-4D6F-D47B-674763C39A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0559" y="5624718"/>
              <a:ext cx="197369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15ECEA5-3C6D-63F0-A566-415B760F9F04}"/>
                </a:ext>
              </a:extLst>
            </p:cNvPr>
            <p:cNvGrpSpPr/>
            <p:nvPr/>
          </p:nvGrpSpPr>
          <p:grpSpPr>
            <a:xfrm flipH="1">
              <a:off x="3048601" y="5406177"/>
              <a:ext cx="54211" cy="58139"/>
              <a:chOff x="2454818" y="2635951"/>
              <a:chExt cx="132334" cy="47181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DA362B37-DDA4-E6B4-2B3C-0CD56321E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642" y="2635951"/>
                <a:ext cx="8951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57184103-24A3-9A28-4158-C1782BA93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818" y="2683132"/>
                <a:ext cx="13233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16572A-8681-8969-7F75-61A0F10F1ED7}"/>
                </a:ext>
              </a:extLst>
            </p:cNvPr>
            <p:cNvSpPr/>
            <p:nvPr/>
          </p:nvSpPr>
          <p:spPr>
            <a:xfrm>
              <a:off x="3450770" y="5415957"/>
              <a:ext cx="396189" cy="238920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 cap="flat" cmpd="sng" algn="ctr">
              <a:solidFill>
                <a:srgbClr val="4EA72E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FE0B244-CC0B-D5A4-681E-16456CE03768}"/>
                </a:ext>
              </a:extLst>
            </p:cNvPr>
            <p:cNvGrpSpPr/>
            <p:nvPr/>
          </p:nvGrpSpPr>
          <p:grpSpPr>
            <a:xfrm>
              <a:off x="3486317" y="5434211"/>
              <a:ext cx="118343" cy="218165"/>
              <a:chOff x="2702479" y="3807697"/>
              <a:chExt cx="109538" cy="182685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AC2866FD-94C7-2859-AA33-5EB6E175D9D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83512" y="390927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615CC5EF-12C7-CADF-698A-6D5B1013C7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56758" y="393722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3C7319B3-C704-5759-FC3A-16B771E7BA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720674" y="389904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B4A2CC8-C4DC-A698-5A6C-5B1714CB6827}"/>
                </a:ext>
              </a:extLst>
            </p:cNvPr>
            <p:cNvGrpSpPr/>
            <p:nvPr/>
          </p:nvGrpSpPr>
          <p:grpSpPr>
            <a:xfrm flipH="1">
              <a:off x="3670258" y="5412170"/>
              <a:ext cx="131661" cy="246995"/>
              <a:chOff x="2980732" y="3826755"/>
              <a:chExt cx="109538" cy="182685"/>
            </a:xfrm>
          </p:grpSpPr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69B90FAD-A512-A2FD-6490-6FCF1B99871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1765" y="392832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FE42CF87-AFD2-3AD3-E183-DB163275EEA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5011" y="395627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A260A7DB-09F3-0228-17FA-1BF189FF6B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98927" y="391809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9BE8354-D998-EAD0-2BB3-1695B427BB7A}"/>
                    </a:ext>
                  </a:extLst>
                </p:cNvPr>
                <p:cNvSpPr txBox="1"/>
                <p:nvPr/>
              </p:nvSpPr>
              <p:spPr>
                <a:xfrm>
                  <a:off x="3689641" y="5273207"/>
                  <a:ext cx="1067720" cy="242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  <m: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9BE8354-D998-EAD0-2BB3-1695B427B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9641" y="5273207"/>
                  <a:ext cx="1067720" cy="24213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CE99F3D-FA82-499F-1639-C7383401421F}"/>
                    </a:ext>
                  </a:extLst>
                </p:cNvPr>
                <p:cNvSpPr txBox="1"/>
                <p:nvPr/>
              </p:nvSpPr>
              <p:spPr>
                <a:xfrm>
                  <a:off x="4923109" y="4512875"/>
                  <a:ext cx="693294" cy="2724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200" dirty="0">
                    <a:solidFill>
                      <a:srgbClr val="0F9ED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CE99F3D-FA82-499F-1639-C73834014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3109" y="4512875"/>
                  <a:ext cx="693294" cy="272407"/>
                </a:xfrm>
                <a:prstGeom prst="rect">
                  <a:avLst/>
                </a:prstGeom>
                <a:blipFill>
                  <a:blip r:embed="rId1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1B5AA70-79B0-3014-C810-F15C2A175F4C}"/>
                </a:ext>
              </a:extLst>
            </p:cNvPr>
            <p:cNvSpPr txBox="1"/>
            <p:nvPr/>
          </p:nvSpPr>
          <p:spPr>
            <a:xfrm>
              <a:off x="2420016" y="4331666"/>
              <a:ext cx="1059477" cy="36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ptos" panose="02110004020202020204"/>
                </a:rPr>
                <a:t>TS wave</a:t>
              </a:r>
              <a:endParaRPr lang="en-NL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29FF1D3-9E16-AF1F-841B-C0B48C000A2E}"/>
                </a:ext>
              </a:extLst>
            </p:cNvPr>
            <p:cNvSpPr/>
            <p:nvPr/>
          </p:nvSpPr>
          <p:spPr>
            <a:xfrm>
              <a:off x="2176371" y="5302401"/>
              <a:ext cx="583110" cy="152135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E05F749-9DBA-8C39-2219-2B3A123782B3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2569208" y="4694876"/>
              <a:ext cx="380547" cy="52210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41252F4D-DE50-CDA5-71B9-42B3A59A278C}"/>
              </a:ext>
            </a:extLst>
          </p:cNvPr>
          <p:cNvSpPr txBox="1"/>
          <p:nvPr/>
        </p:nvSpPr>
        <p:spPr>
          <a:xfrm>
            <a:off x="1959577" y="3129556"/>
            <a:ext cx="305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Spatial variation of admittance</a:t>
            </a:r>
            <a:endParaRPr lang="en-NL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598CF5D-5DCD-698F-4E44-DCCA808F6A33}"/>
              </a:ext>
            </a:extLst>
          </p:cNvPr>
          <p:cNvGrpSpPr/>
          <p:nvPr/>
        </p:nvGrpSpPr>
        <p:grpSpPr>
          <a:xfrm>
            <a:off x="6807209" y="1679434"/>
            <a:ext cx="4331226" cy="4278220"/>
            <a:chOff x="6807209" y="1679434"/>
            <a:chExt cx="4331226" cy="4278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58C31EB-D79E-18BB-118A-206D1F2E49EA}"/>
                    </a:ext>
                  </a:extLst>
                </p:cNvPr>
                <p:cNvSpPr txBox="1"/>
                <p:nvPr/>
              </p:nvSpPr>
              <p:spPr>
                <a:xfrm>
                  <a:off x="8068251" y="5588322"/>
                  <a:ext cx="248066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≈−1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58C31EB-D79E-18BB-118A-206D1F2E4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8251" y="5588322"/>
                  <a:ext cx="248066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43F451-6687-B06E-ADE6-AFD090AFC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07209" y="1679434"/>
              <a:ext cx="4313448" cy="3363462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1FD5DD5-3DC5-09FB-FCBF-CF90C4DB5A61}"/>
                </a:ext>
              </a:extLst>
            </p:cNvPr>
            <p:cNvCxnSpPr/>
            <p:nvPr/>
          </p:nvCxnSpPr>
          <p:spPr>
            <a:xfrm>
              <a:off x="9542834" y="5204215"/>
              <a:ext cx="14688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877DE21-D8CD-8FA8-3238-209F7E6CD913}"/>
                </a:ext>
              </a:extLst>
            </p:cNvPr>
            <p:cNvSpPr txBox="1"/>
            <p:nvPr/>
          </p:nvSpPr>
          <p:spPr>
            <a:xfrm>
              <a:off x="9056455" y="4858230"/>
              <a:ext cx="2081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Streamwise location</a:t>
              </a:r>
              <a:endParaRPr lang="en-NL" dirty="0"/>
            </a:p>
          </p:txBody>
        </p:sp>
      </p:grpSp>
      <p:sp>
        <p:nvSpPr>
          <p:cNvPr id="90" name="Slide Number Placeholder 1">
            <a:extLst>
              <a:ext uri="{FF2B5EF4-FFF2-40B4-BE49-F238E27FC236}">
                <a16:creationId xmlns:a16="http://schemas.microsoft.com/office/drawing/2014/main" id="{CD351F82-C16A-1FE4-65E4-56CD8179AC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82210" y="6405669"/>
            <a:ext cx="361150" cy="15769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Segoe UI Light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15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903A9-A0ED-7755-998D-1F1A57D2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0D0CE8-0DF8-C706-6C43-AF8386E6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28" y="43950"/>
            <a:ext cx="7846223" cy="711874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TS wave attenuation from DMCR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F2A0A7-A7D7-012B-5655-D36AF9F3E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2841" y="1679434"/>
            <a:ext cx="4282184" cy="33634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D2F5B9-C1AA-6728-FACD-9229F5758C41}"/>
                  </a:ext>
                </a:extLst>
              </p:cNvPr>
              <p:cNvSpPr txBox="1"/>
              <p:nvPr/>
            </p:nvSpPr>
            <p:spPr>
              <a:xfrm>
                <a:off x="8068250" y="5357095"/>
                <a:ext cx="2355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D2F5B9-C1AA-6728-FACD-9229F5758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250" y="5357095"/>
                <a:ext cx="235595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5A60844-7B10-6E92-664A-C1B68D96B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3163" y="904407"/>
            <a:ext cx="3182599" cy="26402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48FBA-6DB9-1E62-0174-2998F3221E09}"/>
                  </a:ext>
                </a:extLst>
              </p:cNvPr>
              <p:cNvSpPr txBox="1"/>
              <p:nvPr/>
            </p:nvSpPr>
            <p:spPr>
              <a:xfrm>
                <a:off x="3426389" y="6033477"/>
                <a:ext cx="5426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𝐿𝑅𝑈</m:t>
                          </m:r>
                        </m:sub>
                      </m:sSub>
                    </m:oMath>
                  </m:oMathPara>
                </a14:m>
                <a:endParaRPr lang="en-NL" sz="12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48FBA-6DB9-1E62-0174-2998F3221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89" y="6033477"/>
                <a:ext cx="54267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BF4E711-3650-20F3-C628-DC4443970E42}"/>
              </a:ext>
            </a:extLst>
          </p:cNvPr>
          <p:cNvGrpSpPr/>
          <p:nvPr/>
        </p:nvGrpSpPr>
        <p:grpSpPr>
          <a:xfrm>
            <a:off x="178556" y="3771361"/>
            <a:ext cx="6355895" cy="2540530"/>
            <a:chOff x="5848554" y="3860618"/>
            <a:chExt cx="5883023" cy="258335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1D76ED-CBA5-9CEB-345A-815F36FD5499}"/>
                </a:ext>
              </a:extLst>
            </p:cNvPr>
            <p:cNvSpPr txBox="1"/>
            <p:nvPr/>
          </p:nvSpPr>
          <p:spPr>
            <a:xfrm>
              <a:off x="7143872" y="4250045"/>
              <a:ext cx="3616037" cy="3325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NL" sz="1600" dirty="0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037F7E-0425-B168-367F-EFD9CFEC4DD7}"/>
                </a:ext>
              </a:extLst>
            </p:cNvPr>
            <p:cNvSpPr/>
            <p:nvPr/>
          </p:nvSpPr>
          <p:spPr>
            <a:xfrm>
              <a:off x="7004108" y="5779570"/>
              <a:ext cx="4278102" cy="314453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C23683-A9CA-1190-7FC3-E16FDD9459AE}"/>
                </a:ext>
              </a:extLst>
            </p:cNvPr>
            <p:cNvSpPr/>
            <p:nvPr/>
          </p:nvSpPr>
          <p:spPr>
            <a:xfrm>
              <a:off x="6994954" y="4060545"/>
              <a:ext cx="4264326" cy="1728003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9AAE3A-BEB1-AE24-CCF3-0DE9B861815D}"/>
                </a:ext>
              </a:extLst>
            </p:cNvPr>
            <p:cNvSpPr/>
            <p:nvPr/>
          </p:nvSpPr>
          <p:spPr>
            <a:xfrm>
              <a:off x="8881512" y="5779058"/>
              <a:ext cx="365377" cy="318008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674CB8C-7768-7D75-203A-1F09A7F09F38}"/>
                </a:ext>
              </a:extLst>
            </p:cNvPr>
            <p:cNvCxnSpPr>
              <a:cxnSpLocks/>
            </p:cNvCxnSpPr>
            <p:nvPr/>
          </p:nvCxnSpPr>
          <p:spPr>
            <a:xfrm>
              <a:off x="7849677" y="3928922"/>
              <a:ext cx="34060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9B67F75-98D7-4B35-D377-E81156CF23B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140" y="4029580"/>
              <a:ext cx="0" cy="179892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C048D2-DC30-6E93-187E-F15C72C7E8D8}"/>
                </a:ext>
              </a:extLst>
            </p:cNvPr>
            <p:cNvSpPr txBox="1"/>
            <p:nvPr/>
          </p:nvSpPr>
          <p:spPr>
            <a:xfrm rot="5400000">
              <a:off x="11416135" y="4838144"/>
              <a:ext cx="3538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Aptos" panose="02110004020202020204"/>
                </a:rPr>
                <a:t>H</a:t>
              </a:r>
              <a:endParaRPr lang="en-NL" sz="12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893318-51EA-BAB4-6EBB-76D302EB3FE4}"/>
                </a:ext>
              </a:extLst>
            </p:cNvPr>
            <p:cNvSpPr/>
            <p:nvPr/>
          </p:nvSpPr>
          <p:spPr>
            <a:xfrm>
              <a:off x="8805310" y="5777304"/>
              <a:ext cx="517779" cy="320672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LRU</a:t>
              </a:r>
              <a:endParaRPr kumimoji="0" lang="en-NL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DA6885-3802-99B7-6160-CC56BCECBBF4}"/>
                </a:ext>
              </a:extLst>
            </p:cNvPr>
            <p:cNvCxnSpPr>
              <a:cxnSpLocks/>
            </p:cNvCxnSpPr>
            <p:nvPr/>
          </p:nvCxnSpPr>
          <p:spPr>
            <a:xfrm>
              <a:off x="7622005" y="5779059"/>
              <a:ext cx="363371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4024B1F-5BE9-85FD-2F51-436A006472A6}"/>
                </a:ext>
              </a:extLst>
            </p:cNvPr>
            <p:cNvGrpSpPr/>
            <p:nvPr/>
          </p:nvGrpSpPr>
          <p:grpSpPr>
            <a:xfrm>
              <a:off x="6992178" y="5773979"/>
              <a:ext cx="4172259" cy="167639"/>
              <a:chOff x="1496234" y="2941320"/>
              <a:chExt cx="4172259" cy="167639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030D0824-234B-597F-AEEF-991F5F818F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3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2C0DB24-2812-926B-0914-8119E97AA9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7495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3B700A2-A9C1-B7A7-C0AD-9875BDDC39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260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B933431-5BE5-19C1-78E0-8B3E68FD82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45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9B59E364-DD53-2AC8-55B5-056649FB08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611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47CB7BA-F546-6EE0-B4B6-9BDED768F5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75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30BB408-415B-5DEC-F6FE-55130F1CF0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6404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E9B90E3-EB89-F60F-DA8A-BE8129E28D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9250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61A37729-52AD-3DE6-40E5-8947D67816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508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0871926-6345-9808-E3BD-69AD0D64BE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9847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6BC8C62-1F8B-90B2-8938-C2D94D3BE9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6128" y="2941320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7B6DECD-B185-3B25-05DD-355C089C98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8974" y="2945633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F66A638-D901-1D0B-FDF1-56CEE6E7DB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6234" y="2949946"/>
                <a:ext cx="43814" cy="8523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8DCA945E-4CA0-3D2F-985E-0B4CBB6012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0817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68907887-20D5-C17B-C712-6E0607A233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5829" y="2949946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5D1318A-EEC1-552A-33B3-8E0ED9569D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675" y="2954259"/>
                <a:ext cx="79519" cy="15470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1C4F37B-0C40-CA0D-F954-5373344EEA32}"/>
                </a:ext>
              </a:extLst>
            </p:cNvPr>
            <p:cNvSpPr/>
            <p:nvPr/>
          </p:nvSpPr>
          <p:spPr>
            <a:xfrm>
              <a:off x="6977611" y="4856192"/>
              <a:ext cx="4278103" cy="922867"/>
            </a:xfrm>
            <a:custGeom>
              <a:avLst/>
              <a:gdLst>
                <a:gd name="csX0" fmla="*/ 0 w 5748866"/>
                <a:gd name="csY0" fmla="*/ 943841 h 943841"/>
                <a:gd name="csX1" fmla="*/ 516466 w 5748866"/>
                <a:gd name="csY1" fmla="*/ 706774 h 943841"/>
                <a:gd name="csX2" fmla="*/ 1151466 w 5748866"/>
                <a:gd name="csY2" fmla="*/ 469708 h 943841"/>
                <a:gd name="csX3" fmla="*/ 1828800 w 5748866"/>
                <a:gd name="csY3" fmla="*/ 291908 h 943841"/>
                <a:gd name="csX4" fmla="*/ 3200400 w 5748866"/>
                <a:gd name="csY4" fmla="*/ 147974 h 943841"/>
                <a:gd name="csX5" fmla="*/ 5748866 w 5748866"/>
                <a:gd name="csY5" fmla="*/ 20974 h 943841"/>
                <a:gd name="csX0" fmla="*/ 0 w 5748866"/>
                <a:gd name="csY0" fmla="*/ 931977 h 931977"/>
                <a:gd name="csX1" fmla="*/ 516466 w 5748866"/>
                <a:gd name="csY1" fmla="*/ 694910 h 931977"/>
                <a:gd name="csX2" fmla="*/ 1151466 w 5748866"/>
                <a:gd name="csY2" fmla="*/ 457844 h 931977"/>
                <a:gd name="csX3" fmla="*/ 1828800 w 5748866"/>
                <a:gd name="csY3" fmla="*/ 280044 h 931977"/>
                <a:gd name="csX4" fmla="*/ 3200400 w 5748866"/>
                <a:gd name="csY4" fmla="*/ 136110 h 931977"/>
                <a:gd name="csX5" fmla="*/ 5748866 w 5748866"/>
                <a:gd name="csY5" fmla="*/ 9110 h 931977"/>
                <a:gd name="csX0" fmla="*/ 0 w 5748866"/>
                <a:gd name="csY0" fmla="*/ 922867 h 922867"/>
                <a:gd name="csX1" fmla="*/ 516466 w 5748866"/>
                <a:gd name="csY1" fmla="*/ 685800 h 922867"/>
                <a:gd name="csX2" fmla="*/ 1151466 w 5748866"/>
                <a:gd name="csY2" fmla="*/ 448734 h 922867"/>
                <a:gd name="csX3" fmla="*/ 1828800 w 5748866"/>
                <a:gd name="csY3" fmla="*/ 270934 h 922867"/>
                <a:gd name="csX4" fmla="*/ 3200400 w 5748866"/>
                <a:gd name="csY4" fmla="*/ 127000 h 922867"/>
                <a:gd name="csX5" fmla="*/ 5748866 w 5748866"/>
                <a:gd name="csY5" fmla="*/ 0 h 922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48866" h="922867">
                  <a:moveTo>
                    <a:pt x="0" y="922867"/>
                  </a:moveTo>
                  <a:cubicBezTo>
                    <a:pt x="162277" y="843844"/>
                    <a:pt x="324555" y="764822"/>
                    <a:pt x="516466" y="685800"/>
                  </a:cubicBezTo>
                  <a:cubicBezTo>
                    <a:pt x="708377" y="606778"/>
                    <a:pt x="932744" y="517878"/>
                    <a:pt x="1151466" y="448734"/>
                  </a:cubicBezTo>
                  <a:cubicBezTo>
                    <a:pt x="1370188" y="379590"/>
                    <a:pt x="1487311" y="324556"/>
                    <a:pt x="1828800" y="270934"/>
                  </a:cubicBezTo>
                  <a:cubicBezTo>
                    <a:pt x="2170289" y="217312"/>
                    <a:pt x="2547056" y="172156"/>
                    <a:pt x="3200400" y="127000"/>
                  </a:cubicBezTo>
                  <a:cubicBezTo>
                    <a:pt x="3853744" y="81844"/>
                    <a:pt x="5280941" y="24836"/>
                    <a:pt x="5748866" y="0"/>
                  </a:cubicBezTo>
                </a:path>
              </a:pathLst>
            </a:custGeom>
            <a:noFill/>
            <a:ln w="12700" cap="flat" cmpd="sng" algn="ctr">
              <a:solidFill>
                <a:srgbClr val="0F9E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BA3B3D9-DC3A-8853-093F-04A6BEB61AD7}"/>
                </a:ext>
              </a:extLst>
            </p:cNvPr>
            <p:cNvSpPr/>
            <p:nvPr/>
          </p:nvSpPr>
          <p:spPr>
            <a:xfrm>
              <a:off x="7622005" y="4051968"/>
              <a:ext cx="3637275" cy="1737619"/>
            </a:xfrm>
            <a:prstGeom prst="rec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C2C0AB2-BC1E-ABD2-059F-489C20C3BCEB}"/>
                </a:ext>
              </a:extLst>
            </p:cNvPr>
            <p:cNvCxnSpPr>
              <a:cxnSpLocks/>
            </p:cNvCxnSpPr>
            <p:nvPr/>
          </p:nvCxnSpPr>
          <p:spPr>
            <a:xfrm>
              <a:off x="8505736" y="5689722"/>
              <a:ext cx="14602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EC13D2-39CC-FA74-E1AF-1DE0245020C5}"/>
                    </a:ext>
                  </a:extLst>
                </p:cNvPr>
                <p:cNvSpPr txBox="1"/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EC13D2-39CC-FA74-E1AF-1DE0245020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0818" y="3860618"/>
                  <a:ext cx="426975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654653-4D75-CE09-A2EA-9CD8242B67B8}"/>
                </a:ext>
              </a:extLst>
            </p:cNvPr>
            <p:cNvGrpSpPr/>
            <p:nvPr/>
          </p:nvGrpSpPr>
          <p:grpSpPr>
            <a:xfrm>
              <a:off x="6425640" y="4051058"/>
              <a:ext cx="236109" cy="1697474"/>
              <a:chOff x="959194" y="1218399"/>
              <a:chExt cx="236109" cy="1697474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11DE35DC-8540-E6B7-E973-DC332599E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495" y="1497804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229C5F0C-6436-D152-9DCE-65373C478B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36723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4F459DF-13C7-3983-C0BB-5F5320E627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062" y="121839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1348526-8473-9191-6198-5396474B8D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062" y="1218399"/>
                <a:ext cx="0" cy="169429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7C00B770-E2B6-759B-6539-78C3B0F56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694" y="1923256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660714A-3755-5E2C-3482-503082AF31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792686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0DF9836-2621-B9DF-759E-6E694D40B8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1643851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4A4BA2C5-1801-1821-E160-4275734E7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627" y="23598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7A864528-DFB3-DA9C-2FEA-BAFF2B64D4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229253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DDC913F1-9C1A-6793-AE27-2532748D10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9194" y="2080418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DCA3CE7-F6BE-DAC8-4684-DF43FAF0C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34" y="2781723"/>
                <a:ext cx="210609" cy="0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72A5D1E-E92F-65A7-0668-CD8913ECE5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640424"/>
                <a:ext cx="221174" cy="2778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D6EE0F2-EED3-BB16-8480-F33C102EF0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2261" y="2491589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9B3B4F01-4A84-B456-28B4-DED399C769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352" y="2909516"/>
                <a:ext cx="221174" cy="6357"/>
              </a:xfrm>
              <a:prstGeom prst="straightConnector1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79B1AC5-C9BC-B479-7E35-E33F2C095A7A}"/>
                </a:ext>
              </a:extLst>
            </p:cNvPr>
            <p:cNvCxnSpPr/>
            <p:nvPr/>
          </p:nvCxnSpPr>
          <p:spPr>
            <a:xfrm>
              <a:off x="5955861" y="6168618"/>
              <a:ext cx="48101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911585A-5A0E-F2C7-8DF8-659DC59B5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5861" y="5765394"/>
              <a:ext cx="0" cy="40322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008C379-4A4B-AFDE-2542-809AD727E090}"/>
                    </a:ext>
                  </a:extLst>
                </p:cNvPr>
                <p:cNvSpPr txBox="1"/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008C379-4A4B-AFDE-2542-809AD727E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6366" y="6130518"/>
                  <a:ext cx="27437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887B16A-76BC-DFFE-B52E-F9695273792C}"/>
                    </a:ext>
                  </a:extLst>
                </p:cNvPr>
                <p:cNvSpPr txBox="1"/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887B16A-76BC-DFFE-B52E-F96952737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8554" y="5551508"/>
                  <a:ext cx="400730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43B90B3-9B41-2C6A-5C2A-4D2DA9DD4FE3}"/>
                    </a:ext>
                  </a:extLst>
                </p:cNvPr>
                <p:cNvSpPr txBox="1"/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43B90B3-9B41-2C6A-5C2A-4D2DA9DD4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8408" y="5753983"/>
                  <a:ext cx="546945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EB9764B-997C-7E8B-1174-C8F5F1F0F751}"/>
                </a:ext>
              </a:extLst>
            </p:cNvPr>
            <p:cNvCxnSpPr>
              <a:cxnSpLocks/>
            </p:cNvCxnSpPr>
            <p:nvPr/>
          </p:nvCxnSpPr>
          <p:spPr>
            <a:xfrm>
              <a:off x="9067034" y="610530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9CDD14-4D95-6011-7CBE-74B7D0698B4C}"/>
                </a:ext>
              </a:extLst>
            </p:cNvPr>
            <p:cNvCxnSpPr>
              <a:cxnSpLocks/>
            </p:cNvCxnSpPr>
            <p:nvPr/>
          </p:nvCxnSpPr>
          <p:spPr>
            <a:xfrm>
              <a:off x="7642900" y="6092379"/>
              <a:ext cx="0" cy="12541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BBEAE80-F950-C48B-8328-1DDB1605670F}"/>
                    </a:ext>
                  </a:extLst>
                </p:cNvPr>
                <p:cNvSpPr txBox="1"/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BBEAE80-F950-C48B-8328-1DDB160567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385" y="6166974"/>
                  <a:ext cx="274373" cy="276999"/>
                </a:xfrm>
                <a:prstGeom prst="rect">
                  <a:avLst/>
                </a:prstGeom>
                <a:blipFill>
                  <a:blip r:embed="rId10"/>
                  <a:stretch>
                    <a:fillRect r="-8163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A642157-B1AF-7D7C-7EF5-461DB8941EE7}"/>
                </a:ext>
              </a:extLst>
            </p:cNvPr>
            <p:cNvSpPr/>
            <p:nvPr/>
          </p:nvSpPr>
          <p:spPr>
            <a:xfrm>
              <a:off x="8520188" y="5100428"/>
              <a:ext cx="169330" cy="675324"/>
            </a:xfrm>
            <a:custGeom>
              <a:avLst/>
              <a:gdLst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76200 w 311614"/>
                <a:gd name="csY4" fmla="*/ 123825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54781 w 311614"/>
                <a:gd name="csY4" fmla="*/ 147637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0 w 311614"/>
                <a:gd name="csY0" fmla="*/ 558800 h 558800"/>
                <a:gd name="csX1" fmla="*/ 171450 w 311614"/>
                <a:gd name="csY1" fmla="*/ 498475 h 558800"/>
                <a:gd name="csX2" fmla="*/ 311150 w 311614"/>
                <a:gd name="csY2" fmla="*/ 400050 h 558800"/>
                <a:gd name="csX3" fmla="*/ 123825 w 311614"/>
                <a:gd name="csY3" fmla="*/ 317500 h 558800"/>
                <a:gd name="csX4" fmla="*/ 166687 w 311614"/>
                <a:gd name="csY4" fmla="*/ 207168 h 558800"/>
                <a:gd name="csX5" fmla="*/ 200025 w 311614"/>
                <a:gd name="csY5" fmla="*/ 0 h 558800"/>
                <a:gd name="csX0" fmla="*/ 55596 w 195760"/>
                <a:gd name="csY0" fmla="*/ 498475 h 498475"/>
                <a:gd name="csX1" fmla="*/ 195296 w 195760"/>
                <a:gd name="csY1" fmla="*/ 400050 h 498475"/>
                <a:gd name="csX2" fmla="*/ 7971 w 195760"/>
                <a:gd name="csY2" fmla="*/ 317500 h 498475"/>
                <a:gd name="csX3" fmla="*/ 50833 w 195760"/>
                <a:gd name="csY3" fmla="*/ 207168 h 498475"/>
                <a:gd name="csX4" fmla="*/ 84171 w 195760"/>
                <a:gd name="csY4" fmla="*/ 0 h 498475"/>
                <a:gd name="csX0" fmla="*/ 65121 w 196011"/>
                <a:gd name="csY0" fmla="*/ 546100 h 546100"/>
                <a:gd name="csX1" fmla="*/ 195296 w 196011"/>
                <a:gd name="csY1" fmla="*/ 400050 h 546100"/>
                <a:gd name="csX2" fmla="*/ 7971 w 196011"/>
                <a:gd name="csY2" fmla="*/ 317500 h 546100"/>
                <a:gd name="csX3" fmla="*/ 50833 w 196011"/>
                <a:gd name="csY3" fmla="*/ 207168 h 546100"/>
                <a:gd name="csX4" fmla="*/ 84171 w 196011"/>
                <a:gd name="csY4" fmla="*/ 0 h 546100"/>
                <a:gd name="csX0" fmla="*/ 59818 w 112053"/>
                <a:gd name="csY0" fmla="*/ 546100 h 546100"/>
                <a:gd name="csX1" fmla="*/ 108319 w 112053"/>
                <a:gd name="csY1" fmla="*/ 447675 h 546100"/>
                <a:gd name="csX2" fmla="*/ 2668 w 112053"/>
                <a:gd name="csY2" fmla="*/ 317500 h 546100"/>
                <a:gd name="csX3" fmla="*/ 45530 w 112053"/>
                <a:gd name="csY3" fmla="*/ 207168 h 546100"/>
                <a:gd name="csX4" fmla="*/ 78868 w 112053"/>
                <a:gd name="csY4" fmla="*/ 0 h 546100"/>
                <a:gd name="csX0" fmla="*/ 190375 w 252171"/>
                <a:gd name="csY0" fmla="*/ 546100 h 546100"/>
                <a:gd name="csX1" fmla="*/ 238876 w 252171"/>
                <a:gd name="csY1" fmla="*/ 447675 h 546100"/>
                <a:gd name="csX2" fmla="*/ 506 w 252171"/>
                <a:gd name="csY2" fmla="*/ 310357 h 546100"/>
                <a:gd name="csX3" fmla="*/ 176087 w 252171"/>
                <a:gd name="csY3" fmla="*/ 207168 h 546100"/>
                <a:gd name="csX4" fmla="*/ 209425 w 252171"/>
                <a:gd name="csY4" fmla="*/ 0 h 546100"/>
                <a:gd name="csX0" fmla="*/ 366155 w 427951"/>
                <a:gd name="csY0" fmla="*/ 546100 h 546100"/>
                <a:gd name="csX1" fmla="*/ 414656 w 427951"/>
                <a:gd name="csY1" fmla="*/ 447675 h 546100"/>
                <a:gd name="csX2" fmla="*/ 176286 w 427951"/>
                <a:gd name="csY2" fmla="*/ 310357 h 546100"/>
                <a:gd name="csX3" fmla="*/ 4759 w 427951"/>
                <a:gd name="csY3" fmla="*/ 171450 h 546100"/>
                <a:gd name="csX4" fmla="*/ 385205 w 427951"/>
                <a:gd name="csY4" fmla="*/ 0 h 546100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94042"/>
                <a:gd name="csY0" fmla="*/ 538957 h 538957"/>
                <a:gd name="csX1" fmla="*/ 580747 w 594042"/>
                <a:gd name="csY1" fmla="*/ 440532 h 538957"/>
                <a:gd name="csX2" fmla="*/ 342377 w 594042"/>
                <a:gd name="csY2" fmla="*/ 303214 h 538957"/>
                <a:gd name="csX3" fmla="*/ 170850 w 594042"/>
                <a:gd name="csY3" fmla="*/ 164307 h 538957"/>
                <a:gd name="csX4" fmla="*/ 0 w 594042"/>
                <a:gd name="csY4" fmla="*/ 0 h 538957"/>
                <a:gd name="csX0" fmla="*/ 532246 w 586998"/>
                <a:gd name="csY0" fmla="*/ 538957 h 538957"/>
                <a:gd name="csX1" fmla="*/ 580747 w 586998"/>
                <a:gd name="csY1" fmla="*/ 440532 h 538957"/>
                <a:gd name="csX2" fmla="*/ 342377 w 586998"/>
                <a:gd name="csY2" fmla="*/ 303214 h 538957"/>
                <a:gd name="csX3" fmla="*/ 170850 w 586998"/>
                <a:gd name="csY3" fmla="*/ 164307 h 538957"/>
                <a:gd name="csX4" fmla="*/ 0 w 586998"/>
                <a:gd name="csY4" fmla="*/ 0 h 538957"/>
                <a:gd name="csX0" fmla="*/ 532246 w 588198"/>
                <a:gd name="csY0" fmla="*/ 538957 h 538957"/>
                <a:gd name="csX1" fmla="*/ 580747 w 588198"/>
                <a:gd name="csY1" fmla="*/ 440532 h 538957"/>
                <a:gd name="csX2" fmla="*/ 342377 w 588198"/>
                <a:gd name="csY2" fmla="*/ 303214 h 538957"/>
                <a:gd name="csX3" fmla="*/ 170850 w 588198"/>
                <a:gd name="csY3" fmla="*/ 164307 h 538957"/>
                <a:gd name="csX4" fmla="*/ 0 w 588198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170850 w 544656"/>
                <a:gd name="csY3" fmla="*/ 164307 h 538957"/>
                <a:gd name="csX4" fmla="*/ 0 w 544656"/>
                <a:gd name="csY4" fmla="*/ 0 h 538957"/>
                <a:gd name="csX0" fmla="*/ 532246 w 544656"/>
                <a:gd name="csY0" fmla="*/ 538957 h 538957"/>
                <a:gd name="csX1" fmla="*/ 529702 w 544656"/>
                <a:gd name="csY1" fmla="*/ 438151 h 538957"/>
                <a:gd name="csX2" fmla="*/ 342377 w 544656"/>
                <a:gd name="csY2" fmla="*/ 303214 h 538957"/>
                <a:gd name="csX3" fmla="*/ 0 w 544656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532246 w 555975"/>
                <a:gd name="csY0" fmla="*/ 538957 h 538957"/>
                <a:gd name="csX1" fmla="*/ 529702 w 555975"/>
                <a:gd name="csY1" fmla="*/ 438151 h 538957"/>
                <a:gd name="csX2" fmla="*/ 189238 w 555975"/>
                <a:gd name="csY2" fmla="*/ 303214 h 538957"/>
                <a:gd name="csX3" fmla="*/ 0 w 555975"/>
                <a:gd name="csY3" fmla="*/ 0 h 538957"/>
                <a:gd name="csX0" fmla="*/ 481201 w 504930"/>
                <a:gd name="csY0" fmla="*/ 534194 h 534194"/>
                <a:gd name="csX1" fmla="*/ 478657 w 504930"/>
                <a:gd name="csY1" fmla="*/ 433388 h 534194"/>
                <a:gd name="csX2" fmla="*/ 138193 w 504930"/>
                <a:gd name="csY2" fmla="*/ 298451 h 534194"/>
                <a:gd name="csX3" fmla="*/ 0 w 504930"/>
                <a:gd name="csY3" fmla="*/ 0 h 534194"/>
                <a:gd name="csX0" fmla="*/ 490745 w 514474"/>
                <a:gd name="csY0" fmla="*/ 534194 h 534194"/>
                <a:gd name="csX1" fmla="*/ 488201 w 514474"/>
                <a:gd name="csY1" fmla="*/ 433388 h 534194"/>
                <a:gd name="csX2" fmla="*/ 147737 w 514474"/>
                <a:gd name="csY2" fmla="*/ 298451 h 534194"/>
                <a:gd name="csX3" fmla="*/ 9544 w 514474"/>
                <a:gd name="csY3" fmla="*/ 0 h 534194"/>
                <a:gd name="csX0" fmla="*/ 481171 w 504900"/>
                <a:gd name="csY0" fmla="*/ 538957 h 538957"/>
                <a:gd name="csX1" fmla="*/ 478627 w 504900"/>
                <a:gd name="csY1" fmla="*/ 438151 h 538957"/>
                <a:gd name="csX2" fmla="*/ 138163 w 504900"/>
                <a:gd name="csY2" fmla="*/ 303214 h 538957"/>
                <a:gd name="csX3" fmla="*/ 10178 w 504900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03214 h 538957"/>
                <a:gd name="csX3" fmla="*/ 21754 w 516476"/>
                <a:gd name="csY3" fmla="*/ 0 h 538957"/>
                <a:gd name="csX0" fmla="*/ 492747 w 516476"/>
                <a:gd name="csY0" fmla="*/ 538957 h 538957"/>
                <a:gd name="csX1" fmla="*/ 490203 w 516476"/>
                <a:gd name="csY1" fmla="*/ 438151 h 538957"/>
                <a:gd name="csX2" fmla="*/ 149739 w 516476"/>
                <a:gd name="csY2" fmla="*/ 353221 h 538957"/>
                <a:gd name="csX3" fmla="*/ 21754 w 516476"/>
                <a:gd name="csY3" fmla="*/ 0 h 538957"/>
                <a:gd name="csX0" fmla="*/ 533296 w 557025"/>
                <a:gd name="csY0" fmla="*/ 538957 h 538957"/>
                <a:gd name="csX1" fmla="*/ 530752 w 557025"/>
                <a:gd name="csY1" fmla="*/ 438151 h 538957"/>
                <a:gd name="csX2" fmla="*/ 190288 w 557025"/>
                <a:gd name="csY2" fmla="*/ 353221 h 538957"/>
                <a:gd name="csX3" fmla="*/ 62303 w 557025"/>
                <a:gd name="csY3" fmla="*/ 0 h 538957"/>
                <a:gd name="csX0" fmla="*/ 496970 w 706875"/>
                <a:gd name="csY0" fmla="*/ 538957 h 538957"/>
                <a:gd name="csX1" fmla="*/ 698610 w 706875"/>
                <a:gd name="csY1" fmla="*/ 440532 h 538957"/>
                <a:gd name="csX2" fmla="*/ 153962 w 706875"/>
                <a:gd name="csY2" fmla="*/ 353221 h 538957"/>
                <a:gd name="csX3" fmla="*/ 25977 w 706875"/>
                <a:gd name="csY3" fmla="*/ 0 h 538957"/>
                <a:gd name="csX0" fmla="*/ 741988 w 757457"/>
                <a:gd name="csY0" fmla="*/ 538957 h 538957"/>
                <a:gd name="csX1" fmla="*/ 698610 w 757457"/>
                <a:gd name="csY1" fmla="*/ 440532 h 538957"/>
                <a:gd name="csX2" fmla="*/ 153962 w 757457"/>
                <a:gd name="csY2" fmla="*/ 353221 h 538957"/>
                <a:gd name="csX3" fmla="*/ 25977 w 757457"/>
                <a:gd name="csY3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41988 w 741988"/>
                <a:gd name="csY0" fmla="*/ 538957 h 538957"/>
                <a:gd name="csX1" fmla="*/ 153962 w 741988"/>
                <a:gd name="csY1" fmla="*/ 353221 h 538957"/>
                <a:gd name="csX2" fmla="*/ 25977 w 741988"/>
                <a:gd name="csY2" fmla="*/ 0 h 538957"/>
                <a:gd name="csX0" fmla="*/ 789020 w 789020"/>
                <a:gd name="csY0" fmla="*/ 538957 h 538957"/>
                <a:gd name="csX1" fmla="*/ 200994 w 789020"/>
                <a:gd name="csY1" fmla="*/ 353221 h 538957"/>
                <a:gd name="csX2" fmla="*/ 73009 w 789020"/>
                <a:gd name="csY2" fmla="*/ 0 h 538957"/>
                <a:gd name="csX0" fmla="*/ 746400 w 746400"/>
                <a:gd name="csY0" fmla="*/ 538957 h 538957"/>
                <a:gd name="csX1" fmla="*/ 158374 w 746400"/>
                <a:gd name="csY1" fmla="*/ 353221 h 538957"/>
                <a:gd name="csX2" fmla="*/ 30389 w 746400"/>
                <a:gd name="csY2" fmla="*/ 0 h 538957"/>
                <a:gd name="csX0" fmla="*/ 757346 w 757346"/>
                <a:gd name="csY0" fmla="*/ 538957 h 538957"/>
                <a:gd name="csX1" fmla="*/ 169320 w 757346"/>
                <a:gd name="csY1" fmla="*/ 353221 h 538957"/>
                <a:gd name="csX2" fmla="*/ 41335 w 757346"/>
                <a:gd name="csY2" fmla="*/ 0 h 538957"/>
                <a:gd name="csX0" fmla="*/ 725971 w 725971"/>
                <a:gd name="csY0" fmla="*/ 538957 h 538957"/>
                <a:gd name="csX1" fmla="*/ 137945 w 725971"/>
                <a:gd name="csY1" fmla="*/ 353221 h 538957"/>
                <a:gd name="csX2" fmla="*/ 9960 w 725971"/>
                <a:gd name="csY2" fmla="*/ 0 h 538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5971" h="538957">
                  <a:moveTo>
                    <a:pt x="725971" y="538957"/>
                  </a:moveTo>
                  <a:cubicBezTo>
                    <a:pt x="695347" y="433587"/>
                    <a:pt x="328747" y="428760"/>
                    <a:pt x="137945" y="353221"/>
                  </a:cubicBezTo>
                  <a:cubicBezTo>
                    <a:pt x="-52857" y="277682"/>
                    <a:pt x="9822" y="146515"/>
                    <a:pt x="9960" y="0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0B31259-154F-F05F-D216-1235F718B2B1}"/>
                    </a:ext>
                  </a:extLst>
                </p:cNvPr>
                <p:cNvSpPr txBox="1"/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0B31259-154F-F05F-D216-1235F718B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8311" y="5098892"/>
                  <a:ext cx="287195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D2D06D3-99B9-1F11-4421-95F65A525B05}"/>
                </a:ext>
              </a:extLst>
            </p:cNvPr>
            <p:cNvCxnSpPr>
              <a:cxnSpLocks/>
            </p:cNvCxnSpPr>
            <p:nvPr/>
          </p:nvCxnSpPr>
          <p:spPr>
            <a:xfrm>
              <a:off x="8500802" y="5099462"/>
              <a:ext cx="0" cy="67532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5B81208-50FD-1CC8-A6D7-F3227981C79A}"/>
                </a:ext>
              </a:extLst>
            </p:cNvPr>
            <p:cNvCxnSpPr>
              <a:cxnSpLocks/>
            </p:cNvCxnSpPr>
            <p:nvPr/>
          </p:nvCxnSpPr>
          <p:spPr>
            <a:xfrm>
              <a:off x="8505074" y="5635679"/>
              <a:ext cx="9144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17CF2CA-8887-421B-773B-22940B9223CB}"/>
                </a:ext>
              </a:extLst>
            </p:cNvPr>
            <p:cNvCxnSpPr>
              <a:cxnSpLocks/>
            </p:cNvCxnSpPr>
            <p:nvPr/>
          </p:nvCxnSpPr>
          <p:spPr>
            <a:xfrm>
              <a:off x="8497627" y="5745217"/>
              <a:ext cx="182685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EA1916C-CDA1-B1E3-29C2-0353AEB36E69}"/>
                </a:ext>
              </a:extLst>
            </p:cNvPr>
            <p:cNvGrpSpPr/>
            <p:nvPr/>
          </p:nvGrpSpPr>
          <p:grpSpPr>
            <a:xfrm flipH="1">
              <a:off x="8505071" y="5522992"/>
              <a:ext cx="50178" cy="59119"/>
              <a:chOff x="2454818" y="2635951"/>
              <a:chExt cx="132334" cy="47181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117CB2B-1A22-0550-1F3B-56E6D3B4C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642" y="2635951"/>
                <a:ext cx="8951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57D178AD-3089-4D44-9DF9-321989FFF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818" y="2683132"/>
                <a:ext cx="13233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BA7BCFE-E64E-26A2-C229-0F676129DF76}"/>
                </a:ext>
              </a:extLst>
            </p:cNvPr>
            <p:cNvSpPr/>
            <p:nvPr/>
          </p:nvSpPr>
          <p:spPr>
            <a:xfrm>
              <a:off x="8877319" y="5532937"/>
              <a:ext cx="366713" cy="242947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 cap="flat" cmpd="sng" algn="ctr">
              <a:solidFill>
                <a:srgbClr val="4EA72E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85E6908-06C8-D714-4354-6D50FCD38FEB}"/>
                </a:ext>
              </a:extLst>
            </p:cNvPr>
            <p:cNvGrpSpPr/>
            <p:nvPr/>
          </p:nvGrpSpPr>
          <p:grpSpPr>
            <a:xfrm>
              <a:off x="8910221" y="5551498"/>
              <a:ext cx="109538" cy="221843"/>
              <a:chOff x="2702479" y="3807697"/>
              <a:chExt cx="109538" cy="182685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FA54FBF0-FCFD-CBE3-10CE-55B798BAB2A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83512" y="390927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58B81718-B094-2B8C-21F3-8472CF2B88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56758" y="393722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B5C81B3-8413-9D3F-D993-1CB60ED932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720674" y="389904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B9CC027-1B31-DB84-36A4-F75C4010AC86}"/>
                </a:ext>
              </a:extLst>
            </p:cNvPr>
            <p:cNvGrpSpPr/>
            <p:nvPr/>
          </p:nvGrpSpPr>
          <p:grpSpPr>
            <a:xfrm flipH="1">
              <a:off x="9080477" y="5529086"/>
              <a:ext cx="121866" cy="251159"/>
              <a:chOff x="2980732" y="3826755"/>
              <a:chExt cx="109538" cy="182685"/>
            </a:xfrm>
          </p:grpSpPr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764CED6E-1641-2620-6C6D-5249ED6B9DD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1765" y="3928322"/>
                <a:ext cx="14602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78094D1-8A72-40A3-D9FA-E702374577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5011" y="3956273"/>
                <a:ext cx="91442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956657A-60FC-A23F-1133-4FB6CA2650E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98927" y="3918098"/>
                <a:ext cx="18268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655D9F1-D785-C5A1-45D8-5FD7F0819AC0}"/>
                    </a:ext>
                  </a:extLst>
                </p:cNvPr>
                <p:cNvSpPr txBox="1"/>
                <p:nvPr/>
              </p:nvSpPr>
              <p:spPr>
                <a:xfrm>
                  <a:off x="9098418" y="5387780"/>
                  <a:ext cx="98828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  <m: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en-NL" sz="12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655D9F1-D785-C5A1-45D8-5FD7F0819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8418" y="5387780"/>
                  <a:ext cx="988283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746D4B8-F643-0BFB-022A-E23A6333E7C4}"/>
                    </a:ext>
                  </a:extLst>
                </p:cNvPr>
                <p:cNvSpPr txBox="1"/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i="1" smtClean="0">
                                <a:solidFill>
                                  <a:srgbClr val="0F9ED5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 smtClean="0">
                            <a:solidFill>
                              <a:srgbClr val="0F9ED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sz="1200" dirty="0">
                    <a:solidFill>
                      <a:srgbClr val="0F9ED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746D4B8-F643-0BFB-022A-E23A6333E7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0117" y="4614631"/>
                  <a:ext cx="641714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9CBDB4E-2235-54B6-0CD3-1BB2B7D17A44}"/>
                </a:ext>
              </a:extLst>
            </p:cNvPr>
            <p:cNvSpPr txBox="1"/>
            <p:nvPr/>
          </p:nvSpPr>
          <p:spPr>
            <a:xfrm>
              <a:off x="7923252" y="4430368"/>
              <a:ext cx="980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ptos" panose="02110004020202020204"/>
                </a:rPr>
                <a:t>TS wave</a:t>
              </a:r>
              <a:endParaRPr lang="en-NL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2A851E7-1560-133E-F8B7-FAAB5F820603}"/>
                </a:ext>
              </a:extLst>
            </p:cNvPr>
            <p:cNvSpPr/>
            <p:nvPr/>
          </p:nvSpPr>
          <p:spPr>
            <a:xfrm>
              <a:off x="7697734" y="5417466"/>
              <a:ext cx="539727" cy="154700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5B718B2-00FD-C6AF-EC21-F696F910B0E3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8061344" y="4799700"/>
              <a:ext cx="352235" cy="530905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7B281-8502-1093-AF84-044A684AE22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82210" y="6405669"/>
            <a:ext cx="442430" cy="16785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Segoe UI Light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66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F0BE3-217C-E303-2937-0B6DE9A6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3D692C-412D-8A7E-55B3-332E2AF541D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Segoe UI Light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6FFA63B8-B4DA-BBA3-689C-5D8AF01B73B4}"/>
              </a:ext>
            </a:extLst>
          </p:cNvPr>
          <p:cNvSpPr/>
          <p:nvPr/>
        </p:nvSpPr>
        <p:spPr>
          <a:xfrm>
            <a:off x="4588088" y="954779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7EE2F397-88D4-A495-E231-BA691F87AB59}"/>
              </a:ext>
            </a:extLst>
          </p:cNvPr>
          <p:cNvSpPr/>
          <p:nvPr/>
        </p:nvSpPr>
        <p:spPr>
          <a:xfrm>
            <a:off x="4588088" y="1670823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27C2BC2-C0E2-1A24-BB15-D4F12981E71C}"/>
              </a:ext>
            </a:extLst>
          </p:cNvPr>
          <p:cNvSpPr/>
          <p:nvPr/>
        </p:nvSpPr>
        <p:spPr>
          <a:xfrm>
            <a:off x="4588088" y="2386867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DB92D9A-C91B-E5E4-EEB7-0E78CF54051F}"/>
              </a:ext>
            </a:extLst>
          </p:cNvPr>
          <p:cNvSpPr/>
          <p:nvPr/>
        </p:nvSpPr>
        <p:spPr>
          <a:xfrm>
            <a:off x="4588088" y="3102911"/>
            <a:ext cx="7124941" cy="622646"/>
          </a:xfrm>
          <a:custGeom>
            <a:avLst/>
            <a:gdLst>
              <a:gd name="csX0" fmla="*/ 0 w 7124941"/>
              <a:gd name="csY0" fmla="*/ 0 h 622646"/>
              <a:gd name="csX1" fmla="*/ 7124941 w 7124941"/>
              <a:gd name="csY1" fmla="*/ 0 h 622646"/>
              <a:gd name="csX2" fmla="*/ 7124941 w 7124941"/>
              <a:gd name="csY2" fmla="*/ 622646 h 622646"/>
              <a:gd name="csX3" fmla="*/ 0 w 7124941"/>
              <a:gd name="csY3" fmla="*/ 622646 h 622646"/>
              <a:gd name="csX4" fmla="*/ 0 w 7124941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24941" h="622646">
                <a:moveTo>
                  <a:pt x="0" y="0"/>
                </a:moveTo>
                <a:lnTo>
                  <a:pt x="7124941" y="0"/>
                </a:lnTo>
                <a:lnTo>
                  <a:pt x="7124941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11430" rIns="22860" bIns="11430" numCol="1" spcCol="1270" anchor="ctr" anchorCtr="0">
            <a:noAutofit/>
          </a:bodyPr>
          <a:lstStyle/>
          <a:p>
            <a:pPr marL="0" marR="0" lvl="0" indent="0" algn="l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4F0D9-23D2-2643-7740-73583272A613}"/>
              </a:ext>
            </a:extLst>
          </p:cNvPr>
          <p:cNvCxnSpPr>
            <a:cxnSpLocks/>
          </p:cNvCxnSpPr>
          <p:nvPr/>
        </p:nvCxnSpPr>
        <p:spPr>
          <a:xfrm>
            <a:off x="9134096" y="976704"/>
            <a:ext cx="0" cy="5019915"/>
          </a:xfrm>
          <a:prstGeom prst="line">
            <a:avLst/>
          </a:prstGeom>
          <a:ln w="635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8000">
                  <a:schemeClr val="accent1"/>
                </a:gs>
                <a:gs pos="38000">
                  <a:srgbClr val="00B0F0"/>
                </a:gs>
                <a:gs pos="100000">
                  <a:schemeClr val="bg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3CF7FDB-C379-A8C9-3F9E-92B39CB51560}"/>
              </a:ext>
            </a:extLst>
          </p:cNvPr>
          <p:cNvSpPr/>
          <p:nvPr/>
        </p:nvSpPr>
        <p:spPr>
          <a:xfrm>
            <a:off x="768450" y="984311"/>
            <a:ext cx="8183868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Background and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research gap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7AE9469-2444-27E7-9F8F-02498DC43458}"/>
              </a:ext>
            </a:extLst>
          </p:cNvPr>
          <p:cNvSpPr/>
          <p:nvPr/>
        </p:nvSpPr>
        <p:spPr>
          <a:xfrm>
            <a:off x="5169446" y="170035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b="1">
                <a:solidFill>
                  <a:srgbClr val="00A6D6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Research questions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1443A59-4E93-BE02-EA83-384017CCCBF9}"/>
              </a:ext>
            </a:extLst>
          </p:cNvPr>
          <p:cNvSpPr/>
          <p:nvPr/>
        </p:nvSpPr>
        <p:spPr>
          <a:xfrm>
            <a:off x="5169446" y="2416399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Methodology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A56B0BC-600C-195D-2E96-1B984F40D8E0}"/>
              </a:ext>
            </a:extLst>
          </p:cNvPr>
          <p:cNvSpPr/>
          <p:nvPr/>
        </p:nvSpPr>
        <p:spPr>
          <a:xfrm>
            <a:off x="5169446" y="3132443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Stage-I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5A52CCE-A036-1D85-27EC-F6B8B5562815}"/>
              </a:ext>
            </a:extLst>
          </p:cNvPr>
          <p:cNvSpPr/>
          <p:nvPr/>
        </p:nvSpPr>
        <p:spPr>
          <a:xfrm>
            <a:off x="5169446" y="3848487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marL="0" marR="0" lvl="0" indent="0" algn="r" defTabSz="977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Stage-II</a:t>
            </a:r>
            <a:endParaRPr kumimoji="0" lang="en-NL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2958C42-73A7-8751-8A8E-E77E5E052F7D}"/>
              </a:ext>
            </a:extLst>
          </p:cNvPr>
          <p:cNvSpPr/>
          <p:nvPr/>
        </p:nvSpPr>
        <p:spPr>
          <a:xfrm>
            <a:off x="5169446" y="4564531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rgbClr val="000000">
                    <a:alpha val="25000"/>
                  </a:srgbClr>
                </a:solidFill>
                <a:latin typeface="Arial" panose="020B0604020202020204"/>
              </a:rPr>
              <a:t>Stage-III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E502D22-DF2C-1CC5-8102-CB362C697647}"/>
              </a:ext>
            </a:extLst>
          </p:cNvPr>
          <p:cNvSpPr/>
          <p:nvPr/>
        </p:nvSpPr>
        <p:spPr>
          <a:xfrm>
            <a:off x="5169446" y="5280575"/>
            <a:ext cx="3579680" cy="622646"/>
          </a:xfrm>
          <a:custGeom>
            <a:avLst/>
            <a:gdLst>
              <a:gd name="csX0" fmla="*/ 0 w 3579680"/>
              <a:gd name="csY0" fmla="*/ 0 h 622646"/>
              <a:gd name="csX1" fmla="*/ 3579680 w 3579680"/>
              <a:gd name="csY1" fmla="*/ 0 h 622646"/>
              <a:gd name="csX2" fmla="*/ 3579680 w 3579680"/>
              <a:gd name="csY2" fmla="*/ 622646 h 622646"/>
              <a:gd name="csX3" fmla="*/ 0 w 3579680"/>
              <a:gd name="csY3" fmla="*/ 622646 h 622646"/>
              <a:gd name="csX4" fmla="*/ 0 w 3579680"/>
              <a:gd name="csY4" fmla="*/ 0 h 622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9680" h="622646">
                <a:moveTo>
                  <a:pt x="0" y="0"/>
                </a:moveTo>
                <a:lnTo>
                  <a:pt x="3579680" y="0"/>
                </a:lnTo>
                <a:lnTo>
                  <a:pt x="3579680" y="622646"/>
                </a:lnTo>
                <a:lnTo>
                  <a:pt x="0" y="6226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940" tIns="13970" rIns="83820" bIns="13970" numCol="1" spcCol="1270" anchor="ctr" anchorCtr="0">
            <a:noAutofit/>
          </a:bodyPr>
          <a:lstStyle/>
          <a:p>
            <a:pPr algn="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srgbClr val="000000"/>
                </a:solidFill>
                <a:latin typeface="Arial" panose="020B0604020202020204"/>
              </a:rPr>
              <a:t>Conclusions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282E450-760F-C663-CA9F-8F2F2FD7B3C8}"/>
              </a:ext>
            </a:extLst>
          </p:cNvPr>
          <p:cNvSpPr/>
          <p:nvPr/>
        </p:nvSpPr>
        <p:spPr>
          <a:xfrm>
            <a:off x="9046466" y="5535301"/>
            <a:ext cx="184149" cy="1685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C5EE5E-543C-A87E-1A74-E3D6131DC747}"/>
              </a:ext>
            </a:extLst>
          </p:cNvPr>
          <p:cNvSpPr/>
          <p:nvPr/>
        </p:nvSpPr>
        <p:spPr>
          <a:xfrm>
            <a:off x="9076903" y="1986388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C86D14-0F86-7CC2-9BDC-1DD4071D1787}"/>
              </a:ext>
            </a:extLst>
          </p:cNvPr>
          <p:cNvSpPr/>
          <p:nvPr/>
        </p:nvSpPr>
        <p:spPr>
          <a:xfrm>
            <a:off x="9076903" y="123844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6CDF98-FDAB-E798-CECB-9988D8BE59FE}"/>
              </a:ext>
            </a:extLst>
          </p:cNvPr>
          <p:cNvSpPr/>
          <p:nvPr/>
        </p:nvSpPr>
        <p:spPr>
          <a:xfrm>
            <a:off x="9071823" y="2702431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F56A47-4372-DFB7-9011-B4443C38E6C0}"/>
              </a:ext>
            </a:extLst>
          </p:cNvPr>
          <p:cNvSpPr/>
          <p:nvPr/>
        </p:nvSpPr>
        <p:spPr>
          <a:xfrm>
            <a:off x="9081348" y="33796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F6111A-94B2-7A2C-E129-673DF14A7B0F}"/>
              </a:ext>
            </a:extLst>
          </p:cNvPr>
          <p:cNvSpPr/>
          <p:nvPr/>
        </p:nvSpPr>
        <p:spPr>
          <a:xfrm>
            <a:off x="9071823" y="4142386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4FACEB-4F08-4CA8-CFC3-F7A4A2A5E12F}"/>
              </a:ext>
            </a:extLst>
          </p:cNvPr>
          <p:cNvSpPr/>
          <p:nvPr/>
        </p:nvSpPr>
        <p:spPr>
          <a:xfrm>
            <a:off x="9081348" y="4844763"/>
            <a:ext cx="114386" cy="1143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56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A1E1-B149-A75E-2D26-1DD2B718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927763-2B11-50AD-8038-076F36F2B37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F6C01D-909D-9894-4458-6E298BD1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6" y="143840"/>
            <a:ext cx="10752610" cy="323409"/>
          </a:xfrm>
        </p:spPr>
        <p:txBody>
          <a:bodyPr/>
          <a:lstStyle/>
          <a:p>
            <a:r>
              <a:rPr lang="en-US" dirty="0"/>
              <a:t>Answers to the research questions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E0847-2F11-6705-9097-FDFD806F6FD1}"/>
              </a:ext>
            </a:extLst>
          </p:cNvPr>
          <p:cNvSpPr txBox="1"/>
          <p:nvPr/>
        </p:nvSpPr>
        <p:spPr>
          <a:xfrm>
            <a:off x="115376" y="1313266"/>
            <a:ext cx="6732154" cy="14964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800100" lvl="1" indent="-342900">
              <a:spcBef>
                <a:spcPts val="600"/>
              </a:spcBef>
              <a:spcAft>
                <a:spcPts val="12000"/>
              </a:spcAft>
              <a:buFont typeface="+mj-lt"/>
              <a:buAutoNum type="arabicPeriod"/>
            </a:pPr>
            <a:r>
              <a:rPr lang="en-NL" sz="1600" dirty="0"/>
              <a:t>How does the </a:t>
            </a:r>
            <a:r>
              <a:rPr lang="en-NL" sz="1600" b="1" dirty="0"/>
              <a:t>admittance phase of composite resonators vary across different resonance modes</a:t>
            </a:r>
            <a:r>
              <a:rPr lang="en-US" sz="1600" b="1" dirty="0"/>
              <a:t> and how can we tune it?</a:t>
            </a:r>
            <a:endParaRPr lang="en-US" sz="1600" dirty="0"/>
          </a:p>
          <a:p>
            <a:pPr marL="800100" lvl="1" indent="-342900">
              <a:spcBef>
                <a:spcPts val="600"/>
              </a:spcBef>
              <a:spcAft>
                <a:spcPts val="6000"/>
              </a:spcAft>
              <a:buFont typeface="+mj-lt"/>
              <a:buAutoNum type="arabicPeriod"/>
            </a:pPr>
            <a:r>
              <a:rPr lang="en-NL" sz="1600" dirty="0"/>
              <a:t>How can </a:t>
            </a:r>
            <a:r>
              <a:rPr lang="en-US" sz="1600" dirty="0"/>
              <a:t>they </a:t>
            </a:r>
            <a:r>
              <a:rPr lang="en-NL" sz="1600" dirty="0"/>
              <a:t>be tuned to </a:t>
            </a:r>
            <a:r>
              <a:rPr lang="en-NL" sz="1600" b="1" dirty="0"/>
              <a:t>operate at a desired frequency </a:t>
            </a:r>
            <a:r>
              <a:rPr lang="en-NL" sz="1600" dirty="0"/>
              <a:t>while maintaining </a:t>
            </a:r>
            <a:r>
              <a:rPr lang="en-NL" sz="1600" b="1" dirty="0"/>
              <a:t>subwavelength dimensions</a:t>
            </a:r>
            <a:r>
              <a:rPr lang="en-NL" sz="1600" dirty="0"/>
              <a:t>?</a:t>
            </a:r>
            <a:endParaRPr lang="en-US" sz="16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How much TS wave attenuation do the tuned designs result in?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NL" sz="16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197A36-31CF-0713-1298-9EE1EA30D931}"/>
              </a:ext>
            </a:extLst>
          </p:cNvPr>
          <p:cNvSpPr/>
          <p:nvPr/>
        </p:nvSpPr>
        <p:spPr>
          <a:xfrm>
            <a:off x="7622996" y="628059"/>
            <a:ext cx="4264204" cy="131619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The admittance phase is outside the favorable limits except for a narrow range of post resonance frequencies  </a:t>
            </a:r>
            <a:endParaRPr lang="en-NL" sz="1400" dirty="0" err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E37BFB-EE03-107F-C5A2-58A94ADA0480}"/>
              </a:ext>
            </a:extLst>
          </p:cNvPr>
          <p:cNvSpPr/>
          <p:nvPr/>
        </p:nvSpPr>
        <p:spPr>
          <a:xfrm>
            <a:off x="7671720" y="2051360"/>
            <a:ext cx="4177334" cy="103303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Passivity limits the admittance phase values of SISO systems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No advantage from coupled resonance</a:t>
            </a:r>
            <a:endParaRPr lang="en-NL" sz="16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21CDBBA4-33AF-DAD3-62A4-03B6CF66889E}"/>
                  </a:ext>
                </a:extLst>
              </p:cNvPr>
              <p:cNvSpPr/>
              <p:nvPr/>
            </p:nvSpPr>
            <p:spPr>
              <a:xfrm>
                <a:off x="7574544" y="4650388"/>
                <a:ext cx="3086035" cy="78494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≈− 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to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1400" dirty="0"/>
                  <a:t> (for air based boundary layer)</a:t>
                </a:r>
                <a:endParaRPr lang="en-NL" sz="1400" dirty="0" err="1"/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21CDBBA4-33AF-DAD3-62A4-03B6CF6688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544" y="4650388"/>
                <a:ext cx="3086035" cy="7849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A180EC-C962-9E26-D244-42B18A6D6C2B}"/>
              </a:ext>
            </a:extLst>
          </p:cNvPr>
          <p:cNvCxnSpPr/>
          <p:nvPr/>
        </p:nvCxnSpPr>
        <p:spPr>
          <a:xfrm>
            <a:off x="7328134" y="1326969"/>
            <a:ext cx="270164" cy="0"/>
          </a:xfrm>
          <a:prstGeom prst="straightConnector1">
            <a:avLst/>
          </a:prstGeom>
          <a:ln w="28575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5B115E-EDB7-FD32-4F05-E9FC45D2185F}"/>
              </a:ext>
            </a:extLst>
          </p:cNvPr>
          <p:cNvCxnSpPr/>
          <p:nvPr/>
        </p:nvCxnSpPr>
        <p:spPr>
          <a:xfrm>
            <a:off x="7342634" y="2535391"/>
            <a:ext cx="270164" cy="0"/>
          </a:xfrm>
          <a:prstGeom prst="straightConnector1">
            <a:avLst/>
          </a:prstGeom>
          <a:ln w="28575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2E2BFB-D331-15AF-735A-DC9E205B738F}"/>
              </a:ext>
            </a:extLst>
          </p:cNvPr>
          <p:cNvCxnSpPr/>
          <p:nvPr/>
        </p:nvCxnSpPr>
        <p:spPr>
          <a:xfrm>
            <a:off x="7255929" y="5020560"/>
            <a:ext cx="270164" cy="0"/>
          </a:xfrm>
          <a:prstGeom prst="straightConnector1">
            <a:avLst/>
          </a:prstGeom>
          <a:ln w="28575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3D4D81A-3492-09C5-09FE-A860356B3581}"/>
              </a:ext>
            </a:extLst>
          </p:cNvPr>
          <p:cNvSpPr/>
          <p:nvPr/>
        </p:nvSpPr>
        <p:spPr>
          <a:xfrm>
            <a:off x="440122" y="2567877"/>
            <a:ext cx="6369154" cy="134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8251FB-8F01-DABF-E5C7-611CD2B18B12}"/>
              </a:ext>
            </a:extLst>
          </p:cNvPr>
          <p:cNvSpPr/>
          <p:nvPr/>
        </p:nvSpPr>
        <p:spPr>
          <a:xfrm>
            <a:off x="440122" y="3979830"/>
            <a:ext cx="6369154" cy="134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0012FB-0E47-DC47-8F6E-C0106B65D30B}"/>
              </a:ext>
            </a:extLst>
          </p:cNvPr>
          <p:cNvSpPr/>
          <p:nvPr/>
        </p:nvSpPr>
        <p:spPr>
          <a:xfrm>
            <a:off x="342946" y="1155924"/>
            <a:ext cx="6573515" cy="134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44703D-B420-81E4-F714-ADF93DCFA5D3}"/>
              </a:ext>
            </a:extLst>
          </p:cNvPr>
          <p:cNvSpPr/>
          <p:nvPr/>
        </p:nvSpPr>
        <p:spPr>
          <a:xfrm>
            <a:off x="7574544" y="3492090"/>
            <a:ext cx="4177334" cy="103303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exact subwavelength limit was identified through scale separation test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Tuning workflow is provided to meet the operating conditions</a:t>
            </a:r>
            <a:endParaRPr lang="en-NL" sz="1600" dirty="0" err="1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337BF8-452B-85F9-5E9A-A10D8A6E49A4}"/>
              </a:ext>
            </a:extLst>
          </p:cNvPr>
          <p:cNvCxnSpPr/>
          <p:nvPr/>
        </p:nvCxnSpPr>
        <p:spPr>
          <a:xfrm>
            <a:off x="7255929" y="4008607"/>
            <a:ext cx="270164" cy="0"/>
          </a:xfrm>
          <a:prstGeom prst="straightConnector1">
            <a:avLst/>
          </a:prstGeom>
          <a:ln w="28575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60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7" grpId="0" animBg="1"/>
      <p:bldP spid="12" grpId="0" animBg="1"/>
      <p:bldP spid="16" grpId="0" animBg="1"/>
      <p:bldP spid="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B7FE3-A3A7-AAFD-39A0-5C31AA7B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98D9F6-9F52-95E7-8DF8-B12056EC413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1C5581-DB0E-751B-EBF8-D66F4E9C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9" y="164461"/>
            <a:ext cx="10752610" cy="323409"/>
          </a:xfrm>
        </p:spPr>
        <p:txBody>
          <a:bodyPr/>
          <a:lstStyle/>
          <a:p>
            <a:r>
              <a:rPr lang="en-US" dirty="0"/>
              <a:t>Recommendations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CBCB93-99F5-0DA9-7B53-ACF9E7391BB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857" y="767641"/>
            <a:ext cx="7284216" cy="4435476"/>
          </a:xfrm>
        </p:spPr>
        <p:txBody>
          <a:bodyPr/>
          <a:lstStyle/>
          <a:p>
            <a:pPr>
              <a:spcAft>
                <a:spcPts val="2400"/>
              </a:spcAft>
            </a:pPr>
            <a:r>
              <a:rPr lang="en-US" dirty="0"/>
              <a:t>For a water based boundary layer the SMCR based LRUs can be further explored for optimization and practical implementation. </a:t>
            </a:r>
          </a:p>
          <a:p>
            <a:pPr>
              <a:spcAft>
                <a:spcPts val="6000"/>
              </a:spcAft>
            </a:pPr>
            <a:r>
              <a:rPr lang="en-US" dirty="0"/>
              <a:t>Although the attenuation of a single composite resonator based LRU is low, one can achieve cumulative attenuation through implementation in aperiodic array.</a:t>
            </a:r>
          </a:p>
          <a:p>
            <a:pPr>
              <a:spcAft>
                <a:spcPts val="6000"/>
              </a:spcAft>
            </a:pPr>
            <a:r>
              <a:rPr lang="en-US" dirty="0"/>
              <a:t>Considering the limitation of SISO type systems in admittance phase, multiple input multiple output (MIMO) type systems can be explored.</a:t>
            </a:r>
          </a:p>
          <a:p>
            <a:r>
              <a:rPr lang="en-US" dirty="0"/>
              <a:t>Further verification in fully coupled fluid structure interaction simulations. </a:t>
            </a:r>
            <a:endParaRPr lang="en-NL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1D74B13-8BC9-DC38-607B-9E9DC8E53495}"/>
              </a:ext>
            </a:extLst>
          </p:cNvPr>
          <p:cNvGrpSpPr/>
          <p:nvPr/>
        </p:nvGrpSpPr>
        <p:grpSpPr>
          <a:xfrm>
            <a:off x="8253945" y="1563615"/>
            <a:ext cx="2560955" cy="1097478"/>
            <a:chOff x="8160088" y="525890"/>
            <a:chExt cx="2512135" cy="107655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6E21A0-47E9-9EF8-636C-D281C0E8282D}"/>
                </a:ext>
              </a:extLst>
            </p:cNvPr>
            <p:cNvSpPr/>
            <p:nvPr/>
          </p:nvSpPr>
          <p:spPr>
            <a:xfrm>
              <a:off x="8160088" y="1287993"/>
              <a:ext cx="2512135" cy="314453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61FE60-607E-0F71-B11B-63157EA85752}"/>
                </a:ext>
              </a:extLst>
            </p:cNvPr>
            <p:cNvSpPr/>
            <p:nvPr/>
          </p:nvSpPr>
          <p:spPr>
            <a:xfrm>
              <a:off x="8386855" y="1287684"/>
              <a:ext cx="230909" cy="1939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C4EDD6-A4BA-679F-566D-7FA836D00B36}"/>
                </a:ext>
              </a:extLst>
            </p:cNvPr>
            <p:cNvSpPr/>
            <p:nvPr/>
          </p:nvSpPr>
          <p:spPr>
            <a:xfrm>
              <a:off x="8845627" y="1284696"/>
              <a:ext cx="230909" cy="1939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0F7231-F773-6257-BD57-7E562F5F84F6}"/>
                </a:ext>
              </a:extLst>
            </p:cNvPr>
            <p:cNvSpPr/>
            <p:nvPr/>
          </p:nvSpPr>
          <p:spPr>
            <a:xfrm>
              <a:off x="9299631" y="1285734"/>
              <a:ext cx="230909" cy="1939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571E28-7B7B-61FE-10F2-F2DF9BEFB9FA}"/>
                </a:ext>
              </a:extLst>
            </p:cNvPr>
            <p:cNvSpPr/>
            <p:nvPr/>
          </p:nvSpPr>
          <p:spPr>
            <a:xfrm>
              <a:off x="9785120" y="1284696"/>
              <a:ext cx="230909" cy="1939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68F6F7-B401-3AB5-EF58-942795E60A18}"/>
                </a:ext>
              </a:extLst>
            </p:cNvPr>
            <p:cNvSpPr/>
            <p:nvPr/>
          </p:nvSpPr>
          <p:spPr>
            <a:xfrm>
              <a:off x="10276959" y="1284696"/>
              <a:ext cx="230909" cy="1939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4EEE49-9517-3BF4-7419-6705AA7CC4E3}"/>
                </a:ext>
              </a:extLst>
            </p:cNvPr>
            <p:cNvSpPr/>
            <p:nvPr/>
          </p:nvSpPr>
          <p:spPr>
            <a:xfrm>
              <a:off x="8274292" y="811370"/>
              <a:ext cx="1449904" cy="314452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8AE060-A7DF-5EE3-3C22-19087A0E4443}"/>
                </a:ext>
              </a:extLst>
            </p:cNvPr>
            <p:cNvSpPr txBox="1"/>
            <p:nvPr/>
          </p:nvSpPr>
          <p:spPr>
            <a:xfrm>
              <a:off x="9517528" y="525890"/>
              <a:ext cx="914400" cy="2838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dirty="0"/>
                <a:t>TS wave</a:t>
              </a:r>
              <a:endParaRPr lang="en-NL" sz="1600" dirty="0" err="1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96292BC-4C86-AC53-A2B8-66C084FC5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76289" y="621209"/>
              <a:ext cx="123621" cy="154373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360CA80-0C00-1576-2ADC-66F758A6A696}"/>
              </a:ext>
            </a:extLst>
          </p:cNvPr>
          <p:cNvGrpSpPr/>
          <p:nvPr/>
        </p:nvGrpSpPr>
        <p:grpSpPr>
          <a:xfrm>
            <a:off x="8074211" y="3357916"/>
            <a:ext cx="2945205" cy="1115268"/>
            <a:chOff x="8166497" y="2045002"/>
            <a:chExt cx="2527985" cy="95727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79CE49-F4C5-E99E-007B-E02E52A4EE74}"/>
                </a:ext>
              </a:extLst>
            </p:cNvPr>
            <p:cNvSpPr/>
            <p:nvPr/>
          </p:nvSpPr>
          <p:spPr>
            <a:xfrm>
              <a:off x="8182347" y="2483198"/>
              <a:ext cx="2512135" cy="514514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B13871F-E09A-DC0E-2486-793F0D9091EC}"/>
                </a:ext>
              </a:extLst>
            </p:cNvPr>
            <p:cNvGrpSpPr/>
            <p:nvPr/>
          </p:nvGrpSpPr>
          <p:grpSpPr>
            <a:xfrm>
              <a:off x="8386855" y="2480450"/>
              <a:ext cx="1199105" cy="521830"/>
              <a:chOff x="8386855" y="2480450"/>
              <a:chExt cx="689681" cy="38792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8C4DBC-772A-85FD-5DC0-A1A76AF6BF63}"/>
                  </a:ext>
                </a:extLst>
              </p:cNvPr>
              <p:cNvSpPr/>
              <p:nvPr/>
            </p:nvSpPr>
            <p:spPr>
              <a:xfrm>
                <a:off x="8386855" y="2483438"/>
                <a:ext cx="230909" cy="193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lang="en-NL" sz="1600" dirty="0" err="1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2A7B585-DEFD-9F5D-B673-706865963FDE}"/>
                  </a:ext>
                </a:extLst>
              </p:cNvPr>
              <p:cNvSpPr/>
              <p:nvPr/>
            </p:nvSpPr>
            <p:spPr>
              <a:xfrm>
                <a:off x="8845627" y="2480450"/>
                <a:ext cx="230909" cy="193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lang="en-NL" sz="1600" dirty="0" err="1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E46F04D-468B-9B40-8D53-3B23DC02F87F}"/>
                  </a:ext>
                </a:extLst>
              </p:cNvPr>
              <p:cNvSpPr/>
              <p:nvPr/>
            </p:nvSpPr>
            <p:spPr>
              <a:xfrm>
                <a:off x="8386855" y="2674414"/>
                <a:ext cx="689681" cy="19396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lang="en-NL" sz="1600" dirty="0" err="1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4A15A9F-C475-C6AD-CBAA-A8FE1CCD8BBA}"/>
                </a:ext>
              </a:extLst>
            </p:cNvPr>
            <p:cNvSpPr/>
            <p:nvPr/>
          </p:nvSpPr>
          <p:spPr>
            <a:xfrm>
              <a:off x="8166497" y="2045002"/>
              <a:ext cx="1449904" cy="314452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238BAC9-2FA4-C10D-73A9-6F56B4412B42}"/>
                </a:ext>
              </a:extLst>
            </p:cNvPr>
            <p:cNvCxnSpPr>
              <a:cxnSpLocks/>
            </p:cNvCxnSpPr>
            <p:nvPr/>
          </p:nvCxnSpPr>
          <p:spPr>
            <a:xfrm>
              <a:off x="8534175" y="2329180"/>
              <a:ext cx="0" cy="148752"/>
            </a:xfrm>
            <a:prstGeom prst="straightConnector1">
              <a:avLst/>
            </a:prstGeom>
            <a:ln w="12700" cap="rnd">
              <a:solidFill>
                <a:srgbClr val="FF0000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A2F467E-CBDC-C0FC-77A8-238C9F596C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8795" y="2316804"/>
              <a:ext cx="0" cy="16112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85C8F3C-C066-B207-2E48-AFBD9E8F8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8415" y="2303712"/>
              <a:ext cx="0" cy="16112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8510525-32A4-1D86-8764-3EEBA2BC95E6}"/>
                </a:ext>
              </a:extLst>
            </p:cNvPr>
            <p:cNvCxnSpPr>
              <a:cxnSpLocks/>
            </p:cNvCxnSpPr>
            <p:nvPr/>
          </p:nvCxnSpPr>
          <p:spPr>
            <a:xfrm>
              <a:off x="9331735" y="2329180"/>
              <a:ext cx="0" cy="148752"/>
            </a:xfrm>
            <a:prstGeom prst="straightConnector1">
              <a:avLst/>
            </a:prstGeom>
            <a:ln w="12700" cap="rnd">
              <a:solidFill>
                <a:srgbClr val="FF0000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BCA5BE-E7CA-D290-774C-553CB26738DF}"/>
              </a:ext>
            </a:extLst>
          </p:cNvPr>
          <p:cNvGrpSpPr/>
          <p:nvPr/>
        </p:nvGrpSpPr>
        <p:grpSpPr>
          <a:xfrm>
            <a:off x="7174498" y="4886524"/>
            <a:ext cx="4993880" cy="1167825"/>
            <a:chOff x="7323669" y="4026148"/>
            <a:chExt cx="4378100" cy="102382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A6A656-335B-0BF4-FFBB-1863EFA8005D}"/>
                </a:ext>
              </a:extLst>
            </p:cNvPr>
            <p:cNvSpPr/>
            <p:nvPr/>
          </p:nvSpPr>
          <p:spPr>
            <a:xfrm>
              <a:off x="7323669" y="4422966"/>
              <a:ext cx="2289596" cy="419649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351BF08-7B60-AEDB-C5D4-D1AEAF93BBB6}"/>
                </a:ext>
              </a:extLst>
            </p:cNvPr>
            <p:cNvSpPr/>
            <p:nvPr/>
          </p:nvSpPr>
          <p:spPr>
            <a:xfrm>
              <a:off x="8586422" y="4432016"/>
              <a:ext cx="365377" cy="31800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18AF945-A412-F39C-34C2-21B18B4C12E8}"/>
                </a:ext>
              </a:extLst>
            </p:cNvPr>
            <p:cNvSpPr/>
            <p:nvPr/>
          </p:nvSpPr>
          <p:spPr>
            <a:xfrm>
              <a:off x="8510220" y="4430262"/>
              <a:ext cx="517779" cy="3206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LRU</a:t>
              </a:r>
              <a:endParaRPr lang="en-N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F239FB6-075A-29C3-B426-67B3BAF4FA39}"/>
                    </a:ext>
                  </a:extLst>
                </p:cNvPr>
                <p:cNvSpPr txBox="1"/>
                <p:nvPr/>
              </p:nvSpPr>
              <p:spPr>
                <a:xfrm>
                  <a:off x="8519288" y="4793967"/>
                  <a:ext cx="542670" cy="2487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</m:oMath>
                    </m:oMathPara>
                  </a14:m>
                  <a:endParaRPr lang="en-NL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F239FB6-075A-29C3-B426-67B3BAF4FA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9288" y="4793967"/>
                  <a:ext cx="542670" cy="248709"/>
                </a:xfrm>
                <a:prstGeom prst="rect">
                  <a:avLst/>
                </a:prstGeom>
                <a:blipFill>
                  <a:blip r:embed="rId3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66B9C23-78AC-7E82-6C41-27037CE4F234}"/>
                </a:ext>
              </a:extLst>
            </p:cNvPr>
            <p:cNvCxnSpPr>
              <a:cxnSpLocks/>
            </p:cNvCxnSpPr>
            <p:nvPr/>
          </p:nvCxnSpPr>
          <p:spPr>
            <a:xfrm>
              <a:off x="8771944" y="4758267"/>
              <a:ext cx="0" cy="1254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C9C0F32-D2CF-ABDC-DD24-E0FDA94D205E}"/>
                </a:ext>
              </a:extLst>
            </p:cNvPr>
            <p:cNvSpPr/>
            <p:nvPr/>
          </p:nvSpPr>
          <p:spPr>
            <a:xfrm>
              <a:off x="8582229" y="4185895"/>
              <a:ext cx="366713" cy="242947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40DD40C-BC6B-6006-0F13-569AC260EC86}"/>
                </a:ext>
              </a:extLst>
            </p:cNvPr>
            <p:cNvGrpSpPr/>
            <p:nvPr/>
          </p:nvGrpSpPr>
          <p:grpSpPr>
            <a:xfrm>
              <a:off x="8615131" y="4204456"/>
              <a:ext cx="109538" cy="221843"/>
              <a:chOff x="2702479" y="3807697"/>
              <a:chExt cx="109538" cy="182685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2BE5A8D-6D67-F7A4-1B26-044B99D0ED9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83512" y="3909272"/>
                <a:ext cx="146020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052D83D-05EF-A2B1-0AC5-AF5AB74187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56758" y="3937223"/>
                <a:ext cx="91442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7B1DD8F-C0E0-03E4-FFF5-5D612D86329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720674" y="3899048"/>
                <a:ext cx="182685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D165AEE-BA54-C6AA-5F9F-E9A872648A46}"/>
                </a:ext>
              </a:extLst>
            </p:cNvPr>
            <p:cNvGrpSpPr/>
            <p:nvPr/>
          </p:nvGrpSpPr>
          <p:grpSpPr>
            <a:xfrm flipH="1">
              <a:off x="8785387" y="4182044"/>
              <a:ext cx="121866" cy="251159"/>
              <a:chOff x="2980732" y="3826755"/>
              <a:chExt cx="109538" cy="182685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F55C3023-C51E-4B97-5A70-C91550D89EE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1765" y="3928322"/>
                <a:ext cx="146020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8E0CBAD1-885E-B072-7E63-D0E4236FF6D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5011" y="3956273"/>
                <a:ext cx="91442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05896D7D-4AD2-CF64-CBC8-5440991165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98927" y="3918098"/>
                <a:ext cx="182685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43CE948-0F4B-C857-445D-218AD0246A0B}"/>
                    </a:ext>
                  </a:extLst>
                </p:cNvPr>
                <p:cNvSpPr txBox="1"/>
                <p:nvPr/>
              </p:nvSpPr>
              <p:spPr>
                <a:xfrm>
                  <a:off x="8803328" y="4040738"/>
                  <a:ext cx="1057633" cy="2487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  <m:r>
                          <a:rPr lang="en-US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en-NL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43CE948-0F4B-C857-445D-218AD0246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3328" y="4040738"/>
                  <a:ext cx="1057633" cy="248709"/>
                </a:xfrm>
                <a:prstGeom prst="rect">
                  <a:avLst/>
                </a:prstGeom>
                <a:blipFill>
                  <a:blip r:embed="rId4"/>
                  <a:stretch>
                    <a:fillRect b="-8511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80B08C80-6B9F-C13A-5BA2-09C68F1ADB52}"/>
                </a:ext>
              </a:extLst>
            </p:cNvPr>
            <p:cNvSpPr/>
            <p:nvPr/>
          </p:nvSpPr>
          <p:spPr>
            <a:xfrm>
              <a:off x="9785120" y="4198932"/>
              <a:ext cx="491839" cy="433859"/>
            </a:xfrm>
            <a:prstGeom prst="rightArrow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dirty="0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14B9C89-1F76-AEC9-7FB5-7BD9C52CBD0F}"/>
                </a:ext>
              </a:extLst>
            </p:cNvPr>
            <p:cNvSpPr/>
            <p:nvPr/>
          </p:nvSpPr>
          <p:spPr>
            <a:xfrm>
              <a:off x="10473965" y="4430262"/>
              <a:ext cx="1098273" cy="419649"/>
            </a:xfrm>
            <a:prstGeom prst="rect">
              <a:avLst/>
            </a:prstGeom>
            <a:pattFill prst="lt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B542A22-FB62-0BAD-6AA9-E539238AAA6B}"/>
                </a:ext>
              </a:extLst>
            </p:cNvPr>
            <p:cNvSpPr/>
            <p:nvPr/>
          </p:nvSpPr>
          <p:spPr>
            <a:xfrm>
              <a:off x="10702830" y="4439312"/>
              <a:ext cx="365377" cy="31800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03A0350-882F-35F5-E8D6-89B1EFDDD0A2}"/>
                </a:ext>
              </a:extLst>
            </p:cNvPr>
            <p:cNvSpPr/>
            <p:nvPr/>
          </p:nvSpPr>
          <p:spPr>
            <a:xfrm>
              <a:off x="10626628" y="4437558"/>
              <a:ext cx="517779" cy="3206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LRU</a:t>
              </a:r>
              <a:endParaRPr lang="en-NL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39A4532-121D-95CE-F9E2-A681CF86728A}"/>
                    </a:ext>
                  </a:extLst>
                </p:cNvPr>
                <p:cNvSpPr txBox="1"/>
                <p:nvPr/>
              </p:nvSpPr>
              <p:spPr>
                <a:xfrm>
                  <a:off x="10672223" y="4801263"/>
                  <a:ext cx="542670" cy="2487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</m:oMath>
                    </m:oMathPara>
                  </a14:m>
                  <a:endParaRPr lang="en-NL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39A4532-121D-95CE-F9E2-A681CF867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2223" y="4801263"/>
                  <a:ext cx="542670" cy="248709"/>
                </a:xfrm>
                <a:prstGeom prst="rect">
                  <a:avLst/>
                </a:prstGeom>
                <a:blipFill>
                  <a:blip r:embed="rId5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04D9FE4-3700-2970-6C0E-50FB215E75B1}"/>
                </a:ext>
              </a:extLst>
            </p:cNvPr>
            <p:cNvCxnSpPr>
              <a:cxnSpLocks/>
            </p:cNvCxnSpPr>
            <p:nvPr/>
          </p:nvCxnSpPr>
          <p:spPr>
            <a:xfrm>
              <a:off x="10888352" y="4765563"/>
              <a:ext cx="0" cy="1254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C827A0B-1860-4370-979E-80586BA9CB38}"/>
                </a:ext>
              </a:extLst>
            </p:cNvPr>
            <p:cNvSpPr/>
            <p:nvPr/>
          </p:nvSpPr>
          <p:spPr>
            <a:xfrm>
              <a:off x="10698637" y="4193191"/>
              <a:ext cx="366713" cy="242947"/>
            </a:xfrm>
            <a:custGeom>
              <a:avLst/>
              <a:gdLst>
                <a:gd name="csX0" fmla="*/ 0 w 366713"/>
                <a:gd name="csY0" fmla="*/ 228636 h 242923"/>
                <a:gd name="csX1" fmla="*/ 166688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36 h 242923"/>
                <a:gd name="csX1" fmla="*/ 200025 w 366713"/>
                <a:gd name="csY1" fmla="*/ 36 h 242923"/>
                <a:gd name="csX2" fmla="*/ 366713 w 366713"/>
                <a:gd name="csY2" fmla="*/ 242923 h 242923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200025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73 h 242960"/>
                <a:gd name="csX1" fmla="*/ 185737 w 366713"/>
                <a:gd name="csY1" fmla="*/ 73 h 242960"/>
                <a:gd name="csX2" fmla="*/ 366713 w 366713"/>
                <a:gd name="csY2" fmla="*/ 242960 h 242960"/>
                <a:gd name="csX0" fmla="*/ 0 w 366713"/>
                <a:gd name="csY0" fmla="*/ 228660 h 242947"/>
                <a:gd name="csX1" fmla="*/ 185737 w 366713"/>
                <a:gd name="csY1" fmla="*/ 60 h 242947"/>
                <a:gd name="csX2" fmla="*/ 366713 w 366713"/>
                <a:gd name="csY2" fmla="*/ 242947 h 2429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6713" h="242947">
                  <a:moveTo>
                    <a:pt x="0" y="228660"/>
                  </a:moveTo>
                  <a:cubicBezTo>
                    <a:pt x="24209" y="141744"/>
                    <a:pt x="67517" y="-3353"/>
                    <a:pt x="185737" y="60"/>
                  </a:cubicBezTo>
                  <a:cubicBezTo>
                    <a:pt x="313677" y="3754"/>
                    <a:pt x="329406" y="143728"/>
                    <a:pt x="366713" y="242947"/>
                  </a:cubicBezTo>
                </a:path>
              </a:pathLst>
            </a:custGeom>
            <a:noFill/>
            <a:ln w="1270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4408F0B-F0EA-1DCA-70E9-ACB8643F5A40}"/>
                </a:ext>
              </a:extLst>
            </p:cNvPr>
            <p:cNvGrpSpPr/>
            <p:nvPr/>
          </p:nvGrpSpPr>
          <p:grpSpPr>
            <a:xfrm>
              <a:off x="10731539" y="4211752"/>
              <a:ext cx="109538" cy="221843"/>
              <a:chOff x="2702479" y="3807697"/>
              <a:chExt cx="109538" cy="182685"/>
            </a:xfrm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919BCC9-318E-0F50-6793-A0E206CC6A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83512" y="3909272"/>
                <a:ext cx="146020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92711713-4394-29E6-8EC3-CF38172E287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56758" y="3937223"/>
                <a:ext cx="91442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13D9FC52-190B-8D5E-3075-B9D252C4B31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720674" y="3899048"/>
                <a:ext cx="182685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35A899F-0018-F6D3-F47C-9C2A643364EC}"/>
                </a:ext>
              </a:extLst>
            </p:cNvPr>
            <p:cNvGrpSpPr/>
            <p:nvPr/>
          </p:nvGrpSpPr>
          <p:grpSpPr>
            <a:xfrm flipH="1">
              <a:off x="10901795" y="4189340"/>
              <a:ext cx="121866" cy="251159"/>
              <a:chOff x="2980732" y="3826755"/>
              <a:chExt cx="109538" cy="182685"/>
            </a:xfrm>
          </p:grpSpPr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F1DC1C1-78B0-1C32-A9C2-1CCF44159A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1765" y="3928322"/>
                <a:ext cx="146020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47035386-9F01-B232-8D66-9EAEFBB8B8B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5011" y="3956273"/>
                <a:ext cx="91442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DA8083F-5CC1-4E54-38C2-B2CD654A420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98927" y="3918098"/>
                <a:ext cx="182685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DDB42D9-11C7-2BEC-A010-BF39F7CDA1F3}"/>
                    </a:ext>
                  </a:extLst>
                </p:cNvPr>
                <p:cNvSpPr txBox="1"/>
                <p:nvPr/>
              </p:nvSpPr>
              <p:spPr>
                <a:xfrm>
                  <a:off x="10919736" y="4048034"/>
                  <a:ext cx="782033" cy="2487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𝐿𝑅𝑈</m:t>
                            </m:r>
                          </m:sub>
                        </m:sSub>
                        <m:r>
                          <a:rPr lang="en-US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en-NL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DDB42D9-11C7-2BEC-A010-BF39F7CDA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9736" y="4048034"/>
                  <a:ext cx="782033" cy="248709"/>
                </a:xfrm>
                <a:prstGeom prst="rect">
                  <a:avLst/>
                </a:prstGeom>
                <a:blipFill>
                  <a:blip r:embed="rId6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304C46D-B356-462D-D41D-E954EF5FD7B0}"/>
                </a:ext>
              </a:extLst>
            </p:cNvPr>
            <p:cNvSpPr/>
            <p:nvPr/>
          </p:nvSpPr>
          <p:spPr>
            <a:xfrm rot="185896">
              <a:off x="7331386" y="4026148"/>
              <a:ext cx="1069114" cy="314452"/>
            </a:xfrm>
            <a:custGeom>
              <a:avLst/>
              <a:gdLst>
                <a:gd name="csX0" fmla="*/ 0 w 716280"/>
                <a:gd name="csY0" fmla="*/ 99128 h 99128"/>
                <a:gd name="csX1" fmla="*/ 106680 w 716280"/>
                <a:gd name="csY1" fmla="*/ 7688 h 99128"/>
                <a:gd name="csX2" fmla="*/ 213360 w 716280"/>
                <a:gd name="csY2" fmla="*/ 76268 h 99128"/>
                <a:gd name="csX3" fmla="*/ 335280 w 716280"/>
                <a:gd name="csY3" fmla="*/ 7688 h 99128"/>
                <a:gd name="csX4" fmla="*/ 464820 w 716280"/>
                <a:gd name="csY4" fmla="*/ 83888 h 99128"/>
                <a:gd name="csX5" fmla="*/ 571500 w 716280"/>
                <a:gd name="csY5" fmla="*/ 68 h 99128"/>
                <a:gd name="csX6" fmla="*/ 716280 w 716280"/>
                <a:gd name="csY6" fmla="*/ 68648 h 99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6280" h="99128">
                  <a:moveTo>
                    <a:pt x="0" y="99128"/>
                  </a:moveTo>
                  <a:cubicBezTo>
                    <a:pt x="35560" y="55313"/>
                    <a:pt x="71120" y="11498"/>
                    <a:pt x="106680" y="7688"/>
                  </a:cubicBezTo>
                  <a:cubicBezTo>
                    <a:pt x="142240" y="3878"/>
                    <a:pt x="175260" y="76268"/>
                    <a:pt x="213360" y="76268"/>
                  </a:cubicBezTo>
                  <a:cubicBezTo>
                    <a:pt x="251460" y="76268"/>
                    <a:pt x="293370" y="6418"/>
                    <a:pt x="335280" y="7688"/>
                  </a:cubicBezTo>
                  <a:cubicBezTo>
                    <a:pt x="377190" y="8958"/>
                    <a:pt x="425450" y="85158"/>
                    <a:pt x="464820" y="83888"/>
                  </a:cubicBezTo>
                  <a:cubicBezTo>
                    <a:pt x="504190" y="82618"/>
                    <a:pt x="529590" y="2608"/>
                    <a:pt x="571500" y="68"/>
                  </a:cubicBezTo>
                  <a:cubicBezTo>
                    <a:pt x="613410" y="-2472"/>
                    <a:pt x="679450" y="66108"/>
                    <a:pt x="716280" y="68648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44A4FDCF-CC13-702B-24EB-5700BC96E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694482" y="4422056"/>
              <a:ext cx="396562" cy="404101"/>
            </a:xfrm>
            <a:prstGeom prst="rect">
              <a:avLst/>
            </a:prstGeom>
            <a:noFill/>
          </p:spPr>
        </p:pic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63E662F-8F83-A2B4-3086-0E55EBCF9DC2}"/>
              </a:ext>
            </a:extLst>
          </p:cNvPr>
          <p:cNvSpPr/>
          <p:nvPr/>
        </p:nvSpPr>
        <p:spPr>
          <a:xfrm>
            <a:off x="-26857" y="519074"/>
            <a:ext cx="10965687" cy="1355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D45FA1A-AAB2-DA64-ECDF-38C53B33553E}"/>
              </a:ext>
            </a:extLst>
          </p:cNvPr>
          <p:cNvSpPr/>
          <p:nvPr/>
        </p:nvSpPr>
        <p:spPr>
          <a:xfrm>
            <a:off x="-38433" y="1535114"/>
            <a:ext cx="11725155" cy="1959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BA1DA72-8EB5-4972-360F-EBE061F347DC}"/>
              </a:ext>
            </a:extLst>
          </p:cNvPr>
          <p:cNvSpPr/>
          <p:nvPr/>
        </p:nvSpPr>
        <p:spPr>
          <a:xfrm>
            <a:off x="-38432" y="3308175"/>
            <a:ext cx="11634344" cy="1989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E3D6231-E14F-9F1E-420F-676DD580E282}"/>
              </a:ext>
            </a:extLst>
          </p:cNvPr>
          <p:cNvSpPr/>
          <p:nvPr/>
        </p:nvSpPr>
        <p:spPr>
          <a:xfrm>
            <a:off x="0" y="4743548"/>
            <a:ext cx="12138286" cy="13024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</p:spTree>
    <p:extLst>
      <p:ext uri="{BB962C8B-B14F-4D97-AF65-F5344CB8AC3E}">
        <p14:creationId xmlns:p14="http://schemas.microsoft.com/office/powerpoint/2010/main" val="141321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02D942-426F-E8AB-FEAF-92691900813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46</a:t>
            </a:fld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75605-E2C0-2B5C-41A1-3AD9EBB39D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0074" y="1112887"/>
            <a:ext cx="10752136" cy="4435476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[1].</a:t>
            </a:r>
            <a:r>
              <a:rPr lang="en-US" sz="1200" i="1" dirty="0"/>
              <a:t> </a:t>
            </a:r>
            <a:r>
              <a:rPr lang="en-NL" sz="1200" i="1" dirty="0"/>
              <a:t>P. Ricco, M. </a:t>
            </a:r>
            <a:r>
              <a:rPr lang="en-NL" sz="1200" i="1" dirty="0" err="1"/>
              <a:t>Skote</a:t>
            </a:r>
            <a:r>
              <a:rPr lang="en-NL" sz="1200" i="1" dirty="0"/>
              <a:t>, and M. A. </a:t>
            </a:r>
            <a:r>
              <a:rPr lang="en-NL" sz="1200" i="1" dirty="0" err="1"/>
              <a:t>Leschziner</a:t>
            </a:r>
            <a:r>
              <a:rPr lang="en-NL" sz="1200" i="1" dirty="0"/>
              <a:t>, “A review of turbulent skin-friction drag reduction by near-wall transverse forcing,” </a:t>
            </a:r>
            <a:r>
              <a:rPr lang="en-NL" sz="1200" i="1" dirty="0" err="1"/>
              <a:t>en</a:t>
            </a:r>
            <a:r>
              <a:rPr lang="en-NL" sz="1200" i="1" dirty="0"/>
              <a:t>, Progress in Aerospace Sciences, vol. 123, p. 100713, May 2021, ISSN: 03760421. DOI: 10.1016/j.paerosci.2021.100713.</a:t>
            </a: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[2] </a:t>
            </a:r>
            <a:r>
              <a:rPr lang="en-NL" sz="1200" i="1" dirty="0"/>
              <a:t>F. Avallone et al., Metamaterials and Fluid Flows, </a:t>
            </a:r>
            <a:r>
              <a:rPr lang="en-NL" sz="1200" i="1" dirty="0" err="1"/>
              <a:t>en</a:t>
            </a:r>
            <a:r>
              <a:rPr lang="en-NL" sz="1200" i="1" dirty="0"/>
              <a:t>, arXiv:2509.05371 [</a:t>
            </a:r>
            <a:r>
              <a:rPr lang="en-NL" sz="1200" i="1" dirty="0" err="1"/>
              <a:t>cond</a:t>
            </a:r>
            <a:r>
              <a:rPr lang="en-NL" sz="1200" i="1" dirty="0"/>
              <a:t>-mat], Sep. 2025. DOI: 10.48550/arXiv.2509.05371. Accessed: Jan. 12, 2026. [Online]. Available: http://arxiv. org/abs/2509.05371.</a:t>
            </a: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[3] </a:t>
            </a:r>
            <a:r>
              <a:rPr lang="en-NL" sz="1200" i="1" dirty="0"/>
              <a:t>Y. S. </a:t>
            </a:r>
            <a:r>
              <a:rPr lang="en-NL" sz="1200" i="1" dirty="0" err="1"/>
              <a:t>Kachanov</a:t>
            </a:r>
            <a:r>
              <a:rPr lang="en-NL" sz="1200" i="1" dirty="0"/>
              <a:t>, “Physical mechanisms of laminar-boundary-layer transition,” Annual review of fluid mechanics, vol. 26, no. 1, pp. 411–482, 1994.</a:t>
            </a: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[4]</a:t>
            </a:r>
            <a:r>
              <a:rPr lang="en-NL" sz="1200" dirty="0"/>
              <a:t> </a:t>
            </a:r>
            <a:r>
              <a:rPr lang="en-NL" sz="1200" i="1" dirty="0"/>
              <a:t>P. Champeaux, “Towards direct wave control of </a:t>
            </a:r>
            <a:r>
              <a:rPr lang="en-NL" sz="1200" i="1" dirty="0" err="1"/>
              <a:t>Tollmien</a:t>
            </a:r>
            <a:r>
              <a:rPr lang="en-NL" sz="1200" i="1" dirty="0"/>
              <a:t>–Schlichting instability,” </a:t>
            </a:r>
            <a:r>
              <a:rPr lang="en-NL" sz="1200" i="1" dirty="0" err="1"/>
              <a:t>en</a:t>
            </a:r>
            <a:r>
              <a:rPr lang="en-NL" sz="1200" i="1" dirty="0"/>
              <a:t>, Tech. Rep.</a:t>
            </a: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[5] </a:t>
            </a:r>
            <a:r>
              <a:rPr lang="en-NL" sz="1200" dirty="0"/>
              <a:t>A. </a:t>
            </a:r>
            <a:r>
              <a:rPr lang="en-NL" sz="1200" dirty="0" err="1"/>
              <a:t>Rouviere</a:t>
            </a:r>
            <a:r>
              <a:rPr lang="en-NL" sz="1200" dirty="0"/>
              <a:t>, F. Méry, J. Methel, O. Vermeersch, and M. Forte, “Experimental and Numerical Study on Wall Impedance Effects on </a:t>
            </a:r>
            <a:r>
              <a:rPr lang="en-NL" sz="1200" dirty="0" err="1"/>
              <a:t>Tollmien</a:t>
            </a:r>
            <a:r>
              <a:rPr lang="en-NL" sz="1200" dirty="0"/>
              <a:t>–Schlichting Waves,” </a:t>
            </a:r>
            <a:r>
              <a:rPr lang="en-NL" sz="1200" dirty="0" err="1"/>
              <a:t>en</a:t>
            </a:r>
            <a:r>
              <a:rPr lang="en-NL" sz="1200" dirty="0"/>
              <a:t>, AIAA Journal, pp. 1–12, Sep. 2021, ISSN: 0001-1452, 1533-385X. DOI: 10.2514/1.J060536. Accessed: Dec. 8, 2025. [Online]. Available: https://arc.aiaa.org/doi/10.2514/1.J060536. 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[6] </a:t>
            </a:r>
            <a:r>
              <a:rPr lang="en-NL" sz="1200" i="1" dirty="0"/>
              <a:t>P. W. Carpenter, “Current status of the use of wall compliance for laminar-</a:t>
            </a:r>
            <a:r>
              <a:rPr lang="en-NL" sz="1200" i="1" dirty="0" err="1"/>
              <a:t>øow</a:t>
            </a:r>
            <a:r>
              <a:rPr lang="en-NL" sz="1200" i="1" dirty="0"/>
              <a:t> control,” </a:t>
            </a:r>
            <a:r>
              <a:rPr lang="en-NL" sz="1200" i="1" dirty="0" err="1"/>
              <a:t>en</a:t>
            </a:r>
            <a:r>
              <a:rPr lang="en-NL" sz="1200" i="1" dirty="0"/>
              <a:t>, 1997.</a:t>
            </a: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[7] </a:t>
            </a:r>
            <a:r>
              <a:rPr lang="en-NL" sz="1200" i="1" dirty="0"/>
              <a:t>T. Michelis, C. De Koning, and M. Kotsonis, “On the interaction of </a:t>
            </a:r>
            <a:r>
              <a:rPr lang="en-NL" sz="1200" i="1" dirty="0" err="1"/>
              <a:t>Tollmien</a:t>
            </a:r>
            <a:r>
              <a:rPr lang="en-NL" sz="1200" i="1" dirty="0"/>
              <a:t>–Schlichting waves with a wall-embedded Helmholtz resonator,” </a:t>
            </a:r>
            <a:r>
              <a:rPr lang="en-NL" sz="1200" i="1" dirty="0" err="1"/>
              <a:t>en</a:t>
            </a:r>
            <a:r>
              <a:rPr lang="en-NL" sz="1200" i="1" dirty="0"/>
              <a:t>, Physics of Fluids, vol. 35, no. 3, p. 034104, Mar. 2023, ISSN: 1070-6631, 1089-7666. DOI: 10.1063/5.0141685. Accessed: Dec. 8, 2025. [Online]. Available: https://pubs.aip.org/pof/article/35/3/034104/2882036/On-the interaction-of-</a:t>
            </a:r>
            <a:r>
              <a:rPr lang="en-NL" sz="1200" i="1" dirty="0" err="1"/>
              <a:t>Tollmien</a:t>
            </a:r>
            <a:r>
              <a:rPr lang="en-NL" sz="1200" i="1" dirty="0"/>
              <a:t>-Schlichting-waves.</a:t>
            </a: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[8] </a:t>
            </a:r>
            <a:r>
              <a:rPr lang="en-NL" sz="1200" i="1" dirty="0"/>
              <a:t>M.I. Hussein, S. </a:t>
            </a:r>
            <a:r>
              <a:rPr lang="en-NL" sz="1200" i="1" dirty="0" err="1"/>
              <a:t>Biringen</a:t>
            </a:r>
            <a:r>
              <a:rPr lang="en-NL" sz="1200" i="1" dirty="0"/>
              <a:t>, O. R. Bilal, and A. Kucala, “Flow stabilization by subsurface phonons,” </a:t>
            </a:r>
            <a:r>
              <a:rPr lang="en-NL" sz="1200" i="1" dirty="0" err="1"/>
              <a:t>en</a:t>
            </a:r>
            <a:r>
              <a:rPr lang="en-NL" sz="1200" i="1" dirty="0"/>
              <a:t>,</a:t>
            </a:r>
            <a:r>
              <a:rPr lang="en-US" sz="1200" i="1" dirty="0"/>
              <a:t> </a:t>
            </a:r>
            <a:r>
              <a:rPr lang="en-NL" sz="1200" i="1" dirty="0"/>
              <a:t>ProceedingsoftheRoyalSocietyA:Mathematical,PhysicalandEngineeringSciences,vol.471, no. 2177, p. 20140928, May 2015, ISSN: 1364-5021, 1471-2946. DOI: 10.1098/rspa.2014. 0928. Accessed: Dec. 8, 2025. [Online]. Available: https://royalsocietypublishing.org/ </a:t>
            </a:r>
            <a:r>
              <a:rPr lang="en-NL" sz="1200" i="1" dirty="0" err="1"/>
              <a:t>doi</a:t>
            </a:r>
            <a:r>
              <a:rPr lang="en-NL" sz="1200" i="1" dirty="0"/>
              <a:t>/10.1098/rspa.2014.0928.</a:t>
            </a: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[9] </a:t>
            </a:r>
            <a:r>
              <a:rPr lang="en-NL" sz="1200" i="1" dirty="0"/>
              <a:t>T. Michelis, A. B. </a:t>
            </a:r>
            <a:r>
              <a:rPr lang="en-NL" sz="1200" i="1" dirty="0" err="1"/>
              <a:t>Putranto</a:t>
            </a:r>
            <a:r>
              <a:rPr lang="en-NL" sz="1200" i="1" dirty="0"/>
              <a:t>, and M. Kotsonis, “Attenuation of </a:t>
            </a:r>
            <a:r>
              <a:rPr lang="en-NL" sz="1200" i="1" dirty="0" err="1"/>
              <a:t>Tollmien</a:t>
            </a:r>
            <a:r>
              <a:rPr lang="en-NL" sz="1200" i="1" dirty="0"/>
              <a:t>–Schlichting waves using resonating surface-embedded </a:t>
            </a:r>
            <a:r>
              <a:rPr lang="en-NL" sz="1200" i="1" dirty="0" err="1"/>
              <a:t>phononic</a:t>
            </a:r>
            <a:r>
              <a:rPr lang="en-NL" sz="1200" i="1" dirty="0"/>
              <a:t> crystals,” </a:t>
            </a:r>
            <a:r>
              <a:rPr lang="en-NL" sz="1200" i="1" dirty="0" err="1"/>
              <a:t>en</a:t>
            </a:r>
            <a:r>
              <a:rPr lang="en-NL" sz="1200" i="1" dirty="0"/>
              <a:t>, Physics of Fluids, vol. 35, no. 4, p. 044101, Apr. 2023, ISSN: 1070-6631, 1089-7666. DOI: 10.1063/5.0146795. Accessed: Dec. 8, 2025. [Online]. Available: https://pubs.aip.org/pof/article/35/4/044101/2883065/Attenuatio n-of-</a:t>
            </a:r>
            <a:r>
              <a:rPr lang="en-NL" sz="1200" i="1" dirty="0" err="1"/>
              <a:t>Tollmien</a:t>
            </a:r>
            <a:r>
              <a:rPr lang="en-NL" sz="1200" i="1" dirty="0"/>
              <a:t>-Schlichting-waves-using.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D2F07-59B8-FA8C-C4ED-679E6656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76" y="385570"/>
            <a:ext cx="10752610" cy="323409"/>
          </a:xfrm>
        </p:spPr>
        <p:txBody>
          <a:bodyPr/>
          <a:lstStyle/>
          <a:p>
            <a:r>
              <a:rPr lang="en-US" dirty="0"/>
              <a:t>References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7216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D0EA-9F52-24C2-C781-6296B6561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D2B2-DCCB-D393-E527-4BB513E6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E05C1-55FF-39B1-6A0F-36C320B19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B1CB9-CDF2-97C7-BFD3-EEEF69BA42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105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AFFF-00BB-AE9E-3749-2186C9C0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E5AA7-A87A-CA85-0FCA-79DFDAC951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Backup slides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E0A42-DD70-9C4E-9897-FD4BCAD2E1E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88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F0B9B3-E7D7-5B2F-531B-E87DB9CA596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49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A9E70B-9A7F-CECC-7AB5-3B516F70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" y="244934"/>
            <a:ext cx="11331094" cy="445946"/>
          </a:xfrm>
        </p:spPr>
        <p:txBody>
          <a:bodyPr/>
          <a:lstStyle/>
          <a:p>
            <a:r>
              <a:rPr lang="en-US" dirty="0"/>
              <a:t>Wave interference mechanism (plots from results)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8E4BD-3DE1-D59C-E71E-920790E03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0800" y="2676928"/>
            <a:ext cx="5754163" cy="1755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3F5CD9-6527-63A7-EA3C-D8769BF2E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907131"/>
            <a:ext cx="5754163" cy="173663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96084A-9075-1C4B-31C6-0BBAFA7B65A5}"/>
              </a:ext>
            </a:extLst>
          </p:cNvPr>
          <p:cNvCxnSpPr>
            <a:cxnSpLocks/>
          </p:cNvCxnSpPr>
          <p:nvPr/>
        </p:nvCxnSpPr>
        <p:spPr>
          <a:xfrm>
            <a:off x="4413064" y="1599897"/>
            <a:ext cx="0" cy="2591065"/>
          </a:xfrm>
          <a:prstGeom prst="line">
            <a:avLst/>
          </a:prstGeom>
          <a:ln w="28575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72D8A1-9A26-FE57-0C78-5BEF28ED5087}"/>
              </a:ext>
            </a:extLst>
          </p:cNvPr>
          <p:cNvCxnSpPr>
            <a:cxnSpLocks/>
          </p:cNvCxnSpPr>
          <p:nvPr/>
        </p:nvCxnSpPr>
        <p:spPr>
          <a:xfrm>
            <a:off x="4612975" y="1612214"/>
            <a:ext cx="0" cy="2591065"/>
          </a:xfrm>
          <a:prstGeom prst="line">
            <a:avLst/>
          </a:prstGeom>
          <a:ln w="28575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B7163EE6-E752-BF7D-D21C-AA90D5324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4407729"/>
            <a:ext cx="5852160" cy="178168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CF9411-AA35-1D0A-2E07-CCD206DD3072}"/>
              </a:ext>
            </a:extLst>
          </p:cNvPr>
          <p:cNvCxnSpPr>
            <a:cxnSpLocks/>
          </p:cNvCxnSpPr>
          <p:nvPr/>
        </p:nvCxnSpPr>
        <p:spPr>
          <a:xfrm>
            <a:off x="7112492" y="1717040"/>
            <a:ext cx="700548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7B7C161-87F2-3834-DF3E-7FF251045587}"/>
              </a:ext>
            </a:extLst>
          </p:cNvPr>
          <p:cNvSpPr txBox="1"/>
          <p:nvPr/>
        </p:nvSpPr>
        <p:spPr>
          <a:xfrm>
            <a:off x="7888098" y="1612214"/>
            <a:ext cx="2479040" cy="40962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Baseline/ original TS wave</a:t>
            </a:r>
            <a:endParaRPr lang="en-NL" sz="1600" dirty="0" err="1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AC11EE-CD66-AAC8-8065-C61544AA5F5B}"/>
              </a:ext>
            </a:extLst>
          </p:cNvPr>
          <p:cNvCxnSpPr>
            <a:cxnSpLocks/>
          </p:cNvCxnSpPr>
          <p:nvPr/>
        </p:nvCxnSpPr>
        <p:spPr>
          <a:xfrm>
            <a:off x="7105593" y="3448287"/>
            <a:ext cx="700548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88DB395-5E93-90C3-7171-7B0F28B8EE2D}"/>
              </a:ext>
            </a:extLst>
          </p:cNvPr>
          <p:cNvSpPr txBox="1"/>
          <p:nvPr/>
        </p:nvSpPr>
        <p:spPr>
          <a:xfrm>
            <a:off x="7836771" y="3224186"/>
            <a:ext cx="2330456" cy="7483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Additional wave resulting from admittance modification</a:t>
            </a:r>
            <a:endParaRPr lang="en-NL" sz="1600" dirty="0" err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25B344-1559-F210-FDFE-F345A4BD1897}"/>
              </a:ext>
            </a:extLst>
          </p:cNvPr>
          <p:cNvSpPr txBox="1"/>
          <p:nvPr/>
        </p:nvSpPr>
        <p:spPr>
          <a:xfrm>
            <a:off x="7836771" y="5034399"/>
            <a:ext cx="2330456" cy="7483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Final modulated TS wave</a:t>
            </a:r>
            <a:endParaRPr lang="en-NL" sz="1600" dirty="0" err="1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D6AD40-D5EA-7DEA-49C1-B827E5CB3099}"/>
              </a:ext>
            </a:extLst>
          </p:cNvPr>
          <p:cNvCxnSpPr>
            <a:cxnSpLocks/>
          </p:cNvCxnSpPr>
          <p:nvPr/>
        </p:nvCxnSpPr>
        <p:spPr>
          <a:xfrm>
            <a:off x="7105593" y="5178953"/>
            <a:ext cx="700548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3B9D674-D2CA-657E-49C2-65BE725639F0}"/>
              </a:ext>
            </a:extLst>
          </p:cNvPr>
          <p:cNvSpPr txBox="1"/>
          <p:nvPr/>
        </p:nvSpPr>
        <p:spPr>
          <a:xfrm>
            <a:off x="240833" y="2855352"/>
            <a:ext cx="981970" cy="7376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r>
              <a:rPr lang="en-US" dirty="0"/>
              <a:t>Location of control element</a:t>
            </a:r>
            <a:endParaRPr lang="en-NL" dirty="0" err="1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FC5938-F0BC-2C21-412D-141B01331E63}"/>
              </a:ext>
            </a:extLst>
          </p:cNvPr>
          <p:cNvCxnSpPr>
            <a:stCxn id="26" idx="3"/>
          </p:cNvCxnSpPr>
          <p:nvPr/>
        </p:nvCxnSpPr>
        <p:spPr>
          <a:xfrm>
            <a:off x="1222803" y="3224186"/>
            <a:ext cx="1693117" cy="966776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06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6B4793-FA59-203C-EE8A-FDAD67E9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F5A204-04FF-575D-5C1F-C37624C5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62" y="70333"/>
            <a:ext cx="6402177" cy="608007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SMCR-numerical investigation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697398-BAD7-83F8-7B1E-94E4C1E1FEFD}"/>
              </a:ext>
            </a:extLst>
          </p:cNvPr>
          <p:cNvSpPr txBox="1"/>
          <p:nvPr/>
        </p:nvSpPr>
        <p:spPr>
          <a:xfrm>
            <a:off x="-375767" y="1197021"/>
            <a:ext cx="45719" cy="4571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F717FA2-4861-A278-1303-AF2FBE9F604C}"/>
              </a:ext>
            </a:extLst>
          </p:cNvPr>
          <p:cNvGrpSpPr/>
          <p:nvPr/>
        </p:nvGrpSpPr>
        <p:grpSpPr>
          <a:xfrm>
            <a:off x="141996" y="854666"/>
            <a:ext cx="5331797" cy="2152806"/>
            <a:chOff x="4917577" y="3592886"/>
            <a:chExt cx="6442903" cy="2449869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3B98FB7-4412-5914-A687-0DFA430A5FA6}"/>
                </a:ext>
              </a:extLst>
            </p:cNvPr>
            <p:cNvCxnSpPr/>
            <p:nvPr/>
          </p:nvCxnSpPr>
          <p:spPr bwMode="auto">
            <a:xfrm>
              <a:off x="7175125" y="5200694"/>
              <a:ext cx="481093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F3FC6B0-EA75-3FE3-77F4-598EAE2EB399}"/>
                    </a:ext>
                  </a:extLst>
                </p:cNvPr>
                <p:cNvSpPr txBox="1"/>
                <p:nvPr/>
              </p:nvSpPr>
              <p:spPr>
                <a:xfrm>
                  <a:off x="7272461" y="5178334"/>
                  <a:ext cx="47820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F3FC6B0-EA75-3FE3-77F4-598EAE2EB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461" y="5178334"/>
                  <a:ext cx="478208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1C967D1-FC05-AE09-993A-9DC1FE15D9CD}"/>
                </a:ext>
              </a:extLst>
            </p:cNvPr>
            <p:cNvCxnSpPr/>
            <p:nvPr/>
          </p:nvCxnSpPr>
          <p:spPr bwMode="auto">
            <a:xfrm flipV="1">
              <a:off x="7786320" y="3953890"/>
              <a:ext cx="1452884" cy="372862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9F7AE6F-B5AB-4040-326A-1BE92085275B}"/>
                    </a:ext>
                  </a:extLst>
                </p:cNvPr>
                <p:cNvSpPr txBox="1"/>
                <p:nvPr/>
              </p:nvSpPr>
              <p:spPr>
                <a:xfrm>
                  <a:off x="9294877" y="3592886"/>
                  <a:ext cx="3529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Γ</m:t>
                        </m:r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9F7AE6F-B5AB-4040-326A-1BE920852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4877" y="3592886"/>
                  <a:ext cx="352981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2083" b="-4082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9198A95-745C-F995-F5AF-CE089CFBC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0471" y="4320754"/>
              <a:ext cx="3563301" cy="74393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C56448-99EF-625D-BA70-E82AD20FC05A}"/>
                </a:ext>
              </a:extLst>
            </p:cNvPr>
            <p:cNvSpPr txBox="1"/>
            <p:nvPr/>
          </p:nvSpPr>
          <p:spPr>
            <a:xfrm>
              <a:off x="9832813" y="4764335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Soft element</a:t>
              </a:r>
              <a:endParaRPr kumimoji="0" lang="en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08E19C-987F-3B0D-5D8E-BADBEB377C10}"/>
                </a:ext>
              </a:extLst>
            </p:cNvPr>
            <p:cNvSpPr txBox="1"/>
            <p:nvPr/>
          </p:nvSpPr>
          <p:spPr>
            <a:xfrm>
              <a:off x="9848134" y="3992996"/>
              <a:ext cx="11977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Rigid mass</a:t>
              </a:r>
              <a:endParaRPr kumimoji="0" lang="en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C6CBAB4-D8C2-72B5-BFA0-D139C9D35DD3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V="1">
              <a:off x="7565837" y="4162273"/>
              <a:ext cx="2282297" cy="2882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BCD9156-2DF1-6F8B-5297-76B5C8124E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8100" y="4940789"/>
              <a:ext cx="901700" cy="275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73761E-B7CC-4C18-5C29-2EDD86C74595}"/>
                </a:ext>
              </a:extLst>
            </p:cNvPr>
            <p:cNvCxnSpPr/>
            <p:nvPr/>
          </p:nvCxnSpPr>
          <p:spPr bwMode="auto">
            <a:xfrm>
              <a:off x="6609083" y="3835211"/>
              <a:ext cx="0" cy="509139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758A253-3567-DE2B-AA78-64464CBC79A7}"/>
                    </a:ext>
                  </a:extLst>
                </p:cNvPr>
                <p:cNvSpPr txBox="1"/>
                <p:nvPr/>
              </p:nvSpPr>
              <p:spPr>
                <a:xfrm>
                  <a:off x="6135100" y="3686537"/>
                  <a:ext cx="358688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758A253-3567-DE2B-AA78-64464CBC7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100" y="3686537"/>
                  <a:ext cx="358688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2041" b="-20408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F39E473-6B13-FB71-8678-17B343D2D6A5}"/>
                </a:ext>
              </a:extLst>
            </p:cNvPr>
            <p:cNvCxnSpPr/>
            <p:nvPr/>
          </p:nvCxnSpPr>
          <p:spPr bwMode="auto">
            <a:xfrm flipV="1">
              <a:off x="7087460" y="3971394"/>
              <a:ext cx="0" cy="363978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67414D0-0ADA-9613-7CA7-C85ED6BE3634}"/>
                    </a:ext>
                  </a:extLst>
                </p:cNvPr>
                <p:cNvSpPr txBox="1"/>
                <p:nvPr/>
              </p:nvSpPr>
              <p:spPr>
                <a:xfrm>
                  <a:off x="7200228" y="3604146"/>
                  <a:ext cx="43088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67414D0-0ADA-9613-7CA7-C85ED6BE3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228" y="3604146"/>
                  <a:ext cx="430887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302C584-0F93-1374-34F1-008522233BEF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 flipV="1">
              <a:off x="9213772" y="4579970"/>
              <a:ext cx="454123" cy="23232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1FBB778-919F-588F-B21E-2100520109AA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 flipV="1">
              <a:off x="5650471" y="4579970"/>
              <a:ext cx="4017424" cy="249706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272D80-9355-17F6-D854-0499F9552C9C}"/>
                </a:ext>
              </a:extLst>
            </p:cNvPr>
            <p:cNvSpPr txBox="1"/>
            <p:nvPr/>
          </p:nvSpPr>
          <p:spPr>
            <a:xfrm>
              <a:off x="9667895" y="4315112"/>
              <a:ext cx="1692585" cy="5297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buNone/>
                <a:defRPr sz="16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Fixed sides</a:t>
              </a:r>
              <a:endParaRPr lang="en-NL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F7A7A8F-A5B7-AF34-98E5-CB762DA38C7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68871" y="4335372"/>
              <a:ext cx="0" cy="72931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16DA9CF-3A95-FA78-5EDB-683348396A2F}"/>
                    </a:ext>
                  </a:extLst>
                </p:cNvPr>
                <p:cNvSpPr txBox="1"/>
                <p:nvPr/>
              </p:nvSpPr>
              <p:spPr>
                <a:xfrm rot="16200000">
                  <a:off x="4830502" y="4542726"/>
                  <a:ext cx="51270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16DA9CF-3A95-FA78-5EDB-683348396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830502" y="4542726"/>
                  <a:ext cx="512704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1956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A6E6F8C-4BA4-A3B5-EDDB-EA2C1ADC315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12460" y="5649632"/>
              <a:ext cx="3562380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52BDABD-EFD8-8FDA-A774-D3131609F6AB}"/>
                    </a:ext>
                  </a:extLst>
                </p:cNvPr>
                <p:cNvSpPr txBox="1"/>
                <p:nvPr/>
              </p:nvSpPr>
              <p:spPr>
                <a:xfrm>
                  <a:off x="7290505" y="5704201"/>
                  <a:ext cx="5506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6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52BDABD-EFD8-8FDA-A774-D3131609F6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505" y="5704201"/>
                  <a:ext cx="550664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12245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9" name="Picture 78">
            <a:extLst>
              <a:ext uri="{FF2B5EF4-FFF2-40B4-BE49-F238E27FC236}">
                <a16:creationId xmlns:a16="http://schemas.microsoft.com/office/drawing/2014/main" id="{BB54F825-D41A-137B-82CF-B18833DD29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5807" y="237700"/>
            <a:ext cx="3762853" cy="2797545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7260A0F1-EEEF-40B9-1BAB-96F2BE2AB216}"/>
              </a:ext>
            </a:extLst>
          </p:cNvPr>
          <p:cNvSpPr txBox="1"/>
          <p:nvPr/>
        </p:nvSpPr>
        <p:spPr>
          <a:xfrm>
            <a:off x="4757403" y="454919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dirty="0" err="1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A020D738-8E29-3704-861D-F259B8C061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587" y="3060386"/>
            <a:ext cx="4323017" cy="320122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3501EAAB-5DBC-5F50-1D2D-18A3D14C8A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0129" y="3565439"/>
            <a:ext cx="3768276" cy="29658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878444-C61E-1750-14EE-161A6FA6C31B}"/>
              </a:ext>
            </a:extLst>
          </p:cNvPr>
          <p:cNvSpPr txBox="1"/>
          <p:nvPr/>
        </p:nvSpPr>
        <p:spPr>
          <a:xfrm>
            <a:off x="2115635" y="3691963"/>
            <a:ext cx="1655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Increase in “m”</a:t>
            </a:r>
            <a:endParaRPr lang="en-NL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526F60-17E6-E8DF-2717-296364D6CA94}"/>
              </a:ext>
            </a:extLst>
          </p:cNvPr>
          <p:cNvCxnSpPr/>
          <p:nvPr/>
        </p:nvCxnSpPr>
        <p:spPr>
          <a:xfrm>
            <a:off x="2190343" y="4096821"/>
            <a:ext cx="124071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ACF669-E216-645D-FDB9-4F8101A7EE2B}"/>
              </a:ext>
            </a:extLst>
          </p:cNvPr>
          <p:cNvSpPr txBox="1"/>
          <p:nvPr/>
        </p:nvSpPr>
        <p:spPr>
          <a:xfrm>
            <a:off x="8185528" y="1253175"/>
            <a:ext cx="1738168" cy="74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Increase in “k”</a:t>
            </a:r>
            <a:r>
              <a:rPr lang="en-US" b="1" dirty="0">
                <a:solidFill>
                  <a:schemeClr val="accent1"/>
                </a:solidFill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dirty="0"/>
              <a:t>(more than “m”)</a:t>
            </a:r>
            <a:endParaRPr lang="en-N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ADFACD-270D-50B7-9393-601E0CB04887}"/>
              </a:ext>
            </a:extLst>
          </p:cNvPr>
          <p:cNvCxnSpPr/>
          <p:nvPr/>
        </p:nvCxnSpPr>
        <p:spPr>
          <a:xfrm>
            <a:off x="8276273" y="1612821"/>
            <a:ext cx="124071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EAE500-A7A3-A8B0-FA24-0B27B7112C1E}"/>
              </a:ext>
            </a:extLst>
          </p:cNvPr>
          <p:cNvSpPr txBox="1"/>
          <p:nvPr/>
        </p:nvSpPr>
        <p:spPr>
          <a:xfrm>
            <a:off x="7761940" y="3698330"/>
            <a:ext cx="2593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Increase in “m” and “k” </a:t>
            </a:r>
            <a:r>
              <a:rPr lang="en-US" b="1" dirty="0">
                <a:solidFill>
                  <a:schemeClr val="accent1"/>
                </a:solidFill>
              </a:rPr>
              <a:t> 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BB4DD9-F85F-A48C-1A11-B2DBD14A755F}"/>
              </a:ext>
            </a:extLst>
          </p:cNvPr>
          <p:cNvCxnSpPr>
            <a:cxnSpLocks/>
          </p:cNvCxnSpPr>
          <p:nvPr/>
        </p:nvCxnSpPr>
        <p:spPr>
          <a:xfrm>
            <a:off x="7874761" y="4067662"/>
            <a:ext cx="2133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CFCBA56-0855-4D3C-98FE-2D8F8C9AB822}"/>
              </a:ext>
            </a:extLst>
          </p:cNvPr>
          <p:cNvSpPr txBox="1"/>
          <p:nvPr/>
        </p:nvSpPr>
        <p:spPr>
          <a:xfrm>
            <a:off x="1538238" y="6191289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Rigid mass density</a:t>
            </a:r>
            <a:endParaRPr lang="en-N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A5E6B8-9BEB-B504-36DF-B71FF0C5EB16}"/>
              </a:ext>
            </a:extLst>
          </p:cNvPr>
          <p:cNvSpPr txBox="1"/>
          <p:nvPr/>
        </p:nvSpPr>
        <p:spPr>
          <a:xfrm>
            <a:off x="7995377" y="6390749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Rigid mass width</a:t>
            </a:r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6C39E5-E872-B351-986C-397B1C6D7670}"/>
              </a:ext>
            </a:extLst>
          </p:cNvPr>
          <p:cNvSpPr txBox="1"/>
          <p:nvPr/>
        </p:nvSpPr>
        <p:spPr>
          <a:xfrm>
            <a:off x="7761940" y="298347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SMCR thickness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339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76B25-138B-7595-1205-05639788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15B16-BF94-DDDB-4660-30DE2DD2DCE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843DB9-9987-4157-AB9C-CEA8D7D910BB}" type="slidenum">
              <a:rPr lang="en-GB" smtClean="0"/>
              <a:pPr/>
              <a:t>51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02ABA1-326D-0B3F-BB8A-5CD56161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63" y="4781550"/>
            <a:ext cx="4599778" cy="455726"/>
          </a:xfrm>
        </p:spPr>
        <p:txBody>
          <a:bodyPr/>
          <a:lstStyle/>
          <a:p>
            <a:pPr algn="ctr"/>
            <a:r>
              <a:rPr lang="en-US" sz="2000" dirty="0"/>
              <a:t>Compliant wall</a:t>
            </a:r>
            <a:endParaRPr lang="en-NL" sz="2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B0B62A0-985F-EE63-E353-A01779133141}"/>
              </a:ext>
            </a:extLst>
          </p:cNvPr>
          <p:cNvGrpSpPr/>
          <p:nvPr/>
        </p:nvGrpSpPr>
        <p:grpSpPr>
          <a:xfrm>
            <a:off x="27428" y="2163762"/>
            <a:ext cx="5769371" cy="2530476"/>
            <a:chOff x="9331" y="1742020"/>
            <a:chExt cx="5769371" cy="25304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5FD8623-9B2D-FB90-07F8-C5BF045B0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855"/>
            <a:stretch>
              <a:fillRect/>
            </a:stretch>
          </p:blipFill>
          <p:spPr>
            <a:xfrm>
              <a:off x="9331" y="1742020"/>
              <a:ext cx="5769371" cy="2530476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A6B34CF-4FD9-601C-49BB-42F518A90B46}"/>
                </a:ext>
              </a:extLst>
            </p:cNvPr>
            <p:cNvSpPr/>
            <p:nvPr/>
          </p:nvSpPr>
          <p:spPr>
            <a:xfrm>
              <a:off x="3332759" y="1967446"/>
              <a:ext cx="1800225" cy="56197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NL" sz="1600" dirty="0" err="1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F0FE1C-1887-E954-A525-2CF8C1CAA39E}"/>
              </a:ext>
            </a:extLst>
          </p:cNvPr>
          <p:cNvSpPr/>
          <p:nvPr/>
        </p:nvSpPr>
        <p:spPr>
          <a:xfrm>
            <a:off x="6432447" y="1396676"/>
            <a:ext cx="186612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TS wave excitation</a:t>
            </a:r>
            <a:endParaRPr lang="en-NL" sz="1600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1B32DA-408B-E48F-E336-D9AC5E182A29}"/>
              </a:ext>
            </a:extLst>
          </p:cNvPr>
          <p:cNvSpPr/>
          <p:nvPr/>
        </p:nvSpPr>
        <p:spPr>
          <a:xfrm>
            <a:off x="5951920" y="2301391"/>
            <a:ext cx="2827176" cy="66817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Internal dynamics: </a:t>
            </a:r>
            <a:r>
              <a:rPr lang="en-US" sz="1400" dirty="0"/>
              <a:t>surface waves of compliant walls</a:t>
            </a:r>
            <a:endParaRPr lang="en-NL" sz="1600" dirty="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74EA32-FFD3-576B-7E0D-7B86FF9076B6}"/>
              </a:ext>
            </a:extLst>
          </p:cNvPr>
          <p:cNvSpPr/>
          <p:nvPr/>
        </p:nvSpPr>
        <p:spPr>
          <a:xfrm>
            <a:off x="6287823" y="3386088"/>
            <a:ext cx="2174032" cy="5971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Wall admittance modification</a:t>
            </a:r>
            <a:endParaRPr lang="en-NL" sz="1600" dirty="0" err="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08D95B-A27C-0E22-0DF0-8772F02137C9}"/>
              </a:ext>
            </a:extLst>
          </p:cNvPr>
          <p:cNvSpPr/>
          <p:nvPr/>
        </p:nvSpPr>
        <p:spPr>
          <a:xfrm>
            <a:off x="6297154" y="4482034"/>
            <a:ext cx="2174032" cy="92780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/>
              <a:t>TS wave modulation: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dirty="0"/>
              <a:t>Wave interference</a:t>
            </a:r>
            <a:endParaRPr lang="en-NL" sz="1600" dirty="0" err="1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670B5C-899D-17F6-871D-598025D28A70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7365508" y="1993835"/>
            <a:ext cx="0" cy="307556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70DBB5-D99B-AB23-F0F8-EF2E6893BD3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7365508" y="2969570"/>
            <a:ext cx="9331" cy="416518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377BBD-F950-DB98-5EBC-BCDF52B9BC29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7374839" y="3983247"/>
            <a:ext cx="9331" cy="498787"/>
          </a:xfrm>
          <a:prstGeom prst="straightConnector1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241EDD-54F0-4204-8656-2F030CD28D46}"/>
              </a:ext>
            </a:extLst>
          </p:cNvPr>
          <p:cNvSpPr/>
          <p:nvPr/>
        </p:nvSpPr>
        <p:spPr>
          <a:xfrm>
            <a:off x="8834536" y="1447908"/>
            <a:ext cx="3357464" cy="1553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control element and the boundary layer have significantly different inertial properties: admittance mismatch</a:t>
            </a:r>
            <a:endParaRPr lang="en-NL" sz="160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A04D93-40A7-D933-0BFF-5F368DF3B4B7}"/>
              </a:ext>
            </a:extLst>
          </p:cNvPr>
          <p:cNvSpPr/>
          <p:nvPr/>
        </p:nvSpPr>
        <p:spPr>
          <a:xfrm>
            <a:off x="8779096" y="3455866"/>
            <a:ext cx="3254020" cy="1553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 energy transfer: The response velocities significantly smaller than that of the input TS wave in air</a:t>
            </a:r>
            <a:endParaRPr lang="en-NL" sz="1600" dirty="0" err="1">
              <a:solidFill>
                <a:schemeClr val="tx1"/>
              </a:solidFill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FA545707-54F7-7D2E-5577-FE8B2C625C7D}"/>
              </a:ext>
            </a:extLst>
          </p:cNvPr>
          <p:cNvSpPr txBox="1">
            <a:spLocks/>
          </p:cNvSpPr>
          <p:nvPr/>
        </p:nvSpPr>
        <p:spPr>
          <a:xfrm>
            <a:off x="318616" y="246204"/>
            <a:ext cx="10752610" cy="323409"/>
          </a:xfrm>
          <a:prstGeom prst="rect">
            <a:avLst/>
          </a:prstGeom>
        </p:spPr>
        <p:txBody>
          <a:bodyPr vert="horz" wrap="square" lIns="0" tIns="0" rIns="0" bIns="378000" rtlCol="0" anchor="t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Passive control methods examples #2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45498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23" grpId="0"/>
      <p:bldP spid="2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808A5A-0998-CEED-2B09-8E7CCE423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E18709-E47B-9C35-5308-5D3338C1A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66" y="289145"/>
            <a:ext cx="10752610" cy="323409"/>
          </a:xfrm>
          <a:noFill/>
          <a:ln>
            <a:noFill/>
          </a:ln>
          <a:effectLst>
            <a:softEdge rad="0"/>
          </a:effectLst>
        </p:spPr>
        <p:txBody>
          <a:bodyPr vert="horz" wrap="square" lIns="0" tIns="0" rIns="0" bIns="37800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Energy Transfer analysis</a:t>
            </a:r>
            <a:endParaRPr lang="en-NL" sz="3600" b="1" dirty="0">
              <a:solidFill>
                <a:schemeClr val="tx1"/>
              </a:solidFill>
              <a:latin typeface="Aptos" panose="020B0004020202020204" pitchFamily="34" charset="0"/>
              <a:ea typeface="+mj-ea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53F84F-ACA2-9984-EC71-29036431492B}"/>
              </a:ext>
            </a:extLst>
          </p:cNvPr>
          <p:cNvGrpSpPr/>
          <p:nvPr/>
        </p:nvGrpSpPr>
        <p:grpSpPr>
          <a:xfrm>
            <a:off x="104804" y="1485578"/>
            <a:ext cx="5053157" cy="1419311"/>
            <a:chOff x="1316191" y="849607"/>
            <a:chExt cx="5537191" cy="15552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6C0EC5-85D2-B30A-0AEE-B2095A3631FA}"/>
                </a:ext>
              </a:extLst>
            </p:cNvPr>
            <p:cNvSpPr/>
            <p:nvPr/>
          </p:nvSpPr>
          <p:spPr>
            <a:xfrm>
              <a:off x="3236976" y="1764792"/>
              <a:ext cx="1856232" cy="640080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LRU</a:t>
              </a:r>
              <a:endParaRPr kumimoji="0" lang="en-NL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6ED8932-B5BC-299D-3A9C-D814E088623D}"/>
                </a:ext>
              </a:extLst>
            </p:cNvPr>
            <p:cNvCxnSpPr>
              <a:cxnSpLocks/>
            </p:cNvCxnSpPr>
            <p:nvPr/>
          </p:nvCxnSpPr>
          <p:spPr>
            <a:xfrm>
              <a:off x="1597891" y="1764792"/>
              <a:ext cx="1639085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5BA815-D365-A82E-01A4-B7D878F1EF72}"/>
                </a:ext>
              </a:extLst>
            </p:cNvPr>
            <p:cNvCxnSpPr>
              <a:cxnSpLocks/>
            </p:cNvCxnSpPr>
            <p:nvPr/>
          </p:nvCxnSpPr>
          <p:spPr>
            <a:xfrm>
              <a:off x="5093208" y="1764792"/>
              <a:ext cx="1760174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381529-3E70-D549-C5DA-ED35BBB36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116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287F05-6FBD-A383-886C-E276108739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4009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F58357-8E4D-2884-5570-1ED1EE6D8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19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EEF103D-9EF7-D91B-E5BF-A15DB644A1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955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26D334C-F2A2-2CC7-D9BB-1ED40E065E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2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B4C0877-98FC-0E1F-2BE2-DBDEB52F5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047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8C1BFE6-6F89-D9F7-F168-4E431770E8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939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CC8441-0027-F83E-073C-01B2162152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7679D02-7151-CC0A-1128-4ABCF01DCF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401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9EB9980-103B-62C2-753D-F75CA0BE4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1663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ECB78E2-E8D5-B772-416E-09636A3F5F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4509" y="1769697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BDA9FE-DAFB-E113-32A5-C5D0493A1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24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BA8829-BFDD-7FBD-94AC-EA000A7F9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005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BCFBEB0-03E0-000C-0AB9-CC6C535C6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701" y="1764792"/>
              <a:ext cx="79519" cy="1759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B2E726C-D506-9B0D-A62D-2295F2BB4490}"/>
                </a:ext>
              </a:extLst>
            </p:cNvPr>
            <p:cNvCxnSpPr>
              <a:cxnSpLocks/>
            </p:cNvCxnSpPr>
            <p:nvPr/>
          </p:nvCxnSpPr>
          <p:spPr>
            <a:xfrm>
              <a:off x="4002372" y="1072895"/>
              <a:ext cx="0" cy="691897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52CFB3D-E3C3-A005-C9B4-A56C0C5C2E94}"/>
                    </a:ext>
                  </a:extLst>
                </p:cNvPr>
                <p:cNvSpPr txBox="1"/>
                <p:nvPr/>
              </p:nvSpPr>
              <p:spPr>
                <a:xfrm>
                  <a:off x="2539856" y="885777"/>
                  <a:ext cx="14625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kumimoji="0" lang="en-US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cos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⁡(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𝜔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C200659-340B-D7D9-1234-63BE745B30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9856" y="885777"/>
                  <a:ext cx="1462516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7273" r="-6849" b="-2363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BCE41E9-9E96-C7C4-ABA4-188CF6D5A8AE}"/>
                </a:ext>
              </a:extLst>
            </p:cNvPr>
            <p:cNvSpPr/>
            <p:nvPr/>
          </p:nvSpPr>
          <p:spPr>
            <a:xfrm>
              <a:off x="3228975" y="1319132"/>
              <a:ext cx="1869282" cy="446167"/>
            </a:xfrm>
            <a:custGeom>
              <a:avLst/>
              <a:gdLst>
                <a:gd name="csX0" fmla="*/ 0 w 2025650"/>
                <a:gd name="csY0" fmla="*/ 450850 h 463695"/>
                <a:gd name="csX1" fmla="*/ 57150 w 2025650"/>
                <a:gd name="csY1" fmla="*/ 381000 h 463695"/>
                <a:gd name="csX2" fmla="*/ 273050 w 2025650"/>
                <a:gd name="csY2" fmla="*/ 247650 h 463695"/>
                <a:gd name="csX3" fmla="*/ 723900 w 2025650"/>
                <a:gd name="csY3" fmla="*/ 146050 h 463695"/>
                <a:gd name="csX4" fmla="*/ 1098550 w 2025650"/>
                <a:gd name="csY4" fmla="*/ 247650 h 463695"/>
                <a:gd name="csX5" fmla="*/ 1346200 w 2025650"/>
                <a:gd name="csY5" fmla="*/ 114300 h 463695"/>
                <a:gd name="csX6" fmla="*/ 1619250 w 2025650"/>
                <a:gd name="csY6" fmla="*/ 50800 h 463695"/>
                <a:gd name="csX7" fmla="*/ 1885950 w 2025650"/>
                <a:gd name="csY7" fmla="*/ 463550 h 463695"/>
                <a:gd name="csX8" fmla="*/ 2025650 w 2025650"/>
                <a:gd name="csY8" fmla="*/ 0 h 463695"/>
                <a:gd name="csX0" fmla="*/ 0 w 1885950"/>
                <a:gd name="csY0" fmla="*/ 419353 h 432198"/>
                <a:gd name="csX1" fmla="*/ 57150 w 1885950"/>
                <a:gd name="csY1" fmla="*/ 349503 h 432198"/>
                <a:gd name="csX2" fmla="*/ 273050 w 1885950"/>
                <a:gd name="csY2" fmla="*/ 216153 h 432198"/>
                <a:gd name="csX3" fmla="*/ 723900 w 1885950"/>
                <a:gd name="csY3" fmla="*/ 114553 h 432198"/>
                <a:gd name="csX4" fmla="*/ 1098550 w 1885950"/>
                <a:gd name="csY4" fmla="*/ 216153 h 432198"/>
                <a:gd name="csX5" fmla="*/ 1346200 w 1885950"/>
                <a:gd name="csY5" fmla="*/ 82803 h 432198"/>
                <a:gd name="csX6" fmla="*/ 1619250 w 1885950"/>
                <a:gd name="csY6" fmla="*/ 19303 h 432198"/>
                <a:gd name="csX7" fmla="*/ 1885950 w 1885950"/>
                <a:gd name="csY7" fmla="*/ 432053 h 432198"/>
                <a:gd name="csX0" fmla="*/ 0 w 1876425"/>
                <a:gd name="csY0" fmla="*/ 438403 h 438403"/>
                <a:gd name="csX1" fmla="*/ 47625 w 1876425"/>
                <a:gd name="csY1" fmla="*/ 349503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47625 w 1876425"/>
                <a:gd name="csY1" fmla="*/ 349503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47625 w 1876425"/>
                <a:gd name="csY1" fmla="*/ 349503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318547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318547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318547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28588 w 1876425"/>
                <a:gd name="csY1" fmla="*/ 294735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263525 w 1876425"/>
                <a:gd name="csY2" fmla="*/ 216153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373062 w 1876425"/>
                <a:gd name="csY2" fmla="*/ 154241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373062 w 1876425"/>
                <a:gd name="csY2" fmla="*/ 154241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8403 h 438403"/>
                <a:gd name="csX1" fmla="*/ 130969 w 1876425"/>
                <a:gd name="csY1" fmla="*/ 275685 h 438403"/>
                <a:gd name="csX2" fmla="*/ 373062 w 1876425"/>
                <a:gd name="csY2" fmla="*/ 154241 h 438403"/>
                <a:gd name="csX3" fmla="*/ 714375 w 1876425"/>
                <a:gd name="csY3" fmla="*/ 114553 h 438403"/>
                <a:gd name="csX4" fmla="*/ 1089025 w 1876425"/>
                <a:gd name="csY4" fmla="*/ 216153 h 438403"/>
                <a:gd name="csX5" fmla="*/ 1336675 w 1876425"/>
                <a:gd name="csY5" fmla="*/ 82803 h 438403"/>
                <a:gd name="csX6" fmla="*/ 1609725 w 1876425"/>
                <a:gd name="csY6" fmla="*/ 19303 h 438403"/>
                <a:gd name="csX7" fmla="*/ 1876425 w 1876425"/>
                <a:gd name="csY7" fmla="*/ 432053 h 438403"/>
                <a:gd name="csX0" fmla="*/ 0 w 1876425"/>
                <a:gd name="csY0" fmla="*/ 439028 h 439028"/>
                <a:gd name="csX1" fmla="*/ 130969 w 1876425"/>
                <a:gd name="csY1" fmla="*/ 276310 h 439028"/>
                <a:gd name="csX2" fmla="*/ 373062 w 1876425"/>
                <a:gd name="csY2" fmla="*/ 154866 h 439028"/>
                <a:gd name="csX3" fmla="*/ 714375 w 1876425"/>
                <a:gd name="csY3" fmla="*/ 115178 h 439028"/>
                <a:gd name="csX4" fmla="*/ 1089025 w 1876425"/>
                <a:gd name="csY4" fmla="*/ 216778 h 439028"/>
                <a:gd name="csX5" fmla="*/ 1336675 w 1876425"/>
                <a:gd name="csY5" fmla="*/ 83428 h 439028"/>
                <a:gd name="csX6" fmla="*/ 1609725 w 1876425"/>
                <a:gd name="csY6" fmla="*/ 19928 h 439028"/>
                <a:gd name="csX7" fmla="*/ 1876425 w 1876425"/>
                <a:gd name="csY7" fmla="*/ 432678 h 439028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9733 h 439733"/>
                <a:gd name="csX1" fmla="*/ 130969 w 1876425"/>
                <a:gd name="csY1" fmla="*/ 277015 h 439733"/>
                <a:gd name="csX2" fmla="*/ 373062 w 1876425"/>
                <a:gd name="csY2" fmla="*/ 155571 h 439733"/>
                <a:gd name="csX3" fmla="*/ 714375 w 1876425"/>
                <a:gd name="csY3" fmla="*/ 115883 h 439733"/>
                <a:gd name="csX4" fmla="*/ 1089025 w 1876425"/>
                <a:gd name="csY4" fmla="*/ 217483 h 439733"/>
                <a:gd name="csX5" fmla="*/ 1336675 w 1876425"/>
                <a:gd name="csY5" fmla="*/ 84133 h 439733"/>
                <a:gd name="csX6" fmla="*/ 1609725 w 1876425"/>
                <a:gd name="csY6" fmla="*/ 20633 h 439733"/>
                <a:gd name="csX7" fmla="*/ 1876425 w 1876425"/>
                <a:gd name="csY7" fmla="*/ 433383 h 439733"/>
                <a:gd name="csX0" fmla="*/ 0 w 1876425"/>
                <a:gd name="csY0" fmla="*/ 435731 h 435731"/>
                <a:gd name="csX1" fmla="*/ 130969 w 1876425"/>
                <a:gd name="csY1" fmla="*/ 273013 h 435731"/>
                <a:gd name="csX2" fmla="*/ 373062 w 1876425"/>
                <a:gd name="csY2" fmla="*/ 151569 h 435731"/>
                <a:gd name="csX3" fmla="*/ 714375 w 1876425"/>
                <a:gd name="csY3" fmla="*/ 111881 h 435731"/>
                <a:gd name="csX4" fmla="*/ 1089025 w 1876425"/>
                <a:gd name="csY4" fmla="*/ 213481 h 435731"/>
                <a:gd name="csX5" fmla="*/ 1336675 w 1876425"/>
                <a:gd name="csY5" fmla="*/ 80131 h 435731"/>
                <a:gd name="csX6" fmla="*/ 1609725 w 1876425"/>
                <a:gd name="csY6" fmla="*/ 16631 h 435731"/>
                <a:gd name="csX7" fmla="*/ 1876425 w 1876425"/>
                <a:gd name="csY7" fmla="*/ 429381 h 435731"/>
                <a:gd name="csX0" fmla="*/ 0 w 1876425"/>
                <a:gd name="csY0" fmla="*/ 443052 h 443052"/>
                <a:gd name="csX1" fmla="*/ 130969 w 1876425"/>
                <a:gd name="csY1" fmla="*/ 280334 h 443052"/>
                <a:gd name="csX2" fmla="*/ 373062 w 1876425"/>
                <a:gd name="csY2" fmla="*/ 158890 h 443052"/>
                <a:gd name="csX3" fmla="*/ 714375 w 1876425"/>
                <a:gd name="csY3" fmla="*/ 119202 h 443052"/>
                <a:gd name="csX4" fmla="*/ 1089025 w 1876425"/>
                <a:gd name="csY4" fmla="*/ 220802 h 443052"/>
                <a:gd name="csX5" fmla="*/ 1336675 w 1876425"/>
                <a:gd name="csY5" fmla="*/ 87452 h 443052"/>
                <a:gd name="csX6" fmla="*/ 1578769 w 1876425"/>
                <a:gd name="csY6" fmla="*/ 14427 h 443052"/>
                <a:gd name="csX7" fmla="*/ 1876425 w 1876425"/>
                <a:gd name="csY7" fmla="*/ 436702 h 443052"/>
                <a:gd name="csX0" fmla="*/ 0 w 1876425"/>
                <a:gd name="csY0" fmla="*/ 443094 h 443094"/>
                <a:gd name="csX1" fmla="*/ 130969 w 1876425"/>
                <a:gd name="csY1" fmla="*/ 280376 h 443094"/>
                <a:gd name="csX2" fmla="*/ 373062 w 1876425"/>
                <a:gd name="csY2" fmla="*/ 158932 h 443094"/>
                <a:gd name="csX3" fmla="*/ 714375 w 1876425"/>
                <a:gd name="csY3" fmla="*/ 119244 h 443094"/>
                <a:gd name="csX4" fmla="*/ 1036637 w 1876425"/>
                <a:gd name="csY4" fmla="*/ 223225 h 443094"/>
                <a:gd name="csX5" fmla="*/ 1336675 w 1876425"/>
                <a:gd name="csY5" fmla="*/ 87494 h 443094"/>
                <a:gd name="csX6" fmla="*/ 1578769 w 1876425"/>
                <a:gd name="csY6" fmla="*/ 14469 h 443094"/>
                <a:gd name="csX7" fmla="*/ 1876425 w 1876425"/>
                <a:gd name="csY7" fmla="*/ 436744 h 443094"/>
                <a:gd name="csX0" fmla="*/ 0 w 1876425"/>
                <a:gd name="csY0" fmla="*/ 445136 h 445136"/>
                <a:gd name="csX1" fmla="*/ 130969 w 1876425"/>
                <a:gd name="csY1" fmla="*/ 282418 h 445136"/>
                <a:gd name="csX2" fmla="*/ 373062 w 1876425"/>
                <a:gd name="csY2" fmla="*/ 160974 h 445136"/>
                <a:gd name="csX3" fmla="*/ 714375 w 1876425"/>
                <a:gd name="csY3" fmla="*/ 121286 h 445136"/>
                <a:gd name="csX4" fmla="*/ 1036637 w 1876425"/>
                <a:gd name="csY4" fmla="*/ 225267 h 445136"/>
                <a:gd name="csX5" fmla="*/ 1317625 w 1876425"/>
                <a:gd name="csY5" fmla="*/ 99061 h 445136"/>
                <a:gd name="csX6" fmla="*/ 1578769 w 1876425"/>
                <a:gd name="csY6" fmla="*/ 16511 h 445136"/>
                <a:gd name="csX7" fmla="*/ 1876425 w 1876425"/>
                <a:gd name="csY7" fmla="*/ 438786 h 445136"/>
                <a:gd name="csX0" fmla="*/ 0 w 1876425"/>
                <a:gd name="csY0" fmla="*/ 446167 h 446167"/>
                <a:gd name="csX1" fmla="*/ 130969 w 1876425"/>
                <a:gd name="csY1" fmla="*/ 283449 h 446167"/>
                <a:gd name="csX2" fmla="*/ 373062 w 1876425"/>
                <a:gd name="csY2" fmla="*/ 162005 h 446167"/>
                <a:gd name="csX3" fmla="*/ 714375 w 1876425"/>
                <a:gd name="csY3" fmla="*/ 122317 h 446167"/>
                <a:gd name="csX4" fmla="*/ 1036637 w 1876425"/>
                <a:gd name="csY4" fmla="*/ 226298 h 446167"/>
                <a:gd name="csX5" fmla="*/ 1317625 w 1876425"/>
                <a:gd name="csY5" fmla="*/ 100092 h 446167"/>
                <a:gd name="csX6" fmla="*/ 1578769 w 1876425"/>
                <a:gd name="csY6" fmla="*/ 17542 h 446167"/>
                <a:gd name="csX7" fmla="*/ 1876425 w 1876425"/>
                <a:gd name="csY7" fmla="*/ 439817 h 446167"/>
                <a:gd name="csX0" fmla="*/ 0 w 1876425"/>
                <a:gd name="csY0" fmla="*/ 446167 h 446167"/>
                <a:gd name="csX1" fmla="*/ 130969 w 1876425"/>
                <a:gd name="csY1" fmla="*/ 283449 h 446167"/>
                <a:gd name="csX2" fmla="*/ 373062 w 1876425"/>
                <a:gd name="csY2" fmla="*/ 162005 h 446167"/>
                <a:gd name="csX3" fmla="*/ 714375 w 1876425"/>
                <a:gd name="csY3" fmla="*/ 122317 h 446167"/>
                <a:gd name="csX4" fmla="*/ 1036637 w 1876425"/>
                <a:gd name="csY4" fmla="*/ 226298 h 446167"/>
                <a:gd name="csX5" fmla="*/ 1317625 w 1876425"/>
                <a:gd name="csY5" fmla="*/ 100092 h 446167"/>
                <a:gd name="csX6" fmla="*/ 1578769 w 1876425"/>
                <a:gd name="csY6" fmla="*/ 17542 h 446167"/>
                <a:gd name="csX7" fmla="*/ 1876425 w 1876425"/>
                <a:gd name="csY7" fmla="*/ 439817 h 446167"/>
                <a:gd name="csX0" fmla="*/ 0 w 1869282"/>
                <a:gd name="csY0" fmla="*/ 446167 h 446167"/>
                <a:gd name="csX1" fmla="*/ 130969 w 1869282"/>
                <a:gd name="csY1" fmla="*/ 283449 h 446167"/>
                <a:gd name="csX2" fmla="*/ 373062 w 1869282"/>
                <a:gd name="csY2" fmla="*/ 162005 h 446167"/>
                <a:gd name="csX3" fmla="*/ 714375 w 1869282"/>
                <a:gd name="csY3" fmla="*/ 122317 h 446167"/>
                <a:gd name="csX4" fmla="*/ 1036637 w 1869282"/>
                <a:gd name="csY4" fmla="*/ 226298 h 446167"/>
                <a:gd name="csX5" fmla="*/ 1317625 w 1869282"/>
                <a:gd name="csY5" fmla="*/ 100092 h 446167"/>
                <a:gd name="csX6" fmla="*/ 1578769 w 1869282"/>
                <a:gd name="csY6" fmla="*/ 17542 h 446167"/>
                <a:gd name="csX7" fmla="*/ 1869282 w 1869282"/>
                <a:gd name="csY7" fmla="*/ 439817 h 446167"/>
                <a:gd name="csX0" fmla="*/ 0 w 1869282"/>
                <a:gd name="csY0" fmla="*/ 446167 h 446167"/>
                <a:gd name="csX1" fmla="*/ 130969 w 1869282"/>
                <a:gd name="csY1" fmla="*/ 283449 h 446167"/>
                <a:gd name="csX2" fmla="*/ 373062 w 1869282"/>
                <a:gd name="csY2" fmla="*/ 162005 h 446167"/>
                <a:gd name="csX3" fmla="*/ 714375 w 1869282"/>
                <a:gd name="csY3" fmla="*/ 122317 h 446167"/>
                <a:gd name="csX4" fmla="*/ 1036637 w 1869282"/>
                <a:gd name="csY4" fmla="*/ 226298 h 446167"/>
                <a:gd name="csX5" fmla="*/ 1317625 w 1869282"/>
                <a:gd name="csY5" fmla="*/ 100092 h 446167"/>
                <a:gd name="csX6" fmla="*/ 1578769 w 1869282"/>
                <a:gd name="csY6" fmla="*/ 17542 h 446167"/>
                <a:gd name="csX7" fmla="*/ 1869282 w 1869282"/>
                <a:gd name="csY7" fmla="*/ 439817 h 4461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69282" h="446167">
                  <a:moveTo>
                    <a:pt x="0" y="446167"/>
                  </a:moveTo>
                  <a:cubicBezTo>
                    <a:pt x="36777" y="378169"/>
                    <a:pt x="68792" y="330809"/>
                    <a:pt x="130969" y="283449"/>
                  </a:cubicBezTo>
                  <a:cubicBezTo>
                    <a:pt x="193146" y="236089"/>
                    <a:pt x="275828" y="188860"/>
                    <a:pt x="373062" y="162005"/>
                  </a:cubicBezTo>
                  <a:cubicBezTo>
                    <a:pt x="470296" y="135150"/>
                    <a:pt x="603779" y="111602"/>
                    <a:pt x="714375" y="122317"/>
                  </a:cubicBezTo>
                  <a:cubicBezTo>
                    <a:pt x="824971" y="133033"/>
                    <a:pt x="936095" y="230002"/>
                    <a:pt x="1036637" y="226298"/>
                  </a:cubicBezTo>
                  <a:cubicBezTo>
                    <a:pt x="1137179" y="222594"/>
                    <a:pt x="1227270" y="146792"/>
                    <a:pt x="1317625" y="100092"/>
                  </a:cubicBezTo>
                  <a:cubicBezTo>
                    <a:pt x="1403638" y="55636"/>
                    <a:pt x="1486826" y="-39079"/>
                    <a:pt x="1578769" y="17542"/>
                  </a:cubicBezTo>
                  <a:cubicBezTo>
                    <a:pt x="1670712" y="74163"/>
                    <a:pt x="1825362" y="374466"/>
                    <a:pt x="1869282" y="439817"/>
                  </a:cubicBezTo>
                </a:path>
              </a:pathLst>
            </a:cu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97F405-E5DA-A04D-B1A0-CFEABC0E02AE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3359944" y="1602581"/>
              <a:ext cx="0" cy="152147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704900B-73B0-5FCF-7CA8-2C20F4A7D56F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3602037" y="1481137"/>
              <a:ext cx="0" cy="27359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0D5C890-63B4-122B-4B10-59C9E38602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826" y="1440910"/>
              <a:ext cx="0" cy="313818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C1CA201-60F6-669E-D3DF-46993138F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5544" y="1496727"/>
              <a:ext cx="0" cy="25800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EC41ABC-2390-0BFB-4796-CC043DC8F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4974" y="1524000"/>
              <a:ext cx="0" cy="230728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E4A0465-C178-173D-6C70-6445E9D5B0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3437" y="1395477"/>
              <a:ext cx="0" cy="35925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31E276F-8A75-9758-3A46-56450E5D6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449" y="1404207"/>
              <a:ext cx="0" cy="350521"/>
            </a:xfrm>
            <a:prstGeom prst="straightConnector1">
              <a:avLst/>
            </a:prstGeom>
            <a:noFill/>
            <a:ln w="19050" cap="flat" cmpd="sng" algn="ctr">
              <a:solidFill>
                <a:srgbClr val="00B050"/>
              </a:solidFill>
              <a:prstDash val="sysDash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CDA57F1-F502-066A-26CA-B9A3A6BD5CAD}"/>
                    </a:ext>
                  </a:extLst>
                </p:cNvPr>
                <p:cNvSpPr txBox="1"/>
                <p:nvPr/>
              </p:nvSpPr>
              <p:spPr>
                <a:xfrm>
                  <a:off x="4407613" y="973182"/>
                  <a:ext cx="1900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</m:acc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kumimoji="0" lang="en-US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cos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⁡(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𝜔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𝜙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20BD867-1779-F655-3503-AEEC2D60A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613" y="973182"/>
                  <a:ext cx="1900969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7273" r="-7394" b="-23636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730BAC3-7FEF-4BD2-C980-82BD75BBD1B1}"/>
                </a:ext>
              </a:extLst>
            </p:cNvPr>
            <p:cNvCxnSpPr>
              <a:cxnSpLocks/>
            </p:cNvCxnSpPr>
            <p:nvPr/>
          </p:nvCxnSpPr>
          <p:spPr>
            <a:xfrm>
              <a:off x="1597891" y="1524000"/>
              <a:ext cx="4056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BD55059-88D5-882D-47E6-EA073DB0F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7891" y="1072895"/>
              <a:ext cx="0" cy="451105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500EDE5-CC2F-9E44-4C2C-640493756B66}"/>
                    </a:ext>
                  </a:extLst>
                </p:cNvPr>
                <p:cNvSpPr txBox="1"/>
                <p:nvPr/>
              </p:nvSpPr>
              <p:spPr>
                <a:xfrm>
                  <a:off x="1924997" y="1318625"/>
                  <a:ext cx="3615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C45E6EA-0C0B-DDF5-2667-AD6BBB337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4997" y="1318625"/>
                  <a:ext cx="36157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F6B05A4-71E3-6E5F-2778-E7E4D17915F1}"/>
                    </a:ext>
                  </a:extLst>
                </p:cNvPr>
                <p:cNvSpPr txBox="1"/>
                <p:nvPr/>
              </p:nvSpPr>
              <p:spPr>
                <a:xfrm>
                  <a:off x="1316191" y="849607"/>
                  <a:ext cx="364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oMath>
                    </m:oMathPara>
                  </a14:m>
                  <a:endParaRPr kumimoji="0" lang="en-N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161764D-88F4-F021-DAC4-F46369F9C7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6191" y="849607"/>
                  <a:ext cx="36497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071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469EBC95-76BD-874F-0F76-7346886A7E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257" y="4760857"/>
            <a:ext cx="2431152" cy="64466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6CC50B4-F2E7-93E6-0AF3-724582B32B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683" y="3458899"/>
            <a:ext cx="4328535" cy="13869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BDA32C2-E74B-1E00-74D2-68F36C1A0ACE}"/>
              </a:ext>
            </a:extLst>
          </p:cNvPr>
          <p:cNvSpPr txBox="1"/>
          <p:nvPr/>
        </p:nvSpPr>
        <p:spPr>
          <a:xfrm>
            <a:off x="1658486" y="3146060"/>
            <a:ext cx="3025742" cy="4019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 done on the LRU</a:t>
            </a:r>
            <a:endParaRPr kumimoji="0" lang="en-NL" sz="1600" b="1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C28A84-1886-8527-469A-136DBF000793}"/>
              </a:ext>
            </a:extLst>
          </p:cNvPr>
          <p:cNvSpPr txBox="1"/>
          <p:nvPr/>
        </p:nvSpPr>
        <p:spPr>
          <a:xfrm>
            <a:off x="195347" y="5505370"/>
            <a:ext cx="6258145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Conclusion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: Any passive linear LRU with single input single output (SISO)architecture are limited to a certain admittance phases achievable.</a:t>
            </a:r>
            <a:endParaRPr kumimoji="0" lang="en-NL" sz="16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472ABD-39A5-2029-5409-66FB836D81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0042" y="283028"/>
            <a:ext cx="4498909" cy="3710312"/>
          </a:xfrm>
          <a:custGeom>
            <a:avLst/>
            <a:gdLst>
              <a:gd name="csX0" fmla="*/ 464 w 4498909"/>
              <a:gd name="csY0" fmla="*/ 382 h 3710312"/>
              <a:gd name="csX1" fmla="*/ 4499374 w 4498909"/>
              <a:gd name="csY1" fmla="*/ 382 h 3710312"/>
              <a:gd name="csX2" fmla="*/ 4499374 w 4498909"/>
              <a:gd name="csY2" fmla="*/ 3710694 h 3710312"/>
              <a:gd name="csX3" fmla="*/ 464 w 4498909"/>
              <a:gd name="csY3" fmla="*/ 3710694 h 3710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498909" h="3710312">
                <a:moveTo>
                  <a:pt x="464" y="382"/>
                </a:moveTo>
                <a:lnTo>
                  <a:pt x="4499374" y="382"/>
                </a:lnTo>
                <a:lnTo>
                  <a:pt x="4499374" y="3710694"/>
                </a:lnTo>
                <a:lnTo>
                  <a:pt x="464" y="3710694"/>
                </a:lnTo>
                <a:close/>
              </a:path>
            </a:pathLst>
          </a:cu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979F28C-6B9F-A6AF-AC9C-12C91E686025}"/>
              </a:ext>
            </a:extLst>
          </p:cNvPr>
          <p:cNvSpPr/>
          <p:nvPr/>
        </p:nvSpPr>
        <p:spPr>
          <a:xfrm>
            <a:off x="7534747" y="2106637"/>
            <a:ext cx="669026" cy="1479286"/>
          </a:xfrm>
          <a:custGeom>
            <a:avLst/>
            <a:gdLst>
              <a:gd name="csX0" fmla="*/ 649986 w 669026"/>
              <a:gd name="csY0" fmla="*/ 132 h 1479286"/>
              <a:gd name="csX1" fmla="*/ 426903 w 669026"/>
              <a:gd name="csY1" fmla="*/ 626047 h 1479286"/>
              <a:gd name="csX2" fmla="*/ 83 w 669026"/>
              <a:gd name="csY2" fmla="*/ 1318392 h 1479286"/>
              <a:gd name="csX3" fmla="*/ 286339 w 669026"/>
              <a:gd name="csY3" fmla="*/ 1428964 h 1479286"/>
              <a:gd name="csX4" fmla="*/ 666424 w 669026"/>
              <a:gd name="csY4" fmla="*/ 1479415 h 1479286"/>
              <a:gd name="csX5" fmla="*/ 649986 w 669026"/>
              <a:gd name="csY5" fmla="*/ 132 h 1479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69026" h="1479286">
                <a:moveTo>
                  <a:pt x="649986" y="132"/>
                </a:moveTo>
                <a:cubicBezTo>
                  <a:pt x="612463" y="179635"/>
                  <a:pt x="456876" y="575118"/>
                  <a:pt x="426903" y="626047"/>
                </a:cubicBezTo>
                <a:cubicBezTo>
                  <a:pt x="318581" y="845769"/>
                  <a:pt x="98458" y="1225958"/>
                  <a:pt x="83" y="1318392"/>
                </a:cubicBezTo>
                <a:cubicBezTo>
                  <a:pt x="122898" y="1384350"/>
                  <a:pt x="175288" y="1402126"/>
                  <a:pt x="286339" y="1428964"/>
                </a:cubicBezTo>
                <a:cubicBezTo>
                  <a:pt x="397415" y="1455802"/>
                  <a:pt x="528128" y="1479738"/>
                  <a:pt x="666424" y="1479415"/>
                </a:cubicBezTo>
                <a:cubicBezTo>
                  <a:pt x="676094" y="867992"/>
                  <a:pt x="657084" y="92624"/>
                  <a:pt x="649986" y="132"/>
                </a:cubicBezTo>
                <a:close/>
              </a:path>
            </a:pathLst>
          </a:custGeom>
          <a:solidFill>
            <a:srgbClr val="4EA72E">
              <a:alpha val="50000"/>
            </a:srgbClr>
          </a:solidFill>
          <a:ln w="6460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8DEDA29-62DF-062F-DE39-F717F3EAA4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4784" y="4307346"/>
            <a:ext cx="2686876" cy="2282989"/>
          </a:xfrm>
          <a:prstGeom prst="rect">
            <a:avLst/>
          </a:prstGeom>
        </p:spPr>
      </p:pic>
      <p:sp>
        <p:nvSpPr>
          <p:cNvPr id="49" name="Slide Number Placeholder 1">
            <a:extLst>
              <a:ext uri="{FF2B5EF4-FFF2-40B4-BE49-F238E27FC236}">
                <a16:creationId xmlns:a16="http://schemas.microsoft.com/office/drawing/2014/main" id="{A9B11FF9-7980-A3BC-5FF1-72134A4AD82F}"/>
              </a:ext>
            </a:extLst>
          </p:cNvPr>
          <p:cNvSpPr txBox="1">
            <a:spLocks/>
          </p:cNvSpPr>
          <p:nvPr/>
        </p:nvSpPr>
        <p:spPr>
          <a:xfrm>
            <a:off x="11282210" y="6405669"/>
            <a:ext cx="187552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2"/>
                </a:solidFill>
                <a:latin typeface="+mj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Segoe UI Light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5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4F8AECC6-D329-4AE3-BCDB-373F234A7437}" vid="{B81EAC2A-555D-4936-8BF3-0B3B9DD84BA9}"/>
    </a:ext>
  </a:extLst>
</a:theme>
</file>

<file path=ppt/theme/theme3.xml><?xml version="1.0" encoding="utf-8"?>
<a:theme xmlns:a="http://schemas.openxmlformats.org/drawingml/2006/main" name="1_TU DELFT | TEMPLATE (SLIDEBUILDER)">
  <a:themeElements>
    <a:clrScheme name="Aangepast 4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U DELFT | DOCUMENT (SLIDEBUILDER)">
  <a:themeElements>
    <a:clrScheme name="TU Delft">
      <a:dk1>
        <a:srgbClr val="000000"/>
      </a:dk1>
      <a:lt1>
        <a:srgbClr val="F2F2F2"/>
      </a:lt1>
      <a:dk2>
        <a:srgbClr val="000000"/>
      </a:dk2>
      <a:lt2>
        <a:srgbClr val="F2F2F2"/>
      </a:lt2>
      <a:accent1>
        <a:srgbClr val="00A6D6"/>
      </a:accent1>
      <a:accent2>
        <a:srgbClr val="0C2340"/>
      </a:accent2>
      <a:accent3>
        <a:srgbClr val="EF60A3"/>
      </a:accent3>
      <a:accent4>
        <a:srgbClr val="EC6842"/>
      </a:accent4>
      <a:accent5>
        <a:srgbClr val="FFB81C"/>
      </a:accent5>
      <a:accent6>
        <a:srgbClr val="6CC24A"/>
      </a:accent6>
      <a:hlink>
        <a:srgbClr val="00A6D6"/>
      </a:hlink>
      <a:folHlink>
        <a:srgbClr val="00A6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26-03-13_L-Lesshaft_RoundTable</Template>
  <TotalTime>7396</TotalTime>
  <Words>3676</Words>
  <Application>Microsoft Office PowerPoint</Application>
  <PresentationFormat>Widescreen</PresentationFormat>
  <Paragraphs>769</Paragraphs>
  <Slides>52</Slides>
  <Notes>32</Notes>
  <HiddenSlides>5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52</vt:i4>
      </vt:variant>
    </vt:vector>
  </HeadingPairs>
  <TitlesOfParts>
    <vt:vector size="68" baseType="lpstr">
      <vt:lpstr>ＭＳ Ｐゴシック</vt:lpstr>
      <vt:lpstr>Aptos</vt:lpstr>
      <vt:lpstr>Arial</vt:lpstr>
      <vt:lpstr>Arial (Body)</vt:lpstr>
      <vt:lpstr>Arial Nova</vt:lpstr>
      <vt:lpstr>Calibri</vt:lpstr>
      <vt:lpstr>Calibri Light</vt:lpstr>
      <vt:lpstr>Cambria Math</vt:lpstr>
      <vt:lpstr>Courier New</vt:lpstr>
      <vt:lpstr>Segoe UI Light</vt:lpstr>
      <vt:lpstr>Tahoma</vt:lpstr>
      <vt:lpstr>Wingdings</vt:lpstr>
      <vt:lpstr>1_Office Theme</vt:lpstr>
      <vt:lpstr>TU DELFT | TEMPLATE (SLIDEBUILDER)</vt:lpstr>
      <vt:lpstr>1_TU DELFT | TEMPLATE (SLIDEBUILDER)</vt:lpstr>
      <vt:lpstr>TU DELFT | DOCUMENT (SLIDEBUILDER)</vt:lpstr>
      <vt:lpstr>PowerPoint Presentation</vt:lpstr>
      <vt:lpstr>PowerPoint Presentation</vt:lpstr>
      <vt:lpstr>Motivation</vt:lpstr>
      <vt:lpstr>Boundary layer transition</vt:lpstr>
      <vt:lpstr>Linear stability</vt:lpstr>
      <vt:lpstr>TS waves</vt:lpstr>
      <vt:lpstr>Flow control</vt:lpstr>
      <vt:lpstr>Wave interference mechanism</vt:lpstr>
      <vt:lpstr>Surface admittance characterization</vt:lpstr>
      <vt:lpstr>Passive control methods examples #1</vt:lpstr>
      <vt:lpstr>Compliant wall</vt:lpstr>
      <vt:lpstr>The resonance advantage </vt:lpstr>
      <vt:lpstr>Scale separation (local resonance)</vt:lpstr>
      <vt:lpstr>PowerPoint Presentation</vt:lpstr>
      <vt:lpstr>Recap and Problem definition</vt:lpstr>
      <vt:lpstr>Alternative LRU concepts explored</vt:lpstr>
      <vt:lpstr>PowerPoint Presentation</vt:lpstr>
      <vt:lpstr>Research objective and questions (simplified)</vt:lpstr>
      <vt:lpstr>PowerPoint Presentation</vt:lpstr>
      <vt:lpstr>Methodology</vt:lpstr>
      <vt:lpstr>Scale separation limit</vt:lpstr>
      <vt:lpstr>Scale separation limit</vt:lpstr>
      <vt:lpstr>PowerPoint Presentation</vt:lpstr>
      <vt:lpstr>Objectives</vt:lpstr>
      <vt:lpstr>SMCR-numerical investigation</vt:lpstr>
      <vt:lpstr>Primary Mode</vt:lpstr>
      <vt:lpstr>DMCR-numerical investigation</vt:lpstr>
      <vt:lpstr>DMCR- Coupled resonance</vt:lpstr>
      <vt:lpstr>Energy Transfer analysis</vt:lpstr>
      <vt:lpstr>PowerPoint Presentation</vt:lpstr>
      <vt:lpstr>PowerPoint Presentation</vt:lpstr>
      <vt:lpstr>Objectives</vt:lpstr>
      <vt:lpstr>1D-Analytical modelling</vt:lpstr>
      <vt:lpstr>Analytical investigation</vt:lpstr>
      <vt:lpstr>Role of material constraints</vt:lpstr>
      <vt:lpstr>Tuned design admittance</vt:lpstr>
      <vt:lpstr>DMCR-numerical investigation</vt:lpstr>
      <vt:lpstr>Tuned design admittance</vt:lpstr>
      <vt:lpstr>PowerPoint Presentation</vt:lpstr>
      <vt:lpstr>Objectives</vt:lpstr>
      <vt:lpstr>TS wave attenuation from SMCR</vt:lpstr>
      <vt:lpstr>TS wave attenuation from DMCR</vt:lpstr>
      <vt:lpstr>PowerPoint Presentation</vt:lpstr>
      <vt:lpstr>Answers to the research questions</vt:lpstr>
      <vt:lpstr>Recommendations</vt:lpstr>
      <vt:lpstr>References</vt:lpstr>
      <vt:lpstr>PowerPoint Presentation</vt:lpstr>
      <vt:lpstr>PowerPoint Presentation</vt:lpstr>
      <vt:lpstr>Wave interference mechanism (plots from results)</vt:lpstr>
      <vt:lpstr>SMCR-numerical investigation</vt:lpstr>
      <vt:lpstr>Compliant wall</vt:lpstr>
      <vt:lpstr>Energy Transfer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Kande</dc:creator>
  <cp:lastModifiedBy>Vivek Kande</cp:lastModifiedBy>
  <cp:revision>1</cp:revision>
  <dcterms:created xsi:type="dcterms:W3CDTF">2026-08-01T10:48:24Z</dcterms:created>
  <dcterms:modified xsi:type="dcterms:W3CDTF">2026-10-17T13:30:20Z</dcterms:modified>
</cp:coreProperties>
</file>